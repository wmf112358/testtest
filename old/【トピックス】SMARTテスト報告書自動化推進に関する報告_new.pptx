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 id="2147485989" r:id="rId2"/>
    <p:sldMasterId id="2147486094" r:id="rId3"/>
    <p:sldMasterId id="2147486121" r:id="rId4"/>
  </p:sldMasterIdLst>
  <p:notesMasterIdLst>
    <p:notesMasterId r:id="rId7"/>
  </p:notesMasterIdLst>
  <p:handoutMasterIdLst>
    <p:handoutMasterId r:id="rId8"/>
  </p:handoutMasterIdLst>
  <p:sldIdLst>
    <p:sldId id="2252" r:id="rId5"/>
    <p:sldId id="2251" r:id="rId6"/>
  </p:sldIdLst>
  <p:sldSz cx="9906000" cy="6858000" type="A4"/>
  <p:notesSz cx="6805613" cy="9939338"/>
  <p:defaultTextStyle>
    <a:defPPr>
      <a:defRPr lang="ja-JP"/>
    </a:defPPr>
    <a:lvl1pPr algn="l" rtl="0" fontAlgn="base">
      <a:spcBef>
        <a:spcPct val="0"/>
      </a:spcBef>
      <a:spcAft>
        <a:spcPct val="0"/>
      </a:spcAft>
      <a:defRPr kumimoji="1" sz="1200" kern="1200">
        <a:solidFill>
          <a:schemeClr val="tx1"/>
        </a:solidFill>
        <a:latin typeface="ＭＳ Ｐゴシック" charset="-128"/>
        <a:ea typeface="ＭＳ Ｐゴシック" charset="-128"/>
        <a:cs typeface="+mn-cs"/>
      </a:defRPr>
    </a:lvl1pPr>
    <a:lvl2pPr marL="457200" algn="l" rtl="0" fontAlgn="base">
      <a:spcBef>
        <a:spcPct val="0"/>
      </a:spcBef>
      <a:spcAft>
        <a:spcPct val="0"/>
      </a:spcAft>
      <a:defRPr kumimoji="1" sz="1200" kern="1200">
        <a:solidFill>
          <a:schemeClr val="tx1"/>
        </a:solidFill>
        <a:latin typeface="ＭＳ Ｐゴシック" charset="-128"/>
        <a:ea typeface="ＭＳ Ｐゴシック" charset="-128"/>
        <a:cs typeface="+mn-cs"/>
      </a:defRPr>
    </a:lvl2pPr>
    <a:lvl3pPr marL="914400" algn="l" rtl="0" fontAlgn="base">
      <a:spcBef>
        <a:spcPct val="0"/>
      </a:spcBef>
      <a:spcAft>
        <a:spcPct val="0"/>
      </a:spcAft>
      <a:defRPr kumimoji="1" sz="1200" kern="1200">
        <a:solidFill>
          <a:schemeClr val="tx1"/>
        </a:solidFill>
        <a:latin typeface="ＭＳ Ｐゴシック" charset="-128"/>
        <a:ea typeface="ＭＳ Ｐゴシック" charset="-128"/>
        <a:cs typeface="+mn-cs"/>
      </a:defRPr>
    </a:lvl3pPr>
    <a:lvl4pPr marL="1371600" algn="l" rtl="0" fontAlgn="base">
      <a:spcBef>
        <a:spcPct val="0"/>
      </a:spcBef>
      <a:spcAft>
        <a:spcPct val="0"/>
      </a:spcAft>
      <a:defRPr kumimoji="1" sz="1200" kern="1200">
        <a:solidFill>
          <a:schemeClr val="tx1"/>
        </a:solidFill>
        <a:latin typeface="ＭＳ Ｐゴシック" charset="-128"/>
        <a:ea typeface="ＭＳ Ｐゴシック" charset="-128"/>
        <a:cs typeface="+mn-cs"/>
      </a:defRPr>
    </a:lvl4pPr>
    <a:lvl5pPr marL="1828800" algn="l" rtl="0" fontAlgn="base">
      <a:spcBef>
        <a:spcPct val="0"/>
      </a:spcBef>
      <a:spcAft>
        <a:spcPct val="0"/>
      </a:spcAft>
      <a:defRPr kumimoji="1" sz="1200" kern="1200">
        <a:solidFill>
          <a:schemeClr val="tx1"/>
        </a:solidFill>
        <a:latin typeface="ＭＳ Ｐゴシック" charset="-128"/>
        <a:ea typeface="ＭＳ Ｐゴシック" charset="-128"/>
        <a:cs typeface="+mn-cs"/>
      </a:defRPr>
    </a:lvl5pPr>
    <a:lvl6pPr marL="2286000" algn="l" defTabSz="914400" rtl="0" eaLnBrk="1" latinLnBrk="0" hangingPunct="1">
      <a:defRPr kumimoji="1" sz="1200" kern="1200">
        <a:solidFill>
          <a:schemeClr val="tx1"/>
        </a:solidFill>
        <a:latin typeface="ＭＳ Ｐゴシック" charset="-128"/>
        <a:ea typeface="ＭＳ Ｐゴシック" charset="-128"/>
        <a:cs typeface="+mn-cs"/>
      </a:defRPr>
    </a:lvl6pPr>
    <a:lvl7pPr marL="2743200" algn="l" defTabSz="914400" rtl="0" eaLnBrk="1" latinLnBrk="0" hangingPunct="1">
      <a:defRPr kumimoji="1" sz="1200" kern="1200">
        <a:solidFill>
          <a:schemeClr val="tx1"/>
        </a:solidFill>
        <a:latin typeface="ＭＳ Ｐゴシック" charset="-128"/>
        <a:ea typeface="ＭＳ Ｐゴシック" charset="-128"/>
        <a:cs typeface="+mn-cs"/>
      </a:defRPr>
    </a:lvl7pPr>
    <a:lvl8pPr marL="3200400" algn="l" defTabSz="914400" rtl="0" eaLnBrk="1" latinLnBrk="0" hangingPunct="1">
      <a:defRPr kumimoji="1" sz="1200" kern="1200">
        <a:solidFill>
          <a:schemeClr val="tx1"/>
        </a:solidFill>
        <a:latin typeface="ＭＳ Ｐゴシック" charset="-128"/>
        <a:ea typeface="ＭＳ Ｐゴシック" charset="-128"/>
        <a:cs typeface="+mn-cs"/>
      </a:defRPr>
    </a:lvl8pPr>
    <a:lvl9pPr marL="3657600" algn="l" defTabSz="914400" rtl="0" eaLnBrk="1" latinLnBrk="0" hangingPunct="1">
      <a:defRPr kumimoji="1" sz="1200" kern="1200">
        <a:solidFill>
          <a:schemeClr val="tx1"/>
        </a:solidFill>
        <a:latin typeface="ＭＳ Ｐゴシック" charset="-128"/>
        <a:ea typeface="ＭＳ Ｐゴシック" charset="-128"/>
        <a:cs typeface="+mn-cs"/>
      </a:defRPr>
    </a:lvl9pPr>
  </p:defaultTextStyle>
  <p:extLst>
    <p:ext uri="{EFAFB233-063F-42B5-8137-9DF3F51BA10A}">
      <p15:sldGuideLst xmlns:p15="http://schemas.microsoft.com/office/powerpoint/2012/main">
        <p15:guide id="1" orient="horz" pos="4247" userDrawn="1">
          <p15:clr>
            <a:srgbClr val="A4A3A4"/>
          </p15:clr>
        </p15:guide>
        <p15:guide id="2" orient="horz" pos="2251" userDrawn="1">
          <p15:clr>
            <a:srgbClr val="A4A3A4"/>
          </p15:clr>
        </p15:guide>
        <p15:guide id="3" pos="107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376092"/>
    <a:srgbClr val="E7F6FF"/>
    <a:srgbClr val="CBECFF"/>
    <a:srgbClr val="C6D9F1"/>
    <a:srgbClr val="FFCCFF"/>
    <a:srgbClr val="FFCCCC"/>
    <a:srgbClr val="7F7F7F"/>
    <a:srgbClr val="4F81BD"/>
    <a:srgbClr val="948A5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D083AE6-46FA-4A59-8FB0-9F97EB10719F}" styleName="淡色スタイル 3 - アクセント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956" autoAdjust="0"/>
    <p:restoredTop sz="99669" autoAdjust="0"/>
  </p:normalViewPr>
  <p:slideViewPr>
    <p:cSldViewPr snapToObjects="1">
      <p:cViewPr varScale="1">
        <p:scale>
          <a:sx n="111" d="100"/>
          <a:sy n="111" d="100"/>
        </p:scale>
        <p:origin x="1002" y="114"/>
      </p:cViewPr>
      <p:guideLst>
        <p:guide orient="horz" pos="4247"/>
        <p:guide orient="horz" pos="2251"/>
        <p:guide pos="1079"/>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3" Type="http://schemas.openxmlformats.org/officeDocument/2006/relationships/slideMaster" Target="slideMasters/slideMaster3.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575" cy="4968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54450" y="0"/>
            <a:ext cx="2949575" cy="496888"/>
          </a:xfrm>
          <a:prstGeom prst="rect">
            <a:avLst/>
          </a:prstGeom>
        </p:spPr>
        <p:txBody>
          <a:bodyPr vert="horz" lIns="91440" tIns="45720" rIns="91440" bIns="45720" rtlCol="0"/>
          <a:lstStyle>
            <a:lvl1pPr algn="r">
              <a:defRPr sz="1200"/>
            </a:lvl1pPr>
          </a:lstStyle>
          <a:p>
            <a:fld id="{ECEC75E6-4168-451F-9146-492174EFA5DE}" type="datetimeFigureOut">
              <a:rPr kumimoji="1" lang="ja-JP" altLang="en-US" smtClean="0"/>
              <a:t>2025/7/31</a:t>
            </a:fld>
            <a:endParaRPr kumimoji="1" lang="ja-JP" altLang="en-US"/>
          </a:p>
        </p:txBody>
      </p:sp>
      <p:sp>
        <p:nvSpPr>
          <p:cNvPr id="4" name="フッター プレースホルダー 3"/>
          <p:cNvSpPr>
            <a:spLocks noGrp="1"/>
          </p:cNvSpPr>
          <p:nvPr>
            <p:ph type="ftr" sz="quarter" idx="2"/>
          </p:nvPr>
        </p:nvSpPr>
        <p:spPr>
          <a:xfrm>
            <a:off x="0" y="9440863"/>
            <a:ext cx="2949575" cy="4968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4450" y="9440863"/>
            <a:ext cx="2949575" cy="496887"/>
          </a:xfrm>
          <a:prstGeom prst="rect">
            <a:avLst/>
          </a:prstGeom>
        </p:spPr>
        <p:txBody>
          <a:bodyPr vert="horz" lIns="91440" tIns="45720" rIns="91440" bIns="45720" rtlCol="0" anchor="b"/>
          <a:lstStyle>
            <a:lvl1pPr algn="r">
              <a:defRPr sz="1200"/>
            </a:lvl1pPr>
          </a:lstStyle>
          <a:p>
            <a:fld id="{2573ACEB-9C1D-40A7-8EF1-76CD56121F44}" type="slidenum">
              <a:rPr kumimoji="1" lang="ja-JP" altLang="en-US" smtClean="0"/>
              <a:t>‹#›</a:t>
            </a:fld>
            <a:endParaRPr kumimoji="1" lang="ja-JP" altLang="en-US"/>
          </a:p>
        </p:txBody>
      </p:sp>
    </p:spTree>
    <p:extLst>
      <p:ext uri="{BB962C8B-B14F-4D97-AF65-F5344CB8AC3E}">
        <p14:creationId xmlns:p14="http://schemas.microsoft.com/office/powerpoint/2010/main" val="148344834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2" y="2"/>
            <a:ext cx="2951637" cy="494257"/>
          </a:xfrm>
          <a:prstGeom prst="rect">
            <a:avLst/>
          </a:prstGeom>
          <a:noFill/>
          <a:ln w="9525">
            <a:noFill/>
            <a:miter lim="800000"/>
            <a:headEnd/>
            <a:tailEnd/>
          </a:ln>
        </p:spPr>
        <p:txBody>
          <a:bodyPr vert="horz" wrap="square" lIns="90587" tIns="45295" rIns="90587" bIns="45295" numCol="1" anchor="t" anchorCtr="0" compatLnSpc="1">
            <a:prstTxWarp prst="textNoShape">
              <a:avLst/>
            </a:prstTxWarp>
          </a:bodyPr>
          <a:lstStyle>
            <a:lvl1pPr defTabSz="908856">
              <a:defRPr kumimoji="0">
                <a:latin typeface="Times New Roman" pitchFamily="18" charset="0"/>
                <a:ea typeface="ＭＳ Ｐゴシック" pitchFamily="50" charset="-128"/>
              </a:defRPr>
            </a:lvl1pPr>
          </a:lstStyle>
          <a:p>
            <a:pPr>
              <a:defRPr/>
            </a:pPr>
            <a:endParaRPr lang="en-US"/>
          </a:p>
        </p:txBody>
      </p:sp>
      <p:sp>
        <p:nvSpPr>
          <p:cNvPr id="4099" name="Rectangle 3"/>
          <p:cNvSpPr>
            <a:spLocks noGrp="1" noChangeArrowheads="1"/>
          </p:cNvSpPr>
          <p:nvPr>
            <p:ph type="dt" idx="1"/>
          </p:nvPr>
        </p:nvSpPr>
        <p:spPr bwMode="auto">
          <a:xfrm>
            <a:off x="3853978" y="2"/>
            <a:ext cx="2951637" cy="494257"/>
          </a:xfrm>
          <a:prstGeom prst="rect">
            <a:avLst/>
          </a:prstGeom>
          <a:noFill/>
          <a:ln w="9525">
            <a:noFill/>
            <a:miter lim="800000"/>
            <a:headEnd/>
            <a:tailEnd/>
          </a:ln>
        </p:spPr>
        <p:txBody>
          <a:bodyPr vert="horz" wrap="square" lIns="90587" tIns="45295" rIns="90587" bIns="45295" numCol="1" anchor="t" anchorCtr="0" compatLnSpc="1">
            <a:prstTxWarp prst="textNoShape">
              <a:avLst/>
            </a:prstTxWarp>
          </a:bodyPr>
          <a:lstStyle>
            <a:lvl1pPr algn="r" defTabSz="908856">
              <a:defRPr kumimoji="0">
                <a:latin typeface="Times New Roman" pitchFamily="18" charset="0"/>
                <a:ea typeface="ＭＳ Ｐゴシック" pitchFamily="50" charset="-128"/>
              </a:defRPr>
            </a:lvl1pPr>
          </a:lstStyle>
          <a:p>
            <a:pPr>
              <a:defRPr/>
            </a:pPr>
            <a:fld id="{816EE9BF-94F0-48F9-ADDD-67290FCD7202}" type="datetime8">
              <a:rPr lang="ja-JP" altLang="en-US"/>
              <a:pPr>
                <a:defRPr/>
              </a:pPr>
              <a:t>25/7/31 11時3分</a:t>
            </a:fld>
            <a:endParaRPr lang="en-US"/>
          </a:p>
        </p:txBody>
      </p:sp>
      <p:sp>
        <p:nvSpPr>
          <p:cNvPr id="13316" name="Rectangle 4"/>
          <p:cNvSpPr>
            <a:spLocks noGrp="1" noRot="1" noChangeAspect="1" noChangeArrowheads="1"/>
          </p:cNvSpPr>
          <p:nvPr>
            <p:ph type="sldImg" idx="2"/>
          </p:nvPr>
        </p:nvSpPr>
        <p:spPr bwMode="auto">
          <a:xfrm>
            <a:off x="708025" y="744538"/>
            <a:ext cx="5387975" cy="3730625"/>
          </a:xfrm>
          <a:prstGeom prst="rect">
            <a:avLst/>
          </a:prstGeom>
          <a:noFill/>
          <a:ln w="9525">
            <a:noFill/>
            <a:miter lim="800000"/>
            <a:headEnd/>
            <a:tailEnd/>
          </a:ln>
        </p:spPr>
      </p:sp>
      <p:sp>
        <p:nvSpPr>
          <p:cNvPr id="4101" name="Rectangle 5"/>
          <p:cNvSpPr>
            <a:spLocks noGrp="1" noChangeArrowheads="1"/>
          </p:cNvSpPr>
          <p:nvPr>
            <p:ph type="body" sz="quarter" idx="3"/>
          </p:nvPr>
        </p:nvSpPr>
        <p:spPr bwMode="auto">
          <a:xfrm>
            <a:off x="910440" y="4720950"/>
            <a:ext cx="4984735" cy="4473818"/>
          </a:xfrm>
          <a:prstGeom prst="rect">
            <a:avLst/>
          </a:prstGeom>
          <a:noFill/>
          <a:ln w="9525" cmpd="sng">
            <a:noFill/>
            <a:miter lim="800000"/>
            <a:headEnd/>
            <a:tailEnd/>
          </a:ln>
        </p:spPr>
        <p:txBody>
          <a:bodyPr vert="horz" wrap="square" lIns="90587" tIns="45295" rIns="90587" bIns="45295"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noProof="0"/>
              <a:t>2 </a:t>
            </a:r>
            <a:r>
              <a:rPr lang="ja-JP" altLang="en-US" noProof="0"/>
              <a:t>レベル</a:t>
            </a:r>
          </a:p>
          <a:p>
            <a:pPr lvl="2"/>
            <a:r>
              <a:rPr lang="ja-JP" altLang="en-US" noProof="0"/>
              <a:t>第 </a:t>
            </a:r>
            <a:r>
              <a:rPr lang="en-US" noProof="0"/>
              <a:t>3 </a:t>
            </a:r>
            <a:r>
              <a:rPr lang="ja-JP" altLang="en-US" noProof="0"/>
              <a:t>レベル</a:t>
            </a:r>
          </a:p>
          <a:p>
            <a:pPr lvl="3"/>
            <a:r>
              <a:rPr lang="ja-JP" altLang="en-US" noProof="0"/>
              <a:t>第 </a:t>
            </a:r>
            <a:r>
              <a:rPr lang="en-US" noProof="0"/>
              <a:t>4 </a:t>
            </a:r>
            <a:r>
              <a:rPr lang="ja-JP" altLang="en-US" noProof="0"/>
              <a:t>レベル</a:t>
            </a:r>
          </a:p>
          <a:p>
            <a:pPr lvl="4"/>
            <a:r>
              <a:rPr lang="ja-JP" altLang="en-US" noProof="0"/>
              <a:t>第 </a:t>
            </a:r>
            <a:r>
              <a:rPr lang="en-US" noProof="0"/>
              <a:t>5 </a:t>
            </a:r>
            <a:r>
              <a:rPr lang="ja-JP" altLang="en-US" noProof="0"/>
              <a:t>レベル</a:t>
            </a:r>
          </a:p>
        </p:txBody>
      </p:sp>
      <p:sp>
        <p:nvSpPr>
          <p:cNvPr id="4102" name="Rectangle 6"/>
          <p:cNvSpPr>
            <a:spLocks noGrp="1" noChangeArrowheads="1"/>
          </p:cNvSpPr>
          <p:nvPr>
            <p:ph type="ftr" sz="quarter" idx="4"/>
          </p:nvPr>
        </p:nvSpPr>
        <p:spPr bwMode="auto">
          <a:xfrm>
            <a:off x="2" y="9445085"/>
            <a:ext cx="2951637" cy="494257"/>
          </a:xfrm>
          <a:prstGeom prst="rect">
            <a:avLst/>
          </a:prstGeom>
          <a:noFill/>
          <a:ln w="9525">
            <a:noFill/>
            <a:miter lim="800000"/>
            <a:headEnd/>
            <a:tailEnd/>
          </a:ln>
        </p:spPr>
        <p:txBody>
          <a:bodyPr vert="horz" wrap="square" lIns="90587" tIns="45295" rIns="90587" bIns="45295" numCol="1" anchor="b" anchorCtr="0" compatLnSpc="1">
            <a:prstTxWarp prst="textNoShape">
              <a:avLst/>
            </a:prstTxWarp>
          </a:bodyPr>
          <a:lstStyle>
            <a:lvl1pPr defTabSz="908856">
              <a:defRPr kumimoji="0">
                <a:latin typeface="Times New Roman" pitchFamily="18" charset="0"/>
                <a:ea typeface="ＭＳ Ｐゴシック" pitchFamily="50" charset="-128"/>
              </a:defRPr>
            </a:lvl1pPr>
          </a:lstStyle>
          <a:p>
            <a:pPr>
              <a:defRPr/>
            </a:pPr>
            <a:endParaRPr lang="en-US"/>
          </a:p>
        </p:txBody>
      </p:sp>
      <p:sp>
        <p:nvSpPr>
          <p:cNvPr id="4103" name="Rectangle 7"/>
          <p:cNvSpPr>
            <a:spLocks noGrp="1" noChangeArrowheads="1"/>
          </p:cNvSpPr>
          <p:nvPr>
            <p:ph type="sldNum" sz="quarter" idx="5"/>
          </p:nvPr>
        </p:nvSpPr>
        <p:spPr bwMode="auto">
          <a:xfrm>
            <a:off x="3853978" y="9445085"/>
            <a:ext cx="2951637" cy="494257"/>
          </a:xfrm>
          <a:prstGeom prst="rect">
            <a:avLst/>
          </a:prstGeom>
          <a:noFill/>
          <a:ln w="9525">
            <a:noFill/>
            <a:miter lim="800000"/>
            <a:headEnd/>
            <a:tailEnd/>
          </a:ln>
        </p:spPr>
        <p:txBody>
          <a:bodyPr vert="horz" wrap="square" lIns="90587" tIns="45295" rIns="90587" bIns="45295" numCol="1" anchor="b" anchorCtr="0" compatLnSpc="1">
            <a:prstTxWarp prst="textNoShape">
              <a:avLst/>
            </a:prstTxWarp>
          </a:bodyPr>
          <a:lstStyle>
            <a:lvl1pPr algn="r" defTabSz="908856">
              <a:defRPr kumimoji="0">
                <a:latin typeface="Times New Roman" pitchFamily="18" charset="0"/>
                <a:ea typeface="ＭＳ Ｐゴシック" pitchFamily="50" charset="-128"/>
              </a:defRPr>
            </a:lvl1pPr>
          </a:lstStyle>
          <a:p>
            <a:pPr>
              <a:defRPr/>
            </a:pPr>
            <a:fld id="{CA73974C-908A-44C4-AABB-E2964FDD6C84}" type="slidenum">
              <a:rPr lang="en-US"/>
              <a:pPr>
                <a:defRPr/>
              </a:pPr>
              <a:t>‹#›</a:t>
            </a:fld>
            <a:endParaRPr lang="en-US"/>
          </a:p>
        </p:txBody>
      </p:sp>
    </p:spTree>
    <p:extLst>
      <p:ext uri="{BB962C8B-B14F-4D97-AF65-F5344CB8AC3E}">
        <p14:creationId xmlns:p14="http://schemas.microsoft.com/office/powerpoint/2010/main" val="3711727654"/>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8" charset="0"/>
        <a:ea typeface="ＭＳ Ｐ明朝" pitchFamily="18" charset="-128"/>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ＭＳ Ｐ明朝" pitchFamily="18"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明朝" pitchFamily="18"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明朝" pitchFamily="18"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明朝" pitchFamily="18"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67C6B-87F8-732C-CC34-01304DB955F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8EAEB4E-D28E-8D35-8A65-5E69AFF6254E}"/>
              </a:ext>
            </a:extLst>
          </p:cNvPr>
          <p:cNvSpPr>
            <a:spLocks noGrp="1" noRot="1" noChangeAspect="1"/>
          </p:cNvSpPr>
          <p:nvPr>
            <p:ph type="sldImg"/>
          </p:nvPr>
        </p:nvSpPr>
        <p:spPr/>
      </p:sp>
      <p:sp>
        <p:nvSpPr>
          <p:cNvPr id="4" name="スライド番号プレースホルダー 3">
            <a:extLst>
              <a:ext uri="{FF2B5EF4-FFF2-40B4-BE49-F238E27FC236}">
                <a16:creationId xmlns:a16="http://schemas.microsoft.com/office/drawing/2014/main" id="{0469C0CB-1AE2-5D90-2900-D04925CB3C6D}"/>
              </a:ext>
            </a:extLst>
          </p:cNvPr>
          <p:cNvSpPr>
            <a:spLocks noGrp="1"/>
          </p:cNvSpPr>
          <p:nvPr>
            <p:ph type="sldNum" sz="quarter" idx="10"/>
          </p:nvPr>
        </p:nvSpPr>
        <p:spPr/>
        <p:txBody>
          <a:bodyPr/>
          <a:lstStyle/>
          <a:p>
            <a:pPr marL="0" marR="0" lvl="0" indent="0" algn="r" defTabSz="906140" rtl="0" eaLnBrk="1" fontAlgn="base" latinLnBrk="0" hangingPunct="1">
              <a:lnSpc>
                <a:spcPct val="100000"/>
              </a:lnSpc>
              <a:spcBef>
                <a:spcPct val="0"/>
              </a:spcBef>
              <a:spcAft>
                <a:spcPct val="0"/>
              </a:spcAft>
              <a:buClrTx/>
              <a:buSzTx/>
              <a:buFontTx/>
              <a:buNone/>
              <a:tabLst/>
              <a:defRPr/>
            </a:pPr>
            <a:fld id="{A109F90D-BFEC-4F7D-AB5B-9185A4D85581}" type="slidenum">
              <a:rPr kumimoji="1" lang="en-US" sz="1200" b="0" i="0" u="none" strike="noStrike" kern="1200" cap="none" spc="0" normalizeH="0" baseline="0" noProof="0" smtClean="0">
                <a:ln>
                  <a:noFill/>
                </a:ln>
                <a:solidFill>
                  <a:srgbClr val="000000"/>
                </a:solidFill>
                <a:effectLst/>
                <a:uLnTx/>
                <a:uFillTx/>
                <a:latin typeface="Times New Roman" pitchFamily="18" charset="0"/>
                <a:ea typeface="ＭＳ Ｐゴシック" pitchFamily="50" charset="-128"/>
                <a:cs typeface="+mn-cs"/>
              </a:rPr>
              <a:pPr marL="0" marR="0" lvl="0" indent="0" algn="r" defTabSz="906140" rtl="0" eaLnBrk="1" fontAlgn="base" latinLnBrk="0" hangingPunct="1">
                <a:lnSpc>
                  <a:spcPct val="100000"/>
                </a:lnSpc>
                <a:spcBef>
                  <a:spcPct val="0"/>
                </a:spcBef>
                <a:spcAft>
                  <a:spcPct val="0"/>
                </a:spcAft>
                <a:buClrTx/>
                <a:buSzTx/>
                <a:buFontTx/>
                <a:buNone/>
                <a:tabLst/>
                <a:defRPr/>
              </a:pPr>
              <a:t>1</a:t>
            </a:fld>
            <a:endParaRPr kumimoji="1" lang="en-US" sz="1200" b="0" i="0" u="none" strike="noStrike" kern="1200" cap="none" spc="0" normalizeH="0" baseline="0" noProof="0" dirty="0">
              <a:ln>
                <a:noFill/>
              </a:ln>
              <a:solidFill>
                <a:srgbClr val="000000"/>
              </a:solidFill>
              <a:effectLst/>
              <a:uLnTx/>
              <a:uFillTx/>
              <a:latin typeface="Times New Roman" pitchFamily="18" charset="0"/>
              <a:ea typeface="ＭＳ Ｐゴシック" pitchFamily="50" charset="-128"/>
              <a:cs typeface="+mn-cs"/>
            </a:endParaRPr>
          </a:p>
        </p:txBody>
      </p:sp>
      <p:sp>
        <p:nvSpPr>
          <p:cNvPr id="5" name="ノート プレースホルダー 4">
            <a:extLst>
              <a:ext uri="{FF2B5EF4-FFF2-40B4-BE49-F238E27FC236}">
                <a16:creationId xmlns:a16="http://schemas.microsoft.com/office/drawing/2014/main" id="{CC87D926-18B9-67CB-5E12-4BBF996260A2}"/>
              </a:ext>
            </a:extLst>
          </p:cNvPr>
          <p:cNvSpPr>
            <a:spLocks noGrp="1"/>
          </p:cNvSpPr>
          <p:nvPr>
            <p:ph type="body" sz="quarter" idx="1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kumimoji="1" lang="ja-JP" altLang="en-US" sz="700" b="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2717497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4" name="スライド番号プレースホルダー 3"/>
          <p:cNvSpPr>
            <a:spLocks noGrp="1"/>
          </p:cNvSpPr>
          <p:nvPr>
            <p:ph type="sldNum" sz="quarter" idx="10"/>
          </p:nvPr>
        </p:nvSpPr>
        <p:spPr/>
        <p:txBody>
          <a:bodyPr/>
          <a:lstStyle/>
          <a:p>
            <a:pPr marL="0" marR="0" lvl="0" indent="0" algn="r" defTabSz="906140" rtl="0" eaLnBrk="1" fontAlgn="base" latinLnBrk="0" hangingPunct="1">
              <a:lnSpc>
                <a:spcPct val="100000"/>
              </a:lnSpc>
              <a:spcBef>
                <a:spcPct val="0"/>
              </a:spcBef>
              <a:spcAft>
                <a:spcPct val="0"/>
              </a:spcAft>
              <a:buClrTx/>
              <a:buSzTx/>
              <a:buFontTx/>
              <a:buNone/>
              <a:tabLst/>
              <a:defRPr/>
            </a:pPr>
            <a:fld id="{A109F90D-BFEC-4F7D-AB5B-9185A4D85581}" type="slidenum">
              <a:rPr kumimoji="1" lang="en-US" sz="1200" b="0" i="0" u="none" strike="noStrike" kern="1200" cap="none" spc="0" normalizeH="0" baseline="0" noProof="0" smtClean="0">
                <a:ln>
                  <a:noFill/>
                </a:ln>
                <a:solidFill>
                  <a:srgbClr val="000000"/>
                </a:solidFill>
                <a:effectLst/>
                <a:uLnTx/>
                <a:uFillTx/>
                <a:latin typeface="Times New Roman" pitchFamily="18" charset="0"/>
                <a:ea typeface="ＭＳ Ｐゴシック" pitchFamily="50" charset="-128"/>
                <a:cs typeface="+mn-cs"/>
              </a:rPr>
              <a:pPr marL="0" marR="0" lvl="0" indent="0" algn="r" defTabSz="906140" rtl="0" eaLnBrk="1" fontAlgn="base" latinLnBrk="0" hangingPunct="1">
                <a:lnSpc>
                  <a:spcPct val="100000"/>
                </a:lnSpc>
                <a:spcBef>
                  <a:spcPct val="0"/>
                </a:spcBef>
                <a:spcAft>
                  <a:spcPct val="0"/>
                </a:spcAft>
                <a:buClrTx/>
                <a:buSzTx/>
                <a:buFontTx/>
                <a:buNone/>
                <a:tabLst/>
                <a:defRPr/>
              </a:pPr>
              <a:t>2</a:t>
            </a:fld>
            <a:endParaRPr kumimoji="1" lang="en-US" sz="1200" b="0" i="0" u="none" strike="noStrike" kern="1200" cap="none" spc="0" normalizeH="0" baseline="0" noProof="0" dirty="0">
              <a:ln>
                <a:noFill/>
              </a:ln>
              <a:solidFill>
                <a:srgbClr val="000000"/>
              </a:solidFill>
              <a:effectLst/>
              <a:uLnTx/>
              <a:uFillTx/>
              <a:latin typeface="Times New Roman" pitchFamily="18" charset="0"/>
              <a:ea typeface="ＭＳ Ｐゴシック" pitchFamily="50" charset="-128"/>
              <a:cs typeface="+mn-cs"/>
            </a:endParaRPr>
          </a:p>
        </p:txBody>
      </p:sp>
      <p:sp>
        <p:nvSpPr>
          <p:cNvPr id="5" name="ノート プレースホルダー 4"/>
          <p:cNvSpPr>
            <a:spLocks noGrp="1"/>
          </p:cNvSpPr>
          <p:nvPr>
            <p:ph type="body" sz="quarter" idx="1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kumimoji="1" lang="ja-JP" altLang="en-US" sz="700" b="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7115891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742950" y="2130425"/>
            <a:ext cx="8420100" cy="1470025"/>
          </a:xfrm>
        </p:spPr>
        <p:txBody>
          <a:bodyPr/>
          <a:lstStyle/>
          <a:p>
            <a:r>
              <a:rPr lang="ja-JP" altLang="en-US"/>
              <a:t>マスター タイトルの書式設定</a:t>
            </a:r>
          </a:p>
        </p:txBody>
      </p:sp>
      <p:sp>
        <p:nvSpPr>
          <p:cNvPr id="3" name="サブタイトル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a:t>マスター サブタイトルの書式設定</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638" y="4406900"/>
            <a:ext cx="8420100" cy="1362075"/>
          </a:xfrm>
        </p:spPr>
        <p:txBody>
          <a:bodyPr anchor="t"/>
          <a:lstStyle>
            <a:lvl1pPr algn="l">
              <a:defRPr sz="4000" b="1" cap="all"/>
            </a:lvl1pPr>
          </a:lstStyle>
          <a:p>
            <a:r>
              <a:rPr lang="ja-JP" altLang="en-US"/>
              <a:t>マスター タイトルの書式設定</a:t>
            </a:r>
          </a:p>
        </p:txBody>
      </p:sp>
      <p:sp>
        <p:nvSpPr>
          <p:cNvPr id="3" name="テキスト プレースホルダ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 2"/>
          <p:cNvSpPr>
            <a:spLocks noGrp="1"/>
          </p:cNvSpPr>
          <p:nvPr>
            <p:ph sz="half" idx="1"/>
          </p:nvPr>
        </p:nvSpPr>
        <p:spPr>
          <a:xfrm>
            <a:off x="742950" y="1981200"/>
            <a:ext cx="45053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5400675" y="1981200"/>
            <a:ext cx="45053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4638"/>
            <a:ext cx="8915400" cy="1143000"/>
          </a:xfrm>
        </p:spPr>
        <p:txBody>
          <a:bodyPr/>
          <a:lstStyle>
            <a:lvl1pPr>
              <a:defRPr/>
            </a:lvl1pPr>
          </a:lstStyle>
          <a:p>
            <a:r>
              <a:rPr lang="ja-JP" altLang="en-US"/>
              <a:t>マスター タイトルの書式設定</a:t>
            </a:r>
          </a:p>
        </p:txBody>
      </p:sp>
      <p:sp>
        <p:nvSpPr>
          <p:cNvPr id="3" name="テキスト プレースホルダ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3050"/>
            <a:ext cx="3259138" cy="1162050"/>
          </a:xfrm>
        </p:spPr>
        <p:txBody>
          <a:bodyPr anchor="b"/>
          <a:lstStyle>
            <a:lvl1pPr algn="l">
              <a:defRPr sz="2000" b="1"/>
            </a:lvl1pPr>
          </a:lstStyle>
          <a:p>
            <a:r>
              <a:rPr lang="ja-JP" altLang="en-US"/>
              <a:t>マスター タイトルの書式設定</a:t>
            </a:r>
          </a:p>
        </p:txBody>
      </p:sp>
      <p:sp>
        <p:nvSpPr>
          <p:cNvPr id="3" name="コンテンツ プレースホルダ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941513" y="4800600"/>
            <a:ext cx="5943600" cy="566738"/>
          </a:xfrm>
        </p:spPr>
        <p:txBody>
          <a:bodyPr anchor="b"/>
          <a:lstStyle>
            <a:lvl1pPr algn="l">
              <a:defRPr sz="2000" b="1"/>
            </a:lvl1pPr>
          </a:lstStyle>
          <a:p>
            <a:r>
              <a:rPr lang="ja-JP" altLang="en-US"/>
              <a:t>マスター タイトルの書式設定</a:t>
            </a:r>
          </a:p>
        </p:txBody>
      </p:sp>
      <p:sp>
        <p:nvSpPr>
          <p:cNvPr id="3" name="図プレースホルダ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7516813" y="333375"/>
            <a:ext cx="2389187" cy="5762625"/>
          </a:xfrm>
        </p:spPr>
        <p:txBody>
          <a:bodyPr vert="eaVert"/>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344488" y="333375"/>
            <a:ext cx="7019925" cy="5762625"/>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742950" y="2130425"/>
            <a:ext cx="8420100" cy="1470025"/>
          </a:xfrm>
        </p:spPr>
        <p:txBody>
          <a:bodyPr/>
          <a:lstStyle/>
          <a:p>
            <a:r>
              <a:rPr lang="ja-JP" altLang="en-US"/>
              <a:t>マスタ タイトルの書式設定</a:t>
            </a:r>
          </a:p>
        </p:txBody>
      </p:sp>
      <p:sp>
        <p:nvSpPr>
          <p:cNvPr id="3" name="サブタイトル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a:t>マスタ サブタイトルの書式設定</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idx="1"/>
          </p:nvPr>
        </p:nvSpPr>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638" y="4406900"/>
            <a:ext cx="8420100" cy="1362075"/>
          </a:xfr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 テキストの書式設定</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742950" y="1981200"/>
            <a:ext cx="45053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5400675" y="1981200"/>
            <a:ext cx="45053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4638"/>
            <a:ext cx="8915400" cy="1143000"/>
          </a:xfrm>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9"/>
          <p:cNvSpPr>
            <a:spLocks noGrp="1" noChangeArrowheads="1"/>
          </p:cNvSpPr>
          <p:nvPr>
            <p:ph type="ftr" sz="quarter" idx="10"/>
          </p:nvPr>
        </p:nvSpPr>
        <p:spPr>
          <a:ln/>
        </p:spPr>
        <p:txBody>
          <a:bodyPr/>
          <a:lstStyle>
            <a:lvl1pPr>
              <a:defRPr/>
            </a:lvl1pPr>
          </a:lstStyle>
          <a:p>
            <a:pPr>
              <a:defRPr/>
            </a:pPr>
            <a:endParaRPr lang="en-US"/>
          </a:p>
        </p:txBody>
      </p:sp>
      <p:sp>
        <p:nvSpPr>
          <p:cNvPr id="3" name="テキスト ボックス 2"/>
          <p:cNvSpPr txBox="1"/>
          <p:nvPr userDrawn="1"/>
        </p:nvSpPr>
        <p:spPr>
          <a:xfrm>
            <a:off x="1136576" y="1340768"/>
            <a:ext cx="2304256" cy="184666"/>
          </a:xfrm>
          <a:prstGeom prst="rect">
            <a:avLst/>
          </a:prstGeom>
          <a:solidFill>
            <a:schemeClr val="bg1"/>
          </a:solidFill>
        </p:spPr>
        <p:txBody>
          <a:bodyPr wrap="square" rtlCol="0">
            <a:spAutoFit/>
          </a:bodyPr>
          <a:lstStyle/>
          <a:p>
            <a:pPr algn="r"/>
            <a:endParaRPr kumimoji="1" lang="ja-JP" altLang="en-US" sz="600" dirty="0"/>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3050"/>
            <a:ext cx="3259138" cy="1162050"/>
          </a:xfr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941513" y="4800600"/>
            <a:ext cx="5943600" cy="566738"/>
          </a:xfr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a:p>
        </p:txBody>
      </p:sp>
      <p:sp>
        <p:nvSpPr>
          <p:cNvPr id="4" name="テキスト プレースホルダ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7516813" y="333375"/>
            <a:ext cx="2389187" cy="5762625"/>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344488" y="333375"/>
            <a:ext cx="7019925" cy="5762625"/>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6628" name="Rectangle 4"/>
          <p:cNvSpPr>
            <a:spLocks noGrp="1" noChangeArrowheads="1"/>
          </p:cNvSpPr>
          <p:nvPr>
            <p:ph type="ctrTitle" sz="quarter"/>
          </p:nvPr>
        </p:nvSpPr>
        <p:spPr>
          <a:xfrm>
            <a:off x="908050" y="2286000"/>
            <a:ext cx="8420100" cy="1143000"/>
          </a:xfrm>
          <a:prstGeom prst="rect">
            <a:avLst/>
          </a:prstGeom>
        </p:spPr>
        <p:txBody>
          <a:bodyPr/>
          <a:lstStyle>
            <a:lvl1pPr>
              <a:defRPr/>
            </a:lvl1pPr>
          </a:lstStyle>
          <a:p>
            <a:r>
              <a:rPr lang="ja-JP" altLang="en-US"/>
              <a:t>マスタ タイトルの書式設定</a:t>
            </a:r>
          </a:p>
        </p:txBody>
      </p:sp>
      <p:sp>
        <p:nvSpPr>
          <p:cNvPr id="26629" name="Rectangle 5"/>
          <p:cNvSpPr>
            <a:spLocks noGrp="1" noChangeArrowheads="1"/>
          </p:cNvSpPr>
          <p:nvPr>
            <p:ph type="subTitle" sz="quarter" idx="1"/>
          </p:nvPr>
        </p:nvSpPr>
        <p:spPr>
          <a:xfrm>
            <a:off x="2228850" y="4114800"/>
            <a:ext cx="6934200" cy="1754188"/>
          </a:xfrm>
        </p:spPr>
        <p:txBody>
          <a:bodyPr/>
          <a:lstStyle>
            <a:lvl1pPr marL="0" indent="0" algn="ctr">
              <a:buFont typeface="Wingdings" pitchFamily="2" charset="2"/>
              <a:buNone/>
              <a:defRPr b="0">
                <a:latin typeface="Times New Roman" pitchFamily="18" charset="0"/>
              </a:defRPr>
            </a:lvl1pPr>
          </a:lstStyle>
          <a:p>
            <a:r>
              <a:rPr lang="ja-JP" altLang="en-US"/>
              <a:t>マスタ サブタイトルの書式設定</a:t>
            </a:r>
          </a:p>
        </p:txBody>
      </p:sp>
      <p:sp>
        <p:nvSpPr>
          <p:cNvPr id="4" name="Rectangle 7"/>
          <p:cNvSpPr>
            <a:spLocks noGrp="1" noChangeArrowheads="1"/>
          </p:cNvSpPr>
          <p:nvPr>
            <p:ph type="ftr" sz="quarter" idx="10"/>
          </p:nvPr>
        </p:nvSpPr>
        <p:spPr/>
        <p:txBody>
          <a:bodyPr/>
          <a:lstStyle>
            <a:lvl1pPr>
              <a:defRPr/>
            </a:lvl1pPr>
          </a:lstStyle>
          <a:p>
            <a:pPr>
              <a:defRPr/>
            </a:pPr>
            <a:endParaRPr lang="en-US" altLang="ja-JP" dirty="0">
              <a:solidFill>
                <a:prstClr val="black"/>
              </a:solidFill>
            </a:endParaRPr>
          </a:p>
        </p:txBody>
      </p:sp>
      <p:sp>
        <p:nvSpPr>
          <p:cNvPr id="5" name="テキスト ボックス 6"/>
          <p:cNvSpPr txBox="1">
            <a:spLocks noChangeArrowheads="1"/>
          </p:cNvSpPr>
          <p:nvPr userDrawn="1"/>
        </p:nvSpPr>
        <p:spPr bwMode="auto">
          <a:xfrm>
            <a:off x="9407525" y="6562725"/>
            <a:ext cx="474663" cy="261938"/>
          </a:xfrm>
          <a:prstGeom prst="rect">
            <a:avLst/>
          </a:prstGeom>
          <a:noFill/>
          <a:ln>
            <a:noFill/>
          </a:ln>
        </p:spPr>
        <p:txBody>
          <a:bodyPr>
            <a:spAutoFit/>
          </a:bodyPr>
          <a:lstStyle>
            <a:lvl1pPr eaLnBrk="0" hangingPunct="0">
              <a:defRPr sz="1200">
                <a:solidFill>
                  <a:schemeClr val="tx1"/>
                </a:solidFill>
                <a:latin typeface="ＭＳ Ｐゴシック" pitchFamily="50" charset="-128"/>
                <a:ea typeface="ＭＳ Ｐゴシック" pitchFamily="50" charset="-128"/>
              </a:defRPr>
            </a:lvl1pPr>
            <a:lvl2pPr marL="742950" indent="-285750" eaLnBrk="0" hangingPunct="0">
              <a:defRPr sz="1200">
                <a:solidFill>
                  <a:schemeClr val="tx1"/>
                </a:solidFill>
                <a:latin typeface="ＭＳ Ｐゴシック" pitchFamily="50" charset="-128"/>
                <a:ea typeface="ＭＳ Ｐゴシック" pitchFamily="50" charset="-128"/>
              </a:defRPr>
            </a:lvl2pPr>
            <a:lvl3pPr marL="1143000" indent="-228600" eaLnBrk="0" hangingPunct="0">
              <a:defRPr sz="1200">
                <a:solidFill>
                  <a:schemeClr val="tx1"/>
                </a:solidFill>
                <a:latin typeface="ＭＳ Ｐゴシック" pitchFamily="50" charset="-128"/>
                <a:ea typeface="ＭＳ Ｐゴシック" pitchFamily="50" charset="-128"/>
              </a:defRPr>
            </a:lvl3pPr>
            <a:lvl4pPr marL="1600200" indent="-228600" eaLnBrk="0" hangingPunct="0">
              <a:defRPr sz="1200">
                <a:solidFill>
                  <a:schemeClr val="tx1"/>
                </a:solidFill>
                <a:latin typeface="ＭＳ Ｐゴシック" pitchFamily="50" charset="-128"/>
                <a:ea typeface="ＭＳ Ｐゴシック" pitchFamily="50" charset="-128"/>
              </a:defRPr>
            </a:lvl4pPr>
            <a:lvl5pPr marL="2057400" indent="-228600" eaLnBrk="0" hangingPunct="0">
              <a:defRPr sz="1200">
                <a:solidFill>
                  <a:schemeClr val="tx1"/>
                </a:solidFill>
                <a:latin typeface="ＭＳ Ｐゴシック" pitchFamily="50" charset="-128"/>
                <a:ea typeface="ＭＳ Ｐゴシック" pitchFamily="50" charset="-128"/>
              </a:defRPr>
            </a:lvl5pPr>
            <a:lvl6pPr marL="25146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6pPr>
            <a:lvl7pPr marL="29718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7pPr>
            <a:lvl8pPr marL="34290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8pPr>
            <a:lvl9pPr marL="38862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9pPr>
          </a:lstStyle>
          <a:p>
            <a:pPr algn="ctr" eaLnBrk="1" fontAlgn="ctr" hangingPunct="1">
              <a:lnSpc>
                <a:spcPct val="110000"/>
              </a:lnSpc>
              <a:spcBef>
                <a:spcPct val="10000"/>
              </a:spcBef>
              <a:spcAft>
                <a:spcPct val="10000"/>
              </a:spcAft>
              <a:buClr>
                <a:srgbClr val="647E9E"/>
              </a:buClr>
              <a:buSzPct val="80000"/>
              <a:buFont typeface="Wingdings" pitchFamily="2" charset="2"/>
              <a:buNone/>
              <a:defRPr/>
            </a:pPr>
            <a:fld id="{1A90D3D1-DAD7-4F5D-B8D9-FECF06E60720}" type="slidenum">
              <a:rPr kumimoji="0" lang="ja-JP" altLang="en-US" sz="1000" smtClean="0">
                <a:solidFill>
                  <a:srgbClr val="000000"/>
                </a:solidFill>
              </a:rPr>
              <a:pPr algn="ctr" eaLnBrk="1" fontAlgn="ctr" hangingPunct="1">
                <a:lnSpc>
                  <a:spcPct val="110000"/>
                </a:lnSpc>
                <a:spcBef>
                  <a:spcPct val="10000"/>
                </a:spcBef>
                <a:spcAft>
                  <a:spcPct val="10000"/>
                </a:spcAft>
                <a:buClr>
                  <a:srgbClr val="647E9E"/>
                </a:buClr>
                <a:buSzPct val="80000"/>
                <a:buFont typeface="Wingdings" pitchFamily="2" charset="2"/>
                <a:buNone/>
                <a:defRPr/>
              </a:pPr>
              <a:t>‹#›</a:t>
            </a:fld>
            <a:endParaRPr kumimoji="0" lang="ja-JP" altLang="en-US" sz="1000" dirty="0">
              <a:solidFill>
                <a:srgbClr val="000000"/>
              </a:solidFill>
            </a:endParaRPr>
          </a:p>
        </p:txBody>
      </p:sp>
    </p:spTree>
    <p:extLst>
      <p:ext uri="{BB962C8B-B14F-4D97-AF65-F5344CB8AC3E}">
        <p14:creationId xmlns:p14="http://schemas.microsoft.com/office/powerpoint/2010/main" val="2104248007"/>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742950" y="836712"/>
            <a:ext cx="8420100" cy="839788"/>
          </a:xfrm>
          <a:prstGeom prst="rect">
            <a:avLst/>
          </a:prstGeom>
        </p:spPr>
        <p:txBody>
          <a:bodyPr/>
          <a:lstStyle/>
          <a:p>
            <a:r>
              <a:rPr lang="ja-JP" altLang="en-US" dirty="0"/>
              <a:t>マスタ タイトルの書式設定</a:t>
            </a:r>
          </a:p>
        </p:txBody>
      </p:sp>
      <p:sp>
        <p:nvSpPr>
          <p:cNvPr id="3" name="コンテンツ プレースホルダ 2"/>
          <p:cNvSpPr>
            <a:spLocks noGrp="1"/>
          </p:cNvSpPr>
          <p:nvPr>
            <p:ph idx="1"/>
          </p:nvPr>
        </p:nvSpPr>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2701259053"/>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638" y="4406900"/>
            <a:ext cx="8420100" cy="1362075"/>
          </a:xfrm>
          <a:prstGeom prst="rect">
            <a:avLst/>
          </a:prstGeo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 テキストの書式設定</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1077368376"/>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344488" y="333375"/>
            <a:ext cx="8420100" cy="839788"/>
          </a:xfrm>
          <a:prstGeom prst="rect">
            <a:avLst/>
          </a:prstGeom>
        </p:spPr>
        <p:txBody>
          <a:bodyPr/>
          <a:lstStyle/>
          <a:p>
            <a:r>
              <a:rPr lang="ja-JP" altLang="en-US" dirty="0"/>
              <a:t>マスタ タイトルの書式設定</a:t>
            </a:r>
          </a:p>
        </p:txBody>
      </p:sp>
      <p:sp>
        <p:nvSpPr>
          <p:cNvPr id="3" name="コンテンツ プレースホルダ 2"/>
          <p:cNvSpPr>
            <a:spLocks noGrp="1"/>
          </p:cNvSpPr>
          <p:nvPr>
            <p:ph sz="half" idx="1"/>
          </p:nvPr>
        </p:nvSpPr>
        <p:spPr>
          <a:xfrm>
            <a:off x="742950" y="1981200"/>
            <a:ext cx="45053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5400675" y="1981200"/>
            <a:ext cx="45053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4282817704"/>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4638"/>
            <a:ext cx="8915400" cy="1143000"/>
          </a:xfrm>
          <a:prstGeom prst="rect">
            <a:avLst/>
          </a:prstGeom>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3083040506"/>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a:xfrm>
            <a:off x="344488" y="333375"/>
            <a:ext cx="8420100" cy="839788"/>
          </a:xfrm>
          <a:prstGeom prst="rect">
            <a:avLst/>
          </a:prstGeom>
        </p:spPr>
        <p:txBody>
          <a:bodyPr/>
          <a:lstStyle/>
          <a:p>
            <a:r>
              <a:rPr lang="ja-JP" altLang="en-US"/>
              <a:t>マスタ タイトルの書式設定</a:t>
            </a:r>
          </a:p>
        </p:txBody>
      </p:sp>
      <p:sp>
        <p:nvSpPr>
          <p:cNvPr id="3"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657118604"/>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5611283"/>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3050"/>
            <a:ext cx="3259138" cy="1162050"/>
          </a:xfrm>
          <a:prstGeom prst="rect">
            <a:avLst/>
          </a:prstGeo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3044500279"/>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941513" y="4800600"/>
            <a:ext cx="5943600" cy="566738"/>
          </a:xfrm>
          <a:prstGeom prst="rect">
            <a:avLst/>
          </a:prstGeo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dirty="0"/>
          </a:p>
        </p:txBody>
      </p:sp>
      <p:sp>
        <p:nvSpPr>
          <p:cNvPr id="4" name="テキスト プレースホルダ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3926715062"/>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a:xfrm>
            <a:off x="344488" y="333375"/>
            <a:ext cx="8420100" cy="839788"/>
          </a:xfrm>
          <a:prstGeom prst="rect">
            <a:avLst/>
          </a:prstGeom>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1547267655"/>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7516813" y="333375"/>
            <a:ext cx="2389187" cy="5762625"/>
          </a:xfrm>
          <a:prstGeom prst="rect">
            <a:avLst/>
          </a:prstGeo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344488" y="333375"/>
            <a:ext cx="7019925" cy="5762625"/>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4061306440"/>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type="objOnly" preserve="1">
  <p:cSld name="コンテンツ">
    <p:spTree>
      <p:nvGrpSpPr>
        <p:cNvPr id="1" name=""/>
        <p:cNvGrpSpPr/>
        <p:nvPr/>
      </p:nvGrpSpPr>
      <p:grpSpPr>
        <a:xfrm>
          <a:off x="0" y="0"/>
          <a:ext cx="0" cy="0"/>
          <a:chOff x="0" y="0"/>
          <a:chExt cx="0" cy="0"/>
        </a:xfrm>
      </p:grpSpPr>
      <p:sp>
        <p:nvSpPr>
          <p:cNvPr id="2" name="コンテンツ プレースホルダ 1"/>
          <p:cNvSpPr>
            <a:spLocks noGrp="1"/>
          </p:cNvSpPr>
          <p:nvPr>
            <p:ph/>
          </p:nvPr>
        </p:nvSpPr>
        <p:spPr>
          <a:xfrm>
            <a:off x="344488" y="333375"/>
            <a:ext cx="9561512" cy="5762625"/>
          </a:xfrm>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742398641"/>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4" name="Rectangle 56"/>
          <p:cNvSpPr>
            <a:spLocks noChangeArrowheads="1"/>
          </p:cNvSpPr>
          <p:nvPr userDrawn="1"/>
        </p:nvSpPr>
        <p:spPr bwMode="gray">
          <a:xfrm>
            <a:off x="0" y="5949950"/>
            <a:ext cx="9906000" cy="908050"/>
          </a:xfrm>
          <a:prstGeom prst="rect">
            <a:avLst/>
          </a:prstGeom>
          <a:gradFill rotWithShape="1">
            <a:gsLst>
              <a:gs pos="0">
                <a:srgbClr val="CCECFF">
                  <a:alpha val="4999"/>
                </a:srgbClr>
              </a:gs>
              <a:gs pos="100000">
                <a:srgbClr val="6699FF">
                  <a:alpha val="39998"/>
                </a:srgbClr>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5" name="AutoShape 17"/>
          <p:cNvSpPr>
            <a:spLocks noChangeArrowheads="1"/>
          </p:cNvSpPr>
          <p:nvPr/>
        </p:nvSpPr>
        <p:spPr bwMode="gray">
          <a:xfrm rot="10800000" flipH="1">
            <a:off x="4763" y="3398838"/>
            <a:ext cx="423862" cy="390525"/>
          </a:xfrm>
          <a:prstGeom prst="rtTriangle">
            <a:avLst/>
          </a:prstGeom>
          <a:solidFill>
            <a:schemeClr val="bg1"/>
          </a:solidFill>
          <a:ln w="9525">
            <a:solidFill>
              <a:schemeClr val="bg1"/>
            </a:solidFill>
            <a:miter lim="800000"/>
            <a:headEnd/>
            <a:tailEnd/>
          </a:ln>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6" name="Rectangle 54"/>
          <p:cNvSpPr>
            <a:spLocks noChangeArrowheads="1"/>
          </p:cNvSpPr>
          <p:nvPr userDrawn="1"/>
        </p:nvSpPr>
        <p:spPr bwMode="gray">
          <a:xfrm>
            <a:off x="703263" y="3502025"/>
            <a:ext cx="9164637" cy="71438"/>
          </a:xfrm>
          <a:prstGeom prst="rect">
            <a:avLst/>
          </a:prstGeom>
          <a:gradFill rotWithShape="1">
            <a:gsLst>
              <a:gs pos="0">
                <a:srgbClr val="6699FF"/>
              </a:gs>
              <a:gs pos="100000">
                <a:srgbClr val="CDDEFF">
                  <a:alpha val="71999"/>
                </a:srgbClr>
              </a:gs>
            </a:gsLst>
            <a:lin ang="18900000" scaled="1"/>
          </a:gradFill>
          <a:ln>
            <a:noFill/>
          </a:ln>
          <a:effectLst>
            <a:outerShdw dist="56796" dir="1593903"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7" name="Rectangle 49"/>
          <p:cNvSpPr>
            <a:spLocks noChangeArrowheads="1"/>
          </p:cNvSpPr>
          <p:nvPr userDrawn="1"/>
        </p:nvSpPr>
        <p:spPr bwMode="auto">
          <a:xfrm>
            <a:off x="1052513" y="2492375"/>
            <a:ext cx="233362" cy="1223963"/>
          </a:xfrm>
          <a:prstGeom prst="rect">
            <a:avLst/>
          </a:prstGeom>
          <a:gradFill rotWithShape="1">
            <a:gsLst>
              <a:gs pos="0">
                <a:srgbClr val="BED4FF"/>
              </a:gs>
              <a:gs pos="100000">
                <a:srgbClr val="578FFF"/>
              </a:gs>
            </a:gsLst>
            <a:lin ang="5400000" scaled="1"/>
          </a:gra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8" name="Rectangle 75" descr="横線"/>
          <p:cNvSpPr>
            <a:spLocks noChangeArrowheads="1"/>
          </p:cNvSpPr>
          <p:nvPr userDrawn="1"/>
        </p:nvSpPr>
        <p:spPr bwMode="auto">
          <a:xfrm>
            <a:off x="0" y="4763"/>
            <a:ext cx="9906000" cy="400050"/>
          </a:xfrm>
          <a:prstGeom prst="rect">
            <a:avLst/>
          </a:prstGeom>
          <a:pattFill prst="ltHorz">
            <a:fgClr>
              <a:srgbClr val="6699FF"/>
            </a:fgClr>
            <a:bgClr>
              <a:srgbClr val="E5EEFF"/>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r" eaLnBrk="1" hangingPunct="1">
              <a:defRPr/>
            </a:pPr>
            <a:endParaRPr lang="ja-JP" altLang="ja-JP" b="1">
              <a:solidFill>
                <a:prstClr val="white"/>
              </a:solidFill>
              <a:latin typeface="Century Gothic" pitchFamily="34" charset="0"/>
              <a:ea typeface="SimHei" pitchFamily="2" charset="-122"/>
            </a:endParaRPr>
          </a:p>
        </p:txBody>
      </p:sp>
      <p:sp>
        <p:nvSpPr>
          <p:cNvPr id="9" name="Rectangle 55"/>
          <p:cNvSpPr>
            <a:spLocks noChangeArrowheads="1"/>
          </p:cNvSpPr>
          <p:nvPr userDrawn="1"/>
        </p:nvSpPr>
        <p:spPr bwMode="gray">
          <a:xfrm>
            <a:off x="7927975" y="0"/>
            <a:ext cx="87313" cy="6851650"/>
          </a:xfrm>
          <a:prstGeom prst="rect">
            <a:avLst/>
          </a:prstGeom>
          <a:gradFill rotWithShape="1">
            <a:gsLst>
              <a:gs pos="0">
                <a:srgbClr val="6699FF"/>
              </a:gs>
              <a:gs pos="100000">
                <a:srgbClr val="CDDEFF">
                  <a:alpha val="71999"/>
                </a:srgbClr>
              </a:gs>
            </a:gsLst>
            <a:lin ang="18900000" scaled="1"/>
          </a:gra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grpSp>
        <p:nvGrpSpPr>
          <p:cNvPr id="10" name="Group 79"/>
          <p:cNvGrpSpPr>
            <a:grpSpLocks/>
          </p:cNvGrpSpPr>
          <p:nvPr userDrawn="1"/>
        </p:nvGrpSpPr>
        <p:grpSpPr bwMode="auto">
          <a:xfrm>
            <a:off x="168275" y="514350"/>
            <a:ext cx="647700" cy="647700"/>
            <a:chOff x="158" y="164"/>
            <a:chExt cx="545" cy="545"/>
          </a:xfrm>
        </p:grpSpPr>
        <p:sp>
          <p:nvSpPr>
            <p:cNvPr id="11" name="Rectangle 80"/>
            <p:cNvSpPr>
              <a:spLocks noChangeArrowheads="1"/>
            </p:cNvSpPr>
            <p:nvPr userDrawn="1"/>
          </p:nvSpPr>
          <p:spPr bwMode="auto">
            <a:xfrm rot="10800000">
              <a:off x="483" y="272"/>
              <a:ext cx="108" cy="108"/>
            </a:xfrm>
            <a:prstGeom prst="rect">
              <a:avLst/>
            </a:prstGeom>
            <a:solidFill>
              <a:srgbClr val="CDDE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12" name="Rectangle 81"/>
            <p:cNvSpPr>
              <a:spLocks noChangeArrowheads="1"/>
            </p:cNvSpPr>
            <p:nvPr userDrawn="1"/>
          </p:nvSpPr>
          <p:spPr bwMode="auto">
            <a:xfrm rot="10800000">
              <a:off x="374" y="380"/>
              <a:ext cx="108" cy="108"/>
            </a:xfrm>
            <a:prstGeom prst="rect">
              <a:avLst/>
            </a:prstGeom>
            <a:solidFill>
              <a:srgbClr val="E5EE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13" name="Rectangle 82"/>
            <p:cNvSpPr>
              <a:spLocks noChangeArrowheads="1"/>
            </p:cNvSpPr>
            <p:nvPr userDrawn="1"/>
          </p:nvSpPr>
          <p:spPr bwMode="auto">
            <a:xfrm rot="10800000">
              <a:off x="374" y="164"/>
              <a:ext cx="108" cy="108"/>
            </a:xfrm>
            <a:prstGeom prst="rect">
              <a:avLst/>
            </a:prstGeom>
            <a:solidFill>
              <a:srgbClr val="CDDE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14" name="Rectangle 83"/>
            <p:cNvSpPr>
              <a:spLocks noChangeArrowheads="1"/>
            </p:cNvSpPr>
            <p:nvPr userDrawn="1"/>
          </p:nvSpPr>
          <p:spPr bwMode="auto">
            <a:xfrm rot="10800000">
              <a:off x="266" y="272"/>
              <a:ext cx="108" cy="108"/>
            </a:xfrm>
            <a:prstGeom prst="rect">
              <a:avLst/>
            </a:prstGeom>
            <a:solidFill>
              <a:srgbClr val="CDDE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15" name="Rectangle 84"/>
            <p:cNvSpPr>
              <a:spLocks noChangeArrowheads="1"/>
            </p:cNvSpPr>
            <p:nvPr userDrawn="1"/>
          </p:nvSpPr>
          <p:spPr bwMode="auto">
            <a:xfrm rot="10800000">
              <a:off x="158" y="595"/>
              <a:ext cx="108" cy="108"/>
            </a:xfrm>
            <a:prstGeom prst="rect">
              <a:avLst/>
            </a:prstGeom>
            <a:solidFill>
              <a:srgbClr val="E5EE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16" name="Rectangle 85"/>
            <p:cNvSpPr>
              <a:spLocks noChangeArrowheads="1"/>
            </p:cNvSpPr>
            <p:nvPr userDrawn="1"/>
          </p:nvSpPr>
          <p:spPr bwMode="auto">
            <a:xfrm rot="10800000">
              <a:off x="158" y="164"/>
              <a:ext cx="108" cy="108"/>
            </a:xfrm>
            <a:prstGeom prst="rect">
              <a:avLst/>
            </a:prstGeom>
            <a:solidFill>
              <a:srgbClr val="6699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17" name="Rectangle 86"/>
            <p:cNvSpPr>
              <a:spLocks noChangeArrowheads="1"/>
            </p:cNvSpPr>
            <p:nvPr userDrawn="1"/>
          </p:nvSpPr>
          <p:spPr bwMode="auto">
            <a:xfrm rot="10800000">
              <a:off x="591" y="164"/>
              <a:ext cx="108" cy="108"/>
            </a:xfrm>
            <a:prstGeom prst="rect">
              <a:avLst/>
            </a:prstGeom>
            <a:solidFill>
              <a:srgbClr val="E5EE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18" name="Rectangle 87"/>
            <p:cNvSpPr>
              <a:spLocks noChangeArrowheads="1"/>
            </p:cNvSpPr>
            <p:nvPr userDrawn="1"/>
          </p:nvSpPr>
          <p:spPr bwMode="auto">
            <a:xfrm rot="10800000">
              <a:off x="266" y="489"/>
              <a:ext cx="108" cy="107"/>
            </a:xfrm>
            <a:prstGeom prst="rect">
              <a:avLst/>
            </a:prstGeom>
            <a:solidFill>
              <a:srgbClr val="CDDE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19" name="Rectangle 88"/>
            <p:cNvSpPr>
              <a:spLocks noChangeArrowheads="1"/>
            </p:cNvSpPr>
            <p:nvPr userDrawn="1"/>
          </p:nvSpPr>
          <p:spPr bwMode="auto">
            <a:xfrm rot="10800000">
              <a:off x="158" y="380"/>
              <a:ext cx="108" cy="108"/>
            </a:xfrm>
            <a:prstGeom prst="rect">
              <a:avLst/>
            </a:prstGeom>
            <a:solidFill>
              <a:srgbClr val="9FBF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20" name="Rectangle 89"/>
            <p:cNvSpPr>
              <a:spLocks noChangeArrowheads="1"/>
            </p:cNvSpPr>
            <p:nvPr userDrawn="1"/>
          </p:nvSpPr>
          <p:spPr bwMode="auto">
            <a:xfrm rot="10800000">
              <a:off x="593" y="380"/>
              <a:ext cx="108" cy="108"/>
            </a:xfrm>
            <a:prstGeom prst="rect">
              <a:avLst/>
            </a:prstGeom>
            <a:solidFill>
              <a:srgbClr val="CDDE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21" name="Rectangle 90"/>
            <p:cNvSpPr>
              <a:spLocks noChangeArrowheads="1"/>
            </p:cNvSpPr>
            <p:nvPr userDrawn="1"/>
          </p:nvSpPr>
          <p:spPr bwMode="auto">
            <a:xfrm rot="10800000">
              <a:off x="485" y="489"/>
              <a:ext cx="108" cy="107"/>
            </a:xfrm>
            <a:prstGeom prst="rect">
              <a:avLst/>
            </a:prstGeom>
            <a:solidFill>
              <a:srgbClr val="CDDE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22" name="Rectangle 91"/>
            <p:cNvSpPr>
              <a:spLocks noChangeArrowheads="1"/>
            </p:cNvSpPr>
            <p:nvPr userDrawn="1"/>
          </p:nvSpPr>
          <p:spPr bwMode="auto">
            <a:xfrm rot="10800000">
              <a:off x="377" y="595"/>
              <a:ext cx="108" cy="108"/>
            </a:xfrm>
            <a:prstGeom prst="rect">
              <a:avLst/>
            </a:prstGeom>
            <a:solidFill>
              <a:srgbClr val="9FBF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23" name="Rectangle 92"/>
            <p:cNvSpPr>
              <a:spLocks noChangeArrowheads="1"/>
            </p:cNvSpPr>
            <p:nvPr userDrawn="1"/>
          </p:nvSpPr>
          <p:spPr bwMode="auto">
            <a:xfrm rot="10800000">
              <a:off x="595" y="601"/>
              <a:ext cx="108" cy="108"/>
            </a:xfrm>
            <a:prstGeom prst="rect">
              <a:avLst/>
            </a:prstGeom>
            <a:solidFill>
              <a:srgbClr val="6699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grpSp>
      <p:sp>
        <p:nvSpPr>
          <p:cNvPr id="3115" name="Rectangle 43"/>
          <p:cNvSpPr>
            <a:spLocks noGrp="1" noChangeArrowheads="1"/>
          </p:cNvSpPr>
          <p:nvPr>
            <p:ph type="ctrTitle"/>
          </p:nvPr>
        </p:nvSpPr>
        <p:spPr>
          <a:xfrm>
            <a:off x="1064568" y="2246313"/>
            <a:ext cx="7256463" cy="1470025"/>
          </a:xfrm>
        </p:spPr>
        <p:txBody>
          <a:bodyPr/>
          <a:lstStyle>
            <a:lvl1pPr algn="ctr">
              <a:defRPr sz="2800" b="1"/>
            </a:lvl1pPr>
          </a:lstStyle>
          <a:p>
            <a:r>
              <a:rPr lang="ja-JP" altLang="en-US"/>
              <a:t>マスタ タイトルの書式設定</a:t>
            </a:r>
          </a:p>
        </p:txBody>
      </p:sp>
      <p:sp>
        <p:nvSpPr>
          <p:cNvPr id="3116" name="Rectangle 44"/>
          <p:cNvSpPr>
            <a:spLocks noGrp="1" noChangeArrowheads="1"/>
          </p:cNvSpPr>
          <p:nvPr>
            <p:ph type="subTitle" idx="1"/>
          </p:nvPr>
        </p:nvSpPr>
        <p:spPr>
          <a:xfrm>
            <a:off x="1485900" y="5445125"/>
            <a:ext cx="6934200" cy="431800"/>
          </a:xfrm>
        </p:spPr>
        <p:txBody>
          <a:bodyPr/>
          <a:lstStyle>
            <a:lvl1pPr marL="0" indent="0" algn="ctr">
              <a:buFontTx/>
              <a:buNone/>
              <a:defRPr sz="1600"/>
            </a:lvl1pPr>
          </a:lstStyle>
          <a:p>
            <a:r>
              <a:rPr lang="ja-JP" altLang="en-US"/>
              <a:t>マスタ サブタイトルの書式設定</a:t>
            </a:r>
          </a:p>
        </p:txBody>
      </p:sp>
      <p:sp>
        <p:nvSpPr>
          <p:cNvPr id="24" name="Rectangle 45"/>
          <p:cNvSpPr>
            <a:spLocks noGrp="1" noChangeArrowheads="1"/>
          </p:cNvSpPr>
          <p:nvPr>
            <p:ph type="dt" sz="half" idx="10"/>
          </p:nvPr>
        </p:nvSpPr>
        <p:spPr>
          <a:xfrm>
            <a:off x="1285875" y="6165850"/>
            <a:ext cx="2311400" cy="476250"/>
          </a:xfrm>
          <a:prstGeom prst="rect">
            <a:avLst/>
          </a:prstGeom>
        </p:spPr>
        <p:txBody>
          <a:bodyPr anchor="t"/>
          <a:lstStyle>
            <a:lvl1pPr>
              <a:defRPr/>
            </a:lvl1pPr>
          </a:lstStyle>
          <a:p>
            <a:pPr algn="ctr" fontAlgn="ctr">
              <a:lnSpc>
                <a:spcPct val="110000"/>
              </a:lnSpc>
              <a:spcBef>
                <a:spcPct val="10000"/>
              </a:spcBef>
              <a:spcAft>
                <a:spcPct val="10000"/>
              </a:spcAft>
              <a:buClr>
                <a:srgbClr val="647E9E"/>
              </a:buClr>
              <a:buSzPct val="80000"/>
              <a:buFont typeface="Wingdings" pitchFamily="2" charset="2"/>
              <a:buNone/>
              <a:defRPr/>
            </a:pPr>
            <a:endParaRPr lang="en-US" altLang="ja-JP">
              <a:solidFill>
                <a:prstClr val="black"/>
              </a:solidFill>
            </a:endParaRPr>
          </a:p>
        </p:txBody>
      </p:sp>
      <p:sp>
        <p:nvSpPr>
          <p:cNvPr id="25" name="Rectangle 46"/>
          <p:cNvSpPr>
            <a:spLocks noGrp="1" noChangeArrowheads="1"/>
          </p:cNvSpPr>
          <p:nvPr>
            <p:ph type="ftr" sz="quarter" idx="11"/>
          </p:nvPr>
        </p:nvSpPr>
        <p:spPr bwMode="auto">
          <a:xfrm>
            <a:off x="3376613" y="6165850"/>
            <a:ext cx="31369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a:defRPr sz="1400">
                <a:latin typeface="ＭＳ Ｐゴシック" pitchFamily="50" charset="-128"/>
                <a:ea typeface="ＭＳ Ｐゴシック" pitchFamily="50" charset="-128"/>
              </a:defRPr>
            </a:lvl1pPr>
          </a:lstStyle>
          <a:p>
            <a:pPr>
              <a:defRPr/>
            </a:pPr>
            <a:endParaRPr lang="en-US" altLang="ja-JP">
              <a:solidFill>
                <a:prstClr val="black"/>
              </a:solidFill>
            </a:endParaRPr>
          </a:p>
        </p:txBody>
      </p:sp>
    </p:spTree>
    <p:extLst>
      <p:ext uri="{BB962C8B-B14F-4D97-AF65-F5344CB8AC3E}">
        <p14:creationId xmlns:p14="http://schemas.microsoft.com/office/powerpoint/2010/main" val="358174957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4" name="Rectangle 165"/>
          <p:cNvSpPr>
            <a:spLocks noChangeArrowheads="1"/>
          </p:cNvSpPr>
          <p:nvPr userDrawn="1"/>
        </p:nvSpPr>
        <p:spPr bwMode="gray">
          <a:xfrm>
            <a:off x="0" y="6669088"/>
            <a:ext cx="9906000" cy="196850"/>
          </a:xfrm>
          <a:prstGeom prst="rect">
            <a:avLst/>
          </a:prstGeom>
          <a:gradFill rotWithShape="1">
            <a:gsLst>
              <a:gs pos="0">
                <a:srgbClr val="CCECFF">
                  <a:alpha val="4999"/>
                </a:srgbClr>
              </a:gs>
              <a:gs pos="100000">
                <a:srgbClr val="6699FF">
                  <a:alpha val="39998"/>
                </a:srgbClr>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5" name="Rectangle 172"/>
          <p:cNvSpPr>
            <a:spLocks noChangeArrowheads="1"/>
          </p:cNvSpPr>
          <p:nvPr userDrawn="1"/>
        </p:nvSpPr>
        <p:spPr bwMode="gray">
          <a:xfrm>
            <a:off x="273050" y="404813"/>
            <a:ext cx="9632950" cy="71437"/>
          </a:xfrm>
          <a:prstGeom prst="rect">
            <a:avLst/>
          </a:prstGeom>
          <a:gradFill rotWithShape="1">
            <a:gsLst>
              <a:gs pos="0">
                <a:schemeClr val="bg1">
                  <a:alpha val="71999"/>
                </a:schemeClr>
              </a:gs>
              <a:gs pos="100000">
                <a:srgbClr val="6699FF"/>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6" name="Rectangle 177"/>
          <p:cNvSpPr>
            <a:spLocks noChangeArrowheads="1"/>
          </p:cNvSpPr>
          <p:nvPr userDrawn="1"/>
        </p:nvSpPr>
        <p:spPr bwMode="auto">
          <a:xfrm>
            <a:off x="2289175" y="6337300"/>
            <a:ext cx="53467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en-US" altLang="ja-JP" sz="1000">
              <a:solidFill>
                <a:prstClr val="black"/>
              </a:solidFill>
            </a:endParaRPr>
          </a:p>
          <a:p>
            <a:pPr algn="ctr" eaLnBrk="1" hangingPunct="1">
              <a:defRPr/>
            </a:pPr>
            <a:endParaRPr lang="en-US" altLang="ja-JP" sz="1000">
              <a:solidFill>
                <a:prstClr val="black"/>
              </a:solidFill>
            </a:endParaRPr>
          </a:p>
        </p:txBody>
      </p:sp>
      <p:pic>
        <p:nvPicPr>
          <p:cNvPr id="7" name="図 8" descr="SinoComdir-logom2.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76225" y="22225"/>
            <a:ext cx="404813"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スライド番号プレースホルダ 3"/>
          <p:cNvSpPr>
            <a:spLocks noGrp="1"/>
          </p:cNvSpPr>
          <p:nvPr>
            <p:ph type="sldNum" sz="quarter" idx="10"/>
          </p:nvPr>
        </p:nvSpPr>
        <p:spPr>
          <a:xfrm>
            <a:off x="9409457" y="6633356"/>
            <a:ext cx="584103" cy="184150"/>
          </a:xfrm>
          <a:prstGeom prst="rect">
            <a:avLst/>
          </a:prstGeom>
        </p:spPr>
        <p:txBody>
          <a:bodyPr/>
          <a:lstStyle>
            <a:lvl1pPr>
              <a:defRPr/>
            </a:lvl1pPr>
          </a:lstStyle>
          <a:p>
            <a:pPr algn="ctr" fontAlgn="ctr">
              <a:lnSpc>
                <a:spcPct val="110000"/>
              </a:lnSpc>
              <a:spcBef>
                <a:spcPct val="10000"/>
              </a:spcBef>
              <a:spcAft>
                <a:spcPct val="10000"/>
              </a:spcAft>
              <a:buClr>
                <a:srgbClr val="647E9E"/>
              </a:buClr>
              <a:buSzPct val="80000"/>
              <a:buFont typeface="Wingdings" pitchFamily="2" charset="2"/>
              <a:buNone/>
              <a:defRPr/>
            </a:pPr>
            <a:fld id="{84D70646-AC34-4952-86F6-5152C004452E}" type="slidenum">
              <a:rPr lang="en-US" altLang="ja-JP" smtClean="0">
                <a:solidFill>
                  <a:prstClr val="black"/>
                </a:solidFill>
              </a:rPr>
              <a:pPr algn="ctr" fontAlgn="ctr">
                <a:lnSpc>
                  <a:spcPct val="110000"/>
                </a:lnSpc>
                <a:spcBef>
                  <a:spcPct val="10000"/>
                </a:spcBef>
                <a:spcAft>
                  <a:spcPct val="10000"/>
                </a:spcAft>
                <a:buClr>
                  <a:srgbClr val="647E9E"/>
                </a:buClr>
                <a:buSzPct val="80000"/>
                <a:buFont typeface="Wingdings" pitchFamily="2" charset="2"/>
                <a:buNone/>
                <a:defRPr/>
              </a:pPr>
              <a:t>‹#›</a:t>
            </a:fld>
            <a:endParaRPr lang="en-US" altLang="ja-JP" dirty="0">
              <a:solidFill>
                <a:prstClr val="black"/>
              </a:solidFill>
            </a:endParaRPr>
          </a:p>
        </p:txBody>
      </p:sp>
    </p:spTree>
    <p:extLst>
      <p:ext uri="{BB962C8B-B14F-4D97-AF65-F5344CB8AC3E}">
        <p14:creationId xmlns:p14="http://schemas.microsoft.com/office/powerpoint/2010/main" val="4114402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jpeg"/></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6"/>
          <p:cNvSpPr>
            <a:spLocks noGrp="1" noChangeArrowheads="1"/>
          </p:cNvSpPr>
          <p:nvPr>
            <p:ph type="title"/>
          </p:nvPr>
        </p:nvSpPr>
        <p:spPr bwMode="auto">
          <a:xfrm>
            <a:off x="344488" y="333375"/>
            <a:ext cx="8420100" cy="839788"/>
          </a:xfrm>
          <a:prstGeom prst="rect">
            <a:avLst/>
          </a:prstGeom>
          <a:noFill/>
          <a:ln w="9525">
            <a:noFill/>
            <a:miter lim="800000"/>
            <a:headEnd/>
            <a:tailEnd/>
          </a:ln>
        </p:spPr>
        <p:txBody>
          <a:bodyPr vert="horz" wrap="square" lIns="96395" tIns="48197" rIns="96395" bIns="48197" numCol="1" anchor="ctr" anchorCtr="0" compatLnSpc="1">
            <a:prstTxWarp prst="textNoShape">
              <a:avLst/>
            </a:prstTxWarp>
          </a:bodyPr>
          <a:lstStyle/>
          <a:p>
            <a:pPr lvl="0"/>
            <a:r>
              <a:rPr lang="ja-JP"/>
              <a:t>マスタ タイトルの書式設定</a:t>
            </a:r>
          </a:p>
        </p:txBody>
      </p:sp>
      <p:sp>
        <p:nvSpPr>
          <p:cNvPr id="1027" name="Rectangle 7"/>
          <p:cNvSpPr>
            <a:spLocks noGrp="1" noChangeArrowheads="1"/>
          </p:cNvSpPr>
          <p:nvPr>
            <p:ph type="body" idx="1"/>
          </p:nvPr>
        </p:nvSpPr>
        <p:spPr bwMode="auto">
          <a:xfrm>
            <a:off x="742950" y="1981200"/>
            <a:ext cx="9163050" cy="4114800"/>
          </a:xfrm>
          <a:prstGeom prst="rect">
            <a:avLst/>
          </a:prstGeom>
          <a:noFill/>
          <a:ln w="9525">
            <a:noFill/>
            <a:miter lim="800000"/>
            <a:headEnd/>
            <a:tailEnd/>
          </a:ln>
        </p:spPr>
        <p:txBody>
          <a:bodyPr vert="horz" wrap="square" lIns="96395" tIns="48197" rIns="96395" bIns="48197" numCol="1" anchor="t" anchorCtr="0" compatLnSpc="1">
            <a:prstTxWarp prst="textNoShape">
              <a:avLst/>
            </a:prstTxWarp>
          </a:bodyPr>
          <a:lstStyle/>
          <a:p>
            <a:pPr lvl="0"/>
            <a:r>
              <a:rPr lang="ja-JP"/>
              <a:t>マスタ テキストの書式設定</a:t>
            </a:r>
          </a:p>
          <a:p>
            <a:pPr lvl="1"/>
            <a:r>
              <a:rPr lang="ja-JP"/>
              <a:t>第 </a:t>
            </a:r>
            <a:r>
              <a:rPr lang="ja-JP" altLang="ja-JP"/>
              <a:t>2 </a:t>
            </a:r>
            <a:r>
              <a:rPr lang="ja-JP"/>
              <a:t>レベル</a:t>
            </a:r>
          </a:p>
          <a:p>
            <a:pPr lvl="2"/>
            <a:r>
              <a:rPr lang="ja-JP"/>
              <a:t>第 </a:t>
            </a:r>
            <a:r>
              <a:rPr lang="ja-JP" altLang="ja-JP"/>
              <a:t>3 </a:t>
            </a:r>
            <a:r>
              <a:rPr lang="ja-JP"/>
              <a:t>レベル</a:t>
            </a:r>
          </a:p>
          <a:p>
            <a:pPr lvl="3"/>
            <a:r>
              <a:rPr lang="ja-JP"/>
              <a:t>第 </a:t>
            </a:r>
            <a:r>
              <a:rPr lang="ja-JP" altLang="ja-JP"/>
              <a:t>4 </a:t>
            </a:r>
            <a:r>
              <a:rPr lang="ja-JP"/>
              <a:t>レベル</a:t>
            </a:r>
          </a:p>
          <a:p>
            <a:pPr lvl="4"/>
            <a:r>
              <a:rPr lang="ja-JP"/>
              <a:t>第 </a:t>
            </a:r>
            <a:r>
              <a:rPr lang="ja-JP" altLang="ja-JP"/>
              <a:t>5 </a:t>
            </a:r>
            <a:r>
              <a:rPr lang="ja-JP"/>
              <a:t>レベル</a:t>
            </a:r>
          </a:p>
        </p:txBody>
      </p:sp>
      <p:sp>
        <p:nvSpPr>
          <p:cNvPr id="1028" name="Rectangle 9"/>
          <p:cNvSpPr>
            <a:spLocks noGrp="1" noChangeArrowheads="1"/>
          </p:cNvSpPr>
          <p:nvPr>
            <p:ph type="ftr" sz="quarter" idx="3"/>
          </p:nvPr>
        </p:nvSpPr>
        <p:spPr bwMode="auto">
          <a:xfrm>
            <a:off x="3384550" y="6172200"/>
            <a:ext cx="3136900" cy="457200"/>
          </a:xfrm>
          <a:prstGeom prst="rect">
            <a:avLst/>
          </a:prstGeom>
          <a:noFill/>
          <a:ln w="9525">
            <a:noFill/>
            <a:miter lim="800000"/>
            <a:headEnd/>
            <a:tailEnd/>
          </a:ln>
        </p:spPr>
        <p:txBody>
          <a:bodyPr vert="horz" wrap="square" lIns="96395" tIns="48197" rIns="96395" bIns="48197" numCol="1" anchor="ctr" anchorCtr="0" compatLnSpc="1">
            <a:prstTxWarp prst="textNoShape">
              <a:avLst/>
            </a:prstTxWarp>
          </a:bodyPr>
          <a:lstStyle>
            <a:lvl1pPr algn="ctr">
              <a:defRPr kumimoji="0" sz="1400">
                <a:latin typeface="+mj-lt"/>
                <a:ea typeface="ＭＳ Ｐゴシック" pitchFamily="50" charset="-128"/>
              </a:defRPr>
            </a:lvl1pPr>
          </a:lstStyle>
          <a:p>
            <a:pPr>
              <a:defRPr/>
            </a:pPr>
            <a:endParaRPr lang="en-US"/>
          </a:p>
        </p:txBody>
      </p:sp>
      <p:sp>
        <p:nvSpPr>
          <p:cNvPr id="1029" name="Rectangle 26"/>
          <p:cNvSpPr>
            <a:spLocks noChangeArrowheads="1"/>
          </p:cNvSpPr>
          <p:nvPr/>
        </p:nvSpPr>
        <p:spPr bwMode="auto">
          <a:xfrm>
            <a:off x="273050" y="652463"/>
            <a:ext cx="9632950" cy="76200"/>
          </a:xfrm>
          <a:prstGeom prst="rect">
            <a:avLst/>
          </a:prstGeom>
          <a:solidFill>
            <a:srgbClr val="00CCFF"/>
          </a:solidFill>
          <a:ln w="9525">
            <a:noFill/>
            <a:miter lim="800000"/>
            <a:headEnd/>
            <a:tailEnd/>
          </a:ln>
        </p:spPr>
        <p:txBody>
          <a:bodyPr lIns="95729" tIns="47865" rIns="95729" bIns="47865"/>
          <a:lstStyle/>
          <a:p>
            <a:pPr defTabSz="957263">
              <a:defRPr/>
            </a:pPr>
            <a:endParaRPr kumimoji="0" lang="ja-JP" altLang="en-US" sz="2500">
              <a:latin typeface="Times New Roman" pitchFamily="18" charset="0"/>
              <a:ea typeface="ＭＳ Ｐゴシック" pitchFamily="50" charset="-128"/>
            </a:endParaRPr>
          </a:p>
        </p:txBody>
      </p:sp>
      <p:pic>
        <p:nvPicPr>
          <p:cNvPr id="1030" name="Picture 7"/>
          <p:cNvPicPr>
            <a:picLocks noChangeAspect="1" noChangeArrowheads="1"/>
          </p:cNvPicPr>
          <p:nvPr/>
        </p:nvPicPr>
        <p:blipFill>
          <a:blip r:embed="rId13"/>
          <a:srcRect/>
          <a:stretch>
            <a:fillRect/>
          </a:stretch>
        </p:blipFill>
        <p:spPr bwMode="auto">
          <a:xfrm>
            <a:off x="8374063" y="0"/>
            <a:ext cx="1531937" cy="627063"/>
          </a:xfrm>
          <a:prstGeom prst="rect">
            <a:avLst/>
          </a:prstGeom>
          <a:noFill/>
          <a:ln w="9525">
            <a:noFill/>
            <a:miter lim="800000"/>
            <a:headEnd/>
            <a:tailEnd/>
          </a:ln>
        </p:spPr>
      </p:pic>
      <p:sp>
        <p:nvSpPr>
          <p:cNvPr id="7" name="テキスト ボックス 6"/>
          <p:cNvSpPr txBox="1">
            <a:spLocks noChangeArrowheads="1"/>
          </p:cNvSpPr>
          <p:nvPr userDrawn="1"/>
        </p:nvSpPr>
        <p:spPr bwMode="auto">
          <a:xfrm>
            <a:off x="9407525" y="6562725"/>
            <a:ext cx="474663" cy="261938"/>
          </a:xfrm>
          <a:prstGeom prst="rect">
            <a:avLst/>
          </a:prstGeom>
          <a:noFill/>
          <a:ln>
            <a:noFill/>
          </a:ln>
        </p:spPr>
        <p:txBody>
          <a:bodyPr>
            <a:spAutoFit/>
          </a:bodyPr>
          <a:lstStyle>
            <a:lvl1pPr eaLnBrk="0" hangingPunct="0">
              <a:defRPr sz="1200">
                <a:solidFill>
                  <a:schemeClr val="tx1"/>
                </a:solidFill>
                <a:latin typeface="ＭＳ Ｐゴシック" pitchFamily="50" charset="-128"/>
                <a:ea typeface="ＭＳ Ｐゴシック" pitchFamily="50" charset="-128"/>
              </a:defRPr>
            </a:lvl1pPr>
            <a:lvl2pPr marL="742950" indent="-285750" eaLnBrk="0" hangingPunct="0">
              <a:defRPr sz="1200">
                <a:solidFill>
                  <a:schemeClr val="tx1"/>
                </a:solidFill>
                <a:latin typeface="ＭＳ Ｐゴシック" pitchFamily="50" charset="-128"/>
                <a:ea typeface="ＭＳ Ｐゴシック" pitchFamily="50" charset="-128"/>
              </a:defRPr>
            </a:lvl2pPr>
            <a:lvl3pPr marL="1143000" indent="-228600" eaLnBrk="0" hangingPunct="0">
              <a:defRPr sz="1200">
                <a:solidFill>
                  <a:schemeClr val="tx1"/>
                </a:solidFill>
                <a:latin typeface="ＭＳ Ｐゴシック" pitchFamily="50" charset="-128"/>
                <a:ea typeface="ＭＳ Ｐゴシック" pitchFamily="50" charset="-128"/>
              </a:defRPr>
            </a:lvl3pPr>
            <a:lvl4pPr marL="1600200" indent="-228600" eaLnBrk="0" hangingPunct="0">
              <a:defRPr sz="1200">
                <a:solidFill>
                  <a:schemeClr val="tx1"/>
                </a:solidFill>
                <a:latin typeface="ＭＳ Ｐゴシック" pitchFamily="50" charset="-128"/>
                <a:ea typeface="ＭＳ Ｐゴシック" pitchFamily="50" charset="-128"/>
              </a:defRPr>
            </a:lvl4pPr>
            <a:lvl5pPr marL="2057400" indent="-228600" eaLnBrk="0" hangingPunct="0">
              <a:defRPr sz="1200">
                <a:solidFill>
                  <a:schemeClr val="tx1"/>
                </a:solidFill>
                <a:latin typeface="ＭＳ Ｐゴシック" pitchFamily="50" charset="-128"/>
                <a:ea typeface="ＭＳ Ｐゴシック" pitchFamily="50" charset="-128"/>
              </a:defRPr>
            </a:lvl5pPr>
            <a:lvl6pPr marL="25146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6pPr>
            <a:lvl7pPr marL="29718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7pPr>
            <a:lvl8pPr marL="34290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8pPr>
            <a:lvl9pPr marL="38862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9pPr>
          </a:lstStyle>
          <a:p>
            <a:pPr algn="ctr" eaLnBrk="1" fontAlgn="ctr" hangingPunct="1">
              <a:lnSpc>
                <a:spcPct val="110000"/>
              </a:lnSpc>
              <a:spcBef>
                <a:spcPct val="10000"/>
              </a:spcBef>
              <a:spcAft>
                <a:spcPct val="10000"/>
              </a:spcAft>
              <a:buClr>
                <a:srgbClr val="647E9E"/>
              </a:buClr>
              <a:buSzPct val="80000"/>
              <a:buFont typeface="Wingdings" pitchFamily="2" charset="2"/>
              <a:buNone/>
              <a:defRPr/>
            </a:pPr>
            <a:fld id="{1A90D3D1-DAD7-4F5D-B8D9-FECF06E60720}" type="slidenum">
              <a:rPr kumimoji="0" lang="ja-JP" altLang="en-US" sz="1000" smtClean="0">
                <a:solidFill>
                  <a:srgbClr val="000000"/>
                </a:solidFill>
              </a:rPr>
              <a:pPr algn="ctr" eaLnBrk="1" fontAlgn="ctr" hangingPunct="1">
                <a:lnSpc>
                  <a:spcPct val="110000"/>
                </a:lnSpc>
                <a:spcBef>
                  <a:spcPct val="10000"/>
                </a:spcBef>
                <a:spcAft>
                  <a:spcPct val="10000"/>
                </a:spcAft>
                <a:buClr>
                  <a:srgbClr val="647E9E"/>
                </a:buClr>
                <a:buSzPct val="80000"/>
                <a:buFont typeface="Wingdings" pitchFamily="2" charset="2"/>
                <a:buNone/>
                <a:defRPr/>
              </a:pPr>
              <a:t>‹#›</a:t>
            </a:fld>
            <a:endParaRPr kumimoji="0" lang="ja-JP" altLang="en-US" sz="1000">
              <a:solidFill>
                <a:srgbClr val="000000"/>
              </a:solidFill>
            </a:endParaRPr>
          </a:p>
        </p:txBody>
      </p:sp>
    </p:spTree>
  </p:cSld>
  <p:clrMap bg1="lt1" tx1="dk1" bg2="lt2" tx2="dk2" accent1="accent1" accent2="accent2" accent3="accent3" accent4="accent4" accent5="accent5" accent6="accent6" hlink="hlink" folHlink="folHlink"/>
  <p:sldLayoutIdLst>
    <p:sldLayoutId id="2147486060" r:id="rId1"/>
    <p:sldLayoutId id="2147486061" r:id="rId2"/>
    <p:sldLayoutId id="2147486062" r:id="rId3"/>
    <p:sldLayoutId id="2147486063" r:id="rId4"/>
    <p:sldLayoutId id="2147486064" r:id="rId5"/>
    <p:sldLayoutId id="2147486065" r:id="rId6"/>
    <p:sldLayoutId id="2147486066" r:id="rId7"/>
    <p:sldLayoutId id="2147486067" r:id="rId8"/>
    <p:sldLayoutId id="2147486068" r:id="rId9"/>
    <p:sldLayoutId id="2147486069" r:id="rId10"/>
    <p:sldLayoutId id="2147486070" r:id="rId11"/>
  </p:sldLayoutIdLst>
  <p:transition spd="med"/>
  <p:txStyles>
    <p:titleStyle>
      <a:lvl1pPr algn="l" defTabSz="957263" rtl="0" eaLnBrk="1" fontAlgn="base" hangingPunct="1">
        <a:spcBef>
          <a:spcPct val="0"/>
        </a:spcBef>
        <a:spcAft>
          <a:spcPct val="0"/>
        </a:spcAft>
        <a:defRPr kumimoji="1" sz="3800" b="1">
          <a:solidFill>
            <a:schemeClr val="bg2"/>
          </a:solidFill>
          <a:latin typeface="+mj-lt"/>
          <a:ea typeface="+mj-ea"/>
          <a:cs typeface="+mj-cs"/>
        </a:defRPr>
      </a:lvl1pPr>
      <a:lvl2pPr algn="l" defTabSz="957263" rtl="0" eaLnBrk="1" fontAlgn="base" hangingPunct="1">
        <a:spcBef>
          <a:spcPct val="0"/>
        </a:spcBef>
        <a:spcAft>
          <a:spcPct val="0"/>
        </a:spcAft>
        <a:defRPr kumimoji="1" sz="3800" b="1">
          <a:solidFill>
            <a:schemeClr val="bg2"/>
          </a:solidFill>
          <a:latin typeface="Times New Roman" pitchFamily="18" charset="0"/>
          <a:ea typeface="ＭＳ Ｐゴシック" pitchFamily="50" charset="-128"/>
        </a:defRPr>
      </a:lvl2pPr>
      <a:lvl3pPr algn="l" defTabSz="957263" rtl="0" eaLnBrk="1" fontAlgn="base" hangingPunct="1">
        <a:spcBef>
          <a:spcPct val="0"/>
        </a:spcBef>
        <a:spcAft>
          <a:spcPct val="0"/>
        </a:spcAft>
        <a:defRPr kumimoji="1" sz="3800" b="1">
          <a:solidFill>
            <a:schemeClr val="bg2"/>
          </a:solidFill>
          <a:latin typeface="Times New Roman" pitchFamily="18" charset="0"/>
          <a:ea typeface="ＭＳ Ｐゴシック" pitchFamily="50" charset="-128"/>
        </a:defRPr>
      </a:lvl3pPr>
      <a:lvl4pPr algn="l" defTabSz="957263" rtl="0" eaLnBrk="1" fontAlgn="base" hangingPunct="1">
        <a:spcBef>
          <a:spcPct val="0"/>
        </a:spcBef>
        <a:spcAft>
          <a:spcPct val="0"/>
        </a:spcAft>
        <a:defRPr kumimoji="1" sz="3800" b="1">
          <a:solidFill>
            <a:schemeClr val="bg2"/>
          </a:solidFill>
          <a:latin typeface="Times New Roman" pitchFamily="18" charset="0"/>
          <a:ea typeface="ＭＳ Ｐゴシック" pitchFamily="50" charset="-128"/>
        </a:defRPr>
      </a:lvl4pPr>
      <a:lvl5pPr algn="l" defTabSz="957263" rtl="0" eaLnBrk="1" fontAlgn="base" hangingPunct="1">
        <a:spcBef>
          <a:spcPct val="0"/>
        </a:spcBef>
        <a:spcAft>
          <a:spcPct val="0"/>
        </a:spcAft>
        <a:defRPr kumimoji="1" sz="3800" b="1">
          <a:solidFill>
            <a:schemeClr val="bg2"/>
          </a:solidFill>
          <a:latin typeface="Times New Roman" pitchFamily="18" charset="0"/>
          <a:ea typeface="ＭＳ Ｐゴシック" pitchFamily="50" charset="-128"/>
        </a:defRPr>
      </a:lvl5pPr>
      <a:lvl6pPr marL="457200" algn="l" defTabSz="957263" rtl="0" eaLnBrk="1" fontAlgn="base" hangingPunct="1">
        <a:spcBef>
          <a:spcPct val="0"/>
        </a:spcBef>
        <a:spcAft>
          <a:spcPct val="0"/>
        </a:spcAft>
        <a:defRPr kumimoji="1" sz="3800" b="1">
          <a:solidFill>
            <a:schemeClr val="bg2"/>
          </a:solidFill>
          <a:latin typeface="Times New Roman" pitchFamily="18" charset="0"/>
          <a:ea typeface="ＭＳ Ｐゴシック" pitchFamily="50" charset="-128"/>
        </a:defRPr>
      </a:lvl6pPr>
      <a:lvl7pPr marL="914400" algn="l" defTabSz="957263" rtl="0" eaLnBrk="1" fontAlgn="base" hangingPunct="1">
        <a:spcBef>
          <a:spcPct val="0"/>
        </a:spcBef>
        <a:spcAft>
          <a:spcPct val="0"/>
        </a:spcAft>
        <a:defRPr kumimoji="1" sz="3800" b="1">
          <a:solidFill>
            <a:schemeClr val="bg2"/>
          </a:solidFill>
          <a:latin typeface="Times New Roman" pitchFamily="18" charset="0"/>
          <a:ea typeface="ＭＳ Ｐゴシック" pitchFamily="50" charset="-128"/>
        </a:defRPr>
      </a:lvl7pPr>
      <a:lvl8pPr marL="1371600" algn="l" defTabSz="957263" rtl="0" eaLnBrk="1" fontAlgn="base" hangingPunct="1">
        <a:spcBef>
          <a:spcPct val="0"/>
        </a:spcBef>
        <a:spcAft>
          <a:spcPct val="0"/>
        </a:spcAft>
        <a:defRPr kumimoji="1" sz="3800" b="1">
          <a:solidFill>
            <a:schemeClr val="bg2"/>
          </a:solidFill>
          <a:latin typeface="Times New Roman" pitchFamily="18" charset="0"/>
          <a:ea typeface="ＭＳ Ｐゴシック" pitchFamily="50" charset="-128"/>
        </a:defRPr>
      </a:lvl8pPr>
      <a:lvl9pPr marL="1828800" algn="l" defTabSz="957263" rtl="0" eaLnBrk="1" fontAlgn="base" hangingPunct="1">
        <a:spcBef>
          <a:spcPct val="0"/>
        </a:spcBef>
        <a:spcAft>
          <a:spcPct val="0"/>
        </a:spcAft>
        <a:defRPr kumimoji="1" sz="3800" b="1">
          <a:solidFill>
            <a:schemeClr val="bg2"/>
          </a:solidFill>
          <a:latin typeface="Times New Roman" pitchFamily="18" charset="0"/>
          <a:ea typeface="ＭＳ Ｐゴシック" pitchFamily="50" charset="-128"/>
        </a:defRPr>
      </a:lvl9pPr>
    </p:titleStyle>
    <p:bodyStyle>
      <a:lvl1pPr marL="358775" indent="-358775" algn="l" defTabSz="957263" rtl="0" eaLnBrk="1" fontAlgn="base" hangingPunct="1">
        <a:spcBef>
          <a:spcPct val="20000"/>
        </a:spcBef>
        <a:spcAft>
          <a:spcPct val="0"/>
        </a:spcAft>
        <a:buClr>
          <a:srgbClr val="33CCCC"/>
        </a:buClr>
        <a:buSzPct val="80000"/>
        <a:buFont typeface="Wingdings" pitchFamily="2" charset="2"/>
        <a:buChar char="l"/>
        <a:defRPr kumimoji="1" sz="3400" b="1">
          <a:solidFill>
            <a:schemeClr val="bg2"/>
          </a:solidFill>
          <a:latin typeface="+mn-lt"/>
          <a:ea typeface="+mn-ea"/>
          <a:cs typeface="+mn-cs"/>
        </a:defRPr>
      </a:lvl1pPr>
      <a:lvl2pPr marL="777875" indent="-298450" algn="l" defTabSz="957263" rtl="0" eaLnBrk="1" fontAlgn="base" hangingPunct="1">
        <a:spcBef>
          <a:spcPct val="20000"/>
        </a:spcBef>
        <a:spcAft>
          <a:spcPct val="0"/>
        </a:spcAft>
        <a:buClr>
          <a:srgbClr val="33CCCC"/>
        </a:buClr>
        <a:buChar char="–"/>
        <a:defRPr kumimoji="1" sz="3000" b="1">
          <a:solidFill>
            <a:schemeClr val="bg2"/>
          </a:solidFill>
          <a:latin typeface="+mn-lt"/>
          <a:ea typeface="+mn-ea"/>
        </a:defRPr>
      </a:lvl2pPr>
      <a:lvl3pPr marL="1196975" indent="-239713" algn="l" defTabSz="957263" rtl="0" eaLnBrk="1" fontAlgn="base" hangingPunct="1">
        <a:spcBef>
          <a:spcPct val="20000"/>
        </a:spcBef>
        <a:spcAft>
          <a:spcPct val="0"/>
        </a:spcAft>
        <a:buClr>
          <a:srgbClr val="33CCCC"/>
        </a:buClr>
        <a:buChar char="•"/>
        <a:defRPr kumimoji="1" sz="2500" b="1">
          <a:solidFill>
            <a:schemeClr val="bg2"/>
          </a:solidFill>
          <a:latin typeface="+mn-lt"/>
          <a:ea typeface="+mn-ea"/>
        </a:defRPr>
      </a:lvl3pPr>
      <a:lvl4pPr marL="1674813" indent="-238125" algn="l" defTabSz="957263" rtl="0" eaLnBrk="1" fontAlgn="base" hangingPunct="1">
        <a:spcBef>
          <a:spcPct val="20000"/>
        </a:spcBef>
        <a:spcAft>
          <a:spcPct val="0"/>
        </a:spcAft>
        <a:buClr>
          <a:srgbClr val="33CCCC"/>
        </a:buClr>
        <a:buChar char="–"/>
        <a:defRPr kumimoji="1" sz="1900" b="1">
          <a:solidFill>
            <a:schemeClr val="bg2"/>
          </a:solidFill>
          <a:latin typeface="+mn-lt"/>
          <a:ea typeface="+mn-ea"/>
        </a:defRPr>
      </a:lvl4pPr>
      <a:lvl5pPr marL="2155825" indent="-242888" algn="l" defTabSz="957263" rtl="0" eaLnBrk="1" fontAlgn="base" hangingPunct="1">
        <a:spcBef>
          <a:spcPct val="20000"/>
        </a:spcBef>
        <a:spcAft>
          <a:spcPct val="0"/>
        </a:spcAft>
        <a:buClr>
          <a:srgbClr val="33CCCC"/>
        </a:buClr>
        <a:buChar char="•"/>
        <a:defRPr kumimoji="1" sz="1900" b="1">
          <a:solidFill>
            <a:schemeClr val="bg2"/>
          </a:solidFill>
          <a:latin typeface="+mn-lt"/>
          <a:ea typeface="+mn-ea"/>
        </a:defRPr>
      </a:lvl5pPr>
      <a:lvl6pPr marL="2613025" indent="-242888" algn="l" defTabSz="957263" rtl="0" eaLnBrk="1" fontAlgn="base" hangingPunct="1">
        <a:spcBef>
          <a:spcPct val="20000"/>
        </a:spcBef>
        <a:spcAft>
          <a:spcPct val="0"/>
        </a:spcAft>
        <a:buClr>
          <a:srgbClr val="33CCCC"/>
        </a:buClr>
        <a:buChar char="•"/>
        <a:defRPr kumimoji="1" sz="1900" b="1">
          <a:solidFill>
            <a:schemeClr val="bg2"/>
          </a:solidFill>
          <a:latin typeface="+mn-lt"/>
          <a:ea typeface="+mn-ea"/>
        </a:defRPr>
      </a:lvl6pPr>
      <a:lvl7pPr marL="3070225" indent="-242888" algn="l" defTabSz="957263" rtl="0" eaLnBrk="1" fontAlgn="base" hangingPunct="1">
        <a:spcBef>
          <a:spcPct val="20000"/>
        </a:spcBef>
        <a:spcAft>
          <a:spcPct val="0"/>
        </a:spcAft>
        <a:buClr>
          <a:srgbClr val="33CCCC"/>
        </a:buClr>
        <a:buChar char="•"/>
        <a:defRPr kumimoji="1" sz="1900" b="1">
          <a:solidFill>
            <a:schemeClr val="bg2"/>
          </a:solidFill>
          <a:latin typeface="+mn-lt"/>
          <a:ea typeface="+mn-ea"/>
        </a:defRPr>
      </a:lvl7pPr>
      <a:lvl8pPr marL="3527425" indent="-242888" algn="l" defTabSz="957263" rtl="0" eaLnBrk="1" fontAlgn="base" hangingPunct="1">
        <a:spcBef>
          <a:spcPct val="20000"/>
        </a:spcBef>
        <a:spcAft>
          <a:spcPct val="0"/>
        </a:spcAft>
        <a:buClr>
          <a:srgbClr val="33CCCC"/>
        </a:buClr>
        <a:buChar char="•"/>
        <a:defRPr kumimoji="1" sz="1900" b="1">
          <a:solidFill>
            <a:schemeClr val="bg2"/>
          </a:solidFill>
          <a:latin typeface="+mn-lt"/>
          <a:ea typeface="+mn-ea"/>
        </a:defRPr>
      </a:lvl8pPr>
      <a:lvl9pPr marL="3984625" indent="-242888" algn="l" defTabSz="957263" rtl="0" eaLnBrk="1" fontAlgn="base" hangingPunct="1">
        <a:spcBef>
          <a:spcPct val="20000"/>
        </a:spcBef>
        <a:spcAft>
          <a:spcPct val="0"/>
        </a:spcAft>
        <a:buClr>
          <a:srgbClr val="33CCCC"/>
        </a:buClr>
        <a:buChar char="•"/>
        <a:defRPr kumimoji="1" sz="1900" b="1">
          <a:solidFill>
            <a:schemeClr val="bg2"/>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6"/>
          <p:cNvSpPr>
            <a:spLocks noChangeArrowheads="1"/>
          </p:cNvSpPr>
          <p:nvPr/>
        </p:nvSpPr>
        <p:spPr bwMode="auto">
          <a:xfrm>
            <a:off x="273050" y="652463"/>
            <a:ext cx="9632950" cy="76200"/>
          </a:xfrm>
          <a:prstGeom prst="rect">
            <a:avLst/>
          </a:prstGeom>
          <a:solidFill>
            <a:srgbClr val="00CCFF"/>
          </a:solidFill>
          <a:ln w="9525">
            <a:noFill/>
            <a:miter lim="800000"/>
            <a:headEnd/>
            <a:tailEnd/>
          </a:ln>
        </p:spPr>
        <p:txBody>
          <a:bodyPr lIns="95729" tIns="47865" rIns="95729" bIns="47865"/>
          <a:lstStyle/>
          <a:p>
            <a:pPr defTabSz="957263">
              <a:defRPr/>
            </a:pPr>
            <a:endParaRPr kumimoji="0" lang="ja-JP" altLang="en-US" sz="2500">
              <a:latin typeface="Times New Roman" pitchFamily="18" charset="0"/>
              <a:ea typeface="ＭＳ Ｐゴシック" pitchFamily="50" charset="-128"/>
            </a:endParaRPr>
          </a:p>
        </p:txBody>
      </p:sp>
      <p:pic>
        <p:nvPicPr>
          <p:cNvPr id="3075" name="Picture 7"/>
          <p:cNvPicPr>
            <a:picLocks noChangeAspect="1" noChangeArrowheads="1"/>
          </p:cNvPicPr>
          <p:nvPr/>
        </p:nvPicPr>
        <p:blipFill>
          <a:blip r:embed="rId13"/>
          <a:srcRect/>
          <a:stretch>
            <a:fillRect/>
          </a:stretch>
        </p:blipFill>
        <p:spPr bwMode="auto">
          <a:xfrm>
            <a:off x="8374063" y="0"/>
            <a:ext cx="1531937" cy="627063"/>
          </a:xfrm>
          <a:prstGeom prst="rect">
            <a:avLst/>
          </a:prstGeom>
          <a:noFill/>
          <a:ln w="9525">
            <a:noFill/>
            <a:miter lim="800000"/>
            <a:headEnd/>
            <a:tailEnd/>
          </a:ln>
        </p:spPr>
      </p:pic>
      <p:sp>
        <p:nvSpPr>
          <p:cNvPr id="3076" name="テキスト ボックス 6"/>
          <p:cNvSpPr txBox="1">
            <a:spLocks noChangeArrowheads="1"/>
          </p:cNvSpPr>
          <p:nvPr/>
        </p:nvSpPr>
        <p:spPr bwMode="auto">
          <a:xfrm>
            <a:off x="9407525" y="6562725"/>
            <a:ext cx="474663" cy="261938"/>
          </a:xfrm>
          <a:prstGeom prst="rect">
            <a:avLst/>
          </a:prstGeom>
          <a:noFill/>
          <a:ln>
            <a:noFill/>
          </a:ln>
        </p:spPr>
        <p:txBody>
          <a:bodyPr>
            <a:spAutoFit/>
          </a:bodyPr>
          <a:lstStyle>
            <a:lvl1pPr eaLnBrk="0" hangingPunct="0">
              <a:defRPr sz="1200">
                <a:solidFill>
                  <a:schemeClr val="tx1"/>
                </a:solidFill>
                <a:latin typeface="ＭＳ Ｐゴシック" pitchFamily="50" charset="-128"/>
                <a:ea typeface="ＭＳ Ｐゴシック" pitchFamily="50" charset="-128"/>
              </a:defRPr>
            </a:lvl1pPr>
            <a:lvl2pPr marL="742950" indent="-285750" eaLnBrk="0" hangingPunct="0">
              <a:defRPr sz="1200">
                <a:solidFill>
                  <a:schemeClr val="tx1"/>
                </a:solidFill>
                <a:latin typeface="ＭＳ Ｐゴシック" pitchFamily="50" charset="-128"/>
                <a:ea typeface="ＭＳ Ｐゴシック" pitchFamily="50" charset="-128"/>
              </a:defRPr>
            </a:lvl2pPr>
            <a:lvl3pPr marL="1143000" indent="-228600" eaLnBrk="0" hangingPunct="0">
              <a:defRPr sz="1200">
                <a:solidFill>
                  <a:schemeClr val="tx1"/>
                </a:solidFill>
                <a:latin typeface="ＭＳ Ｐゴシック" pitchFamily="50" charset="-128"/>
                <a:ea typeface="ＭＳ Ｐゴシック" pitchFamily="50" charset="-128"/>
              </a:defRPr>
            </a:lvl3pPr>
            <a:lvl4pPr marL="1600200" indent="-228600" eaLnBrk="0" hangingPunct="0">
              <a:defRPr sz="1200">
                <a:solidFill>
                  <a:schemeClr val="tx1"/>
                </a:solidFill>
                <a:latin typeface="ＭＳ Ｐゴシック" pitchFamily="50" charset="-128"/>
                <a:ea typeface="ＭＳ Ｐゴシック" pitchFamily="50" charset="-128"/>
              </a:defRPr>
            </a:lvl4pPr>
            <a:lvl5pPr marL="2057400" indent="-228600" eaLnBrk="0" hangingPunct="0">
              <a:defRPr sz="1200">
                <a:solidFill>
                  <a:schemeClr val="tx1"/>
                </a:solidFill>
                <a:latin typeface="ＭＳ Ｐゴシック" pitchFamily="50" charset="-128"/>
                <a:ea typeface="ＭＳ Ｐゴシック" pitchFamily="50" charset="-128"/>
              </a:defRPr>
            </a:lvl5pPr>
            <a:lvl6pPr marL="25146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6pPr>
            <a:lvl7pPr marL="29718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7pPr>
            <a:lvl8pPr marL="34290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8pPr>
            <a:lvl9pPr marL="38862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9pPr>
          </a:lstStyle>
          <a:p>
            <a:pPr algn="ctr" eaLnBrk="1" fontAlgn="ctr" hangingPunct="1">
              <a:lnSpc>
                <a:spcPct val="110000"/>
              </a:lnSpc>
              <a:spcBef>
                <a:spcPct val="10000"/>
              </a:spcBef>
              <a:spcAft>
                <a:spcPct val="10000"/>
              </a:spcAft>
              <a:buClr>
                <a:srgbClr val="647E9E"/>
              </a:buClr>
              <a:buSzPct val="80000"/>
              <a:buFont typeface="Wingdings" pitchFamily="2" charset="2"/>
              <a:buNone/>
              <a:defRPr/>
            </a:pPr>
            <a:fld id="{1A90D3D1-DAD7-4F5D-B8D9-FECF06E60720}" type="slidenum">
              <a:rPr kumimoji="0" lang="ja-JP" altLang="en-US" sz="1000" smtClean="0"/>
              <a:pPr algn="ctr" eaLnBrk="1" fontAlgn="ctr" hangingPunct="1">
                <a:lnSpc>
                  <a:spcPct val="110000"/>
                </a:lnSpc>
                <a:spcBef>
                  <a:spcPct val="10000"/>
                </a:spcBef>
                <a:spcAft>
                  <a:spcPct val="10000"/>
                </a:spcAft>
                <a:buClr>
                  <a:srgbClr val="647E9E"/>
                </a:buClr>
                <a:buSzPct val="80000"/>
                <a:buFont typeface="Wingdings" pitchFamily="2" charset="2"/>
                <a:buNone/>
                <a:defRPr/>
              </a:pPr>
              <a:t>‹#›</a:t>
            </a:fld>
            <a:endParaRPr kumimoji="0" lang="ja-JP" altLang="en-US" sz="1000"/>
          </a:p>
        </p:txBody>
      </p:sp>
      <p:sp>
        <p:nvSpPr>
          <p:cNvPr id="3077" name="Rectangle 6"/>
          <p:cNvSpPr>
            <a:spLocks noGrp="1" noChangeArrowheads="1"/>
          </p:cNvSpPr>
          <p:nvPr>
            <p:ph type="title"/>
          </p:nvPr>
        </p:nvSpPr>
        <p:spPr bwMode="auto">
          <a:xfrm>
            <a:off x="344488" y="333375"/>
            <a:ext cx="8420100" cy="839788"/>
          </a:xfrm>
          <a:prstGeom prst="rect">
            <a:avLst/>
          </a:prstGeom>
          <a:noFill/>
          <a:ln w="9525">
            <a:noFill/>
            <a:miter lim="800000"/>
            <a:headEnd/>
            <a:tailEnd/>
          </a:ln>
        </p:spPr>
        <p:txBody>
          <a:bodyPr vert="horz" wrap="square" lIns="96395" tIns="48197" rIns="96395" bIns="48197" numCol="1" anchor="ctr" anchorCtr="0" compatLnSpc="1">
            <a:prstTxWarp prst="textNoShape">
              <a:avLst/>
            </a:prstTxWarp>
          </a:bodyPr>
          <a:lstStyle/>
          <a:p>
            <a:pPr lvl="0"/>
            <a:r>
              <a:rPr lang="ja-JP"/>
              <a:t>マスタ タイトルの書式設定</a:t>
            </a:r>
          </a:p>
        </p:txBody>
      </p:sp>
      <p:sp>
        <p:nvSpPr>
          <p:cNvPr id="3078" name="Rectangle 7"/>
          <p:cNvSpPr>
            <a:spLocks noGrp="1" noChangeArrowheads="1"/>
          </p:cNvSpPr>
          <p:nvPr>
            <p:ph type="body" idx="1"/>
          </p:nvPr>
        </p:nvSpPr>
        <p:spPr bwMode="auto">
          <a:xfrm>
            <a:off x="742950" y="1981200"/>
            <a:ext cx="9163050" cy="4114800"/>
          </a:xfrm>
          <a:prstGeom prst="rect">
            <a:avLst/>
          </a:prstGeom>
          <a:noFill/>
          <a:ln w="9525">
            <a:noFill/>
            <a:miter lim="800000"/>
            <a:headEnd/>
            <a:tailEnd/>
          </a:ln>
        </p:spPr>
        <p:txBody>
          <a:bodyPr vert="horz" wrap="square" lIns="96395" tIns="48197" rIns="96395" bIns="48197" numCol="1" anchor="t" anchorCtr="0" compatLnSpc="1">
            <a:prstTxWarp prst="textNoShape">
              <a:avLst/>
            </a:prstTxWarp>
          </a:bodyPr>
          <a:lstStyle/>
          <a:p>
            <a:pPr lvl="0"/>
            <a:r>
              <a:rPr lang="ja-JP"/>
              <a:t>マスタ テキストの書式設定</a:t>
            </a:r>
          </a:p>
          <a:p>
            <a:pPr lvl="1"/>
            <a:r>
              <a:rPr lang="ja-JP"/>
              <a:t>第 </a:t>
            </a:r>
            <a:r>
              <a:rPr lang="ja-JP" altLang="ja-JP"/>
              <a:t>2 </a:t>
            </a:r>
            <a:r>
              <a:rPr lang="ja-JP"/>
              <a:t>レベル</a:t>
            </a:r>
          </a:p>
          <a:p>
            <a:pPr lvl="2"/>
            <a:r>
              <a:rPr lang="ja-JP"/>
              <a:t>第 </a:t>
            </a:r>
            <a:r>
              <a:rPr lang="ja-JP" altLang="ja-JP"/>
              <a:t>3 </a:t>
            </a:r>
            <a:r>
              <a:rPr lang="ja-JP"/>
              <a:t>レベル</a:t>
            </a:r>
          </a:p>
          <a:p>
            <a:pPr lvl="3"/>
            <a:r>
              <a:rPr lang="ja-JP"/>
              <a:t>第 </a:t>
            </a:r>
            <a:r>
              <a:rPr lang="ja-JP" altLang="ja-JP"/>
              <a:t>4 </a:t>
            </a:r>
            <a:r>
              <a:rPr lang="ja-JP"/>
              <a:t>レベル</a:t>
            </a:r>
          </a:p>
          <a:p>
            <a:pPr lvl="4"/>
            <a:r>
              <a:rPr lang="ja-JP"/>
              <a:t>第 </a:t>
            </a:r>
            <a:r>
              <a:rPr lang="ja-JP" altLang="ja-JP"/>
              <a:t>5 </a:t>
            </a:r>
            <a:r>
              <a:rPr lang="ja-JP"/>
              <a:t>レベル</a:t>
            </a:r>
          </a:p>
        </p:txBody>
      </p:sp>
      <p:sp>
        <p:nvSpPr>
          <p:cNvPr id="3079" name="Rectangle 9"/>
          <p:cNvSpPr>
            <a:spLocks noGrp="1" noChangeArrowheads="1"/>
          </p:cNvSpPr>
          <p:nvPr>
            <p:ph type="ftr" sz="quarter" idx="3"/>
          </p:nvPr>
        </p:nvSpPr>
        <p:spPr bwMode="auto">
          <a:xfrm>
            <a:off x="3384550" y="6172200"/>
            <a:ext cx="3136900" cy="457200"/>
          </a:xfrm>
          <a:prstGeom prst="rect">
            <a:avLst/>
          </a:prstGeom>
          <a:noFill/>
          <a:ln w="9525">
            <a:noFill/>
            <a:miter lim="800000"/>
            <a:headEnd/>
            <a:tailEnd/>
          </a:ln>
        </p:spPr>
        <p:txBody>
          <a:bodyPr vert="horz" wrap="square" lIns="96395" tIns="48197" rIns="96395" bIns="48197" numCol="1" anchor="ctr" anchorCtr="0" compatLnSpc="1">
            <a:prstTxWarp prst="textNoShape">
              <a:avLst/>
            </a:prstTxWarp>
          </a:bodyPr>
          <a:lstStyle>
            <a:lvl1pPr algn="ctr">
              <a:defRPr kumimoji="0" sz="1400">
                <a:latin typeface="+mj-lt"/>
                <a:ea typeface="ＭＳ Ｐゴシック" pitchFamily="50" charset="-128"/>
              </a:defRPr>
            </a:lvl1pPr>
          </a:lstStyle>
          <a:p>
            <a:pPr>
              <a:defRPr/>
            </a:pPr>
            <a:endParaRPr lang="en-US"/>
          </a:p>
        </p:txBody>
      </p:sp>
    </p:spTree>
  </p:cSld>
  <p:clrMap bg1="lt1" tx1="dk1" bg2="lt2" tx2="dk2" accent1="accent1" accent2="accent2" accent3="accent3" accent4="accent4" accent5="accent5" accent6="accent6" hlink="hlink" folHlink="folHlink"/>
  <p:sldLayoutIdLst>
    <p:sldLayoutId id="2147486082" r:id="rId1"/>
    <p:sldLayoutId id="2147486083" r:id="rId2"/>
    <p:sldLayoutId id="2147486084" r:id="rId3"/>
    <p:sldLayoutId id="2147486085" r:id="rId4"/>
    <p:sldLayoutId id="2147486086" r:id="rId5"/>
    <p:sldLayoutId id="2147486087" r:id="rId6"/>
    <p:sldLayoutId id="2147486088" r:id="rId7"/>
    <p:sldLayoutId id="2147486089" r:id="rId8"/>
    <p:sldLayoutId id="2147486090" r:id="rId9"/>
    <p:sldLayoutId id="2147486091" r:id="rId10"/>
    <p:sldLayoutId id="2147486092" r:id="rId11"/>
  </p:sldLayoutIdLst>
  <p:transition spd="med"/>
  <p:txStyles>
    <p:titleStyle>
      <a:lvl1pPr algn="l" defTabSz="957263" rtl="0" eaLnBrk="0" fontAlgn="base" hangingPunct="0">
        <a:spcBef>
          <a:spcPct val="0"/>
        </a:spcBef>
        <a:spcAft>
          <a:spcPct val="0"/>
        </a:spcAft>
        <a:defRPr sz="3800" b="1">
          <a:solidFill>
            <a:schemeClr val="bg2"/>
          </a:solidFill>
          <a:latin typeface="+mj-lt"/>
          <a:ea typeface="+mj-ea"/>
          <a:cs typeface="+mj-cs"/>
        </a:defRPr>
      </a:lvl1pPr>
      <a:lvl2pPr algn="l" defTabSz="957263" rtl="0" eaLnBrk="0" fontAlgn="base" hangingPunct="0">
        <a:spcBef>
          <a:spcPct val="0"/>
        </a:spcBef>
        <a:spcAft>
          <a:spcPct val="0"/>
        </a:spcAft>
        <a:defRPr sz="3800" b="1">
          <a:solidFill>
            <a:schemeClr val="bg2"/>
          </a:solidFill>
          <a:latin typeface="Times New Roman" pitchFamily="18" charset="0"/>
          <a:ea typeface="ＭＳ Ｐゴシック" pitchFamily="50" charset="-128"/>
        </a:defRPr>
      </a:lvl2pPr>
      <a:lvl3pPr algn="l" defTabSz="957263" rtl="0" eaLnBrk="0" fontAlgn="base" hangingPunct="0">
        <a:spcBef>
          <a:spcPct val="0"/>
        </a:spcBef>
        <a:spcAft>
          <a:spcPct val="0"/>
        </a:spcAft>
        <a:defRPr sz="3800" b="1">
          <a:solidFill>
            <a:schemeClr val="bg2"/>
          </a:solidFill>
          <a:latin typeface="Times New Roman" pitchFamily="18" charset="0"/>
          <a:ea typeface="ＭＳ Ｐゴシック" pitchFamily="50" charset="-128"/>
        </a:defRPr>
      </a:lvl3pPr>
      <a:lvl4pPr algn="l" defTabSz="957263" rtl="0" eaLnBrk="0" fontAlgn="base" hangingPunct="0">
        <a:spcBef>
          <a:spcPct val="0"/>
        </a:spcBef>
        <a:spcAft>
          <a:spcPct val="0"/>
        </a:spcAft>
        <a:defRPr sz="3800" b="1">
          <a:solidFill>
            <a:schemeClr val="bg2"/>
          </a:solidFill>
          <a:latin typeface="Times New Roman" pitchFamily="18" charset="0"/>
          <a:ea typeface="ＭＳ Ｐゴシック" pitchFamily="50" charset="-128"/>
        </a:defRPr>
      </a:lvl4pPr>
      <a:lvl5pPr algn="l" defTabSz="957263" rtl="0" eaLnBrk="0" fontAlgn="base" hangingPunct="0">
        <a:spcBef>
          <a:spcPct val="0"/>
        </a:spcBef>
        <a:spcAft>
          <a:spcPct val="0"/>
        </a:spcAft>
        <a:defRPr sz="3800" b="1">
          <a:solidFill>
            <a:schemeClr val="bg2"/>
          </a:solidFill>
          <a:latin typeface="Times New Roman" pitchFamily="18" charset="0"/>
          <a:ea typeface="ＭＳ Ｐゴシック" pitchFamily="50" charset="-128"/>
        </a:defRPr>
      </a:lvl5pPr>
      <a:lvl6pPr marL="457200" algn="l" defTabSz="957263" rtl="0" eaLnBrk="0" fontAlgn="base" hangingPunct="0">
        <a:spcBef>
          <a:spcPct val="0"/>
        </a:spcBef>
        <a:spcAft>
          <a:spcPct val="0"/>
        </a:spcAft>
        <a:defRPr sz="3800" b="1">
          <a:solidFill>
            <a:schemeClr val="bg2"/>
          </a:solidFill>
          <a:latin typeface="Times New Roman" pitchFamily="18" charset="0"/>
          <a:ea typeface="ＭＳ Ｐゴシック" pitchFamily="50" charset="-128"/>
        </a:defRPr>
      </a:lvl6pPr>
      <a:lvl7pPr marL="914400" algn="l" defTabSz="957263" rtl="0" eaLnBrk="0" fontAlgn="base" hangingPunct="0">
        <a:spcBef>
          <a:spcPct val="0"/>
        </a:spcBef>
        <a:spcAft>
          <a:spcPct val="0"/>
        </a:spcAft>
        <a:defRPr sz="3800" b="1">
          <a:solidFill>
            <a:schemeClr val="bg2"/>
          </a:solidFill>
          <a:latin typeface="Times New Roman" pitchFamily="18" charset="0"/>
          <a:ea typeface="ＭＳ Ｐゴシック" pitchFamily="50" charset="-128"/>
        </a:defRPr>
      </a:lvl7pPr>
      <a:lvl8pPr marL="1371600" algn="l" defTabSz="957263" rtl="0" eaLnBrk="0" fontAlgn="base" hangingPunct="0">
        <a:spcBef>
          <a:spcPct val="0"/>
        </a:spcBef>
        <a:spcAft>
          <a:spcPct val="0"/>
        </a:spcAft>
        <a:defRPr sz="3800" b="1">
          <a:solidFill>
            <a:schemeClr val="bg2"/>
          </a:solidFill>
          <a:latin typeface="Times New Roman" pitchFamily="18" charset="0"/>
          <a:ea typeface="ＭＳ Ｐゴシック" pitchFamily="50" charset="-128"/>
        </a:defRPr>
      </a:lvl8pPr>
      <a:lvl9pPr marL="1828800" algn="l" defTabSz="957263" rtl="0" eaLnBrk="0" fontAlgn="base" hangingPunct="0">
        <a:spcBef>
          <a:spcPct val="0"/>
        </a:spcBef>
        <a:spcAft>
          <a:spcPct val="0"/>
        </a:spcAft>
        <a:defRPr sz="3800" b="1">
          <a:solidFill>
            <a:schemeClr val="bg2"/>
          </a:solidFill>
          <a:latin typeface="Times New Roman" pitchFamily="18" charset="0"/>
          <a:ea typeface="ＭＳ Ｐゴシック" pitchFamily="50" charset="-128"/>
        </a:defRPr>
      </a:lvl9pPr>
    </p:titleStyle>
    <p:bodyStyle>
      <a:lvl1pPr marL="358775" indent="-358775" algn="l" defTabSz="957263" rtl="0" eaLnBrk="0" fontAlgn="base" hangingPunct="0">
        <a:spcBef>
          <a:spcPct val="20000"/>
        </a:spcBef>
        <a:spcAft>
          <a:spcPct val="0"/>
        </a:spcAft>
        <a:buClr>
          <a:srgbClr val="33CCCC"/>
        </a:buClr>
        <a:buSzPct val="80000"/>
        <a:buFont typeface="Wingdings" pitchFamily="2" charset="2"/>
        <a:buChar char="l"/>
        <a:defRPr sz="3400" b="1">
          <a:solidFill>
            <a:schemeClr val="bg2"/>
          </a:solidFill>
          <a:latin typeface="+mn-lt"/>
          <a:ea typeface="+mn-ea"/>
          <a:cs typeface="+mn-cs"/>
        </a:defRPr>
      </a:lvl1pPr>
      <a:lvl2pPr marL="777875" indent="-298450" algn="l" defTabSz="957263" rtl="0" eaLnBrk="0" fontAlgn="base" hangingPunct="0">
        <a:spcBef>
          <a:spcPct val="20000"/>
        </a:spcBef>
        <a:spcAft>
          <a:spcPct val="0"/>
        </a:spcAft>
        <a:buClr>
          <a:srgbClr val="33CCCC"/>
        </a:buClr>
        <a:buChar char="–"/>
        <a:defRPr sz="3000" b="1">
          <a:solidFill>
            <a:schemeClr val="bg2"/>
          </a:solidFill>
          <a:latin typeface="+mn-lt"/>
          <a:ea typeface="+mn-ea"/>
        </a:defRPr>
      </a:lvl2pPr>
      <a:lvl3pPr marL="1196975" indent="-239713" algn="l" defTabSz="957263" rtl="0" eaLnBrk="0" fontAlgn="base" hangingPunct="0">
        <a:spcBef>
          <a:spcPct val="20000"/>
        </a:spcBef>
        <a:spcAft>
          <a:spcPct val="0"/>
        </a:spcAft>
        <a:buClr>
          <a:srgbClr val="33CCCC"/>
        </a:buClr>
        <a:buChar char="•"/>
        <a:defRPr sz="2500" b="1">
          <a:solidFill>
            <a:schemeClr val="bg2"/>
          </a:solidFill>
          <a:latin typeface="+mn-lt"/>
          <a:ea typeface="+mn-ea"/>
        </a:defRPr>
      </a:lvl3pPr>
      <a:lvl4pPr marL="1674813" indent="-238125" algn="l" defTabSz="957263" rtl="0" eaLnBrk="0" fontAlgn="base" hangingPunct="0">
        <a:spcBef>
          <a:spcPct val="20000"/>
        </a:spcBef>
        <a:spcAft>
          <a:spcPct val="0"/>
        </a:spcAft>
        <a:buClr>
          <a:srgbClr val="33CCCC"/>
        </a:buClr>
        <a:buChar char="–"/>
        <a:defRPr sz="1900" b="1">
          <a:solidFill>
            <a:schemeClr val="bg2"/>
          </a:solidFill>
          <a:latin typeface="+mn-lt"/>
          <a:ea typeface="+mn-ea"/>
        </a:defRPr>
      </a:lvl4pPr>
      <a:lvl5pPr marL="2155825" indent="-242888" algn="l" defTabSz="957263" rtl="0" eaLnBrk="0" fontAlgn="base" hangingPunct="0">
        <a:spcBef>
          <a:spcPct val="20000"/>
        </a:spcBef>
        <a:spcAft>
          <a:spcPct val="0"/>
        </a:spcAft>
        <a:buClr>
          <a:srgbClr val="33CCCC"/>
        </a:buClr>
        <a:buChar char="•"/>
        <a:defRPr sz="1900" b="1">
          <a:solidFill>
            <a:schemeClr val="bg2"/>
          </a:solidFill>
          <a:latin typeface="+mn-lt"/>
          <a:ea typeface="+mn-ea"/>
        </a:defRPr>
      </a:lvl5pPr>
      <a:lvl6pPr marL="2613025" indent="-242888" algn="l" defTabSz="957263" rtl="0" eaLnBrk="0" fontAlgn="base" hangingPunct="0">
        <a:spcBef>
          <a:spcPct val="20000"/>
        </a:spcBef>
        <a:spcAft>
          <a:spcPct val="0"/>
        </a:spcAft>
        <a:buClr>
          <a:srgbClr val="33CCCC"/>
        </a:buClr>
        <a:buChar char="•"/>
        <a:defRPr sz="1900" b="1">
          <a:solidFill>
            <a:schemeClr val="bg2"/>
          </a:solidFill>
          <a:latin typeface="+mn-lt"/>
          <a:ea typeface="+mn-ea"/>
        </a:defRPr>
      </a:lvl6pPr>
      <a:lvl7pPr marL="3070225" indent="-242888" algn="l" defTabSz="957263" rtl="0" eaLnBrk="0" fontAlgn="base" hangingPunct="0">
        <a:spcBef>
          <a:spcPct val="20000"/>
        </a:spcBef>
        <a:spcAft>
          <a:spcPct val="0"/>
        </a:spcAft>
        <a:buClr>
          <a:srgbClr val="33CCCC"/>
        </a:buClr>
        <a:buChar char="•"/>
        <a:defRPr sz="1900" b="1">
          <a:solidFill>
            <a:schemeClr val="bg2"/>
          </a:solidFill>
          <a:latin typeface="+mn-lt"/>
          <a:ea typeface="+mn-ea"/>
        </a:defRPr>
      </a:lvl7pPr>
      <a:lvl8pPr marL="3527425" indent="-242888" algn="l" defTabSz="957263" rtl="0" eaLnBrk="0" fontAlgn="base" hangingPunct="0">
        <a:spcBef>
          <a:spcPct val="20000"/>
        </a:spcBef>
        <a:spcAft>
          <a:spcPct val="0"/>
        </a:spcAft>
        <a:buClr>
          <a:srgbClr val="33CCCC"/>
        </a:buClr>
        <a:buChar char="•"/>
        <a:defRPr sz="1900" b="1">
          <a:solidFill>
            <a:schemeClr val="bg2"/>
          </a:solidFill>
          <a:latin typeface="+mn-lt"/>
          <a:ea typeface="+mn-ea"/>
        </a:defRPr>
      </a:lvl8pPr>
      <a:lvl9pPr marL="3984625" indent="-242888" algn="l" defTabSz="957263" rtl="0" eaLnBrk="0" fontAlgn="base" hangingPunct="0">
        <a:spcBef>
          <a:spcPct val="20000"/>
        </a:spcBef>
        <a:spcAft>
          <a:spcPct val="0"/>
        </a:spcAft>
        <a:buClr>
          <a:srgbClr val="33CCCC"/>
        </a:buClr>
        <a:buChar char="•"/>
        <a:defRPr sz="1900" b="1">
          <a:solidFill>
            <a:schemeClr val="bg2"/>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7"/>
          <p:cNvSpPr>
            <a:spLocks noGrp="1" noChangeArrowheads="1"/>
          </p:cNvSpPr>
          <p:nvPr>
            <p:ph type="body" idx="1"/>
          </p:nvPr>
        </p:nvSpPr>
        <p:spPr bwMode="auto">
          <a:xfrm>
            <a:off x="742950" y="1981200"/>
            <a:ext cx="916305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6395" tIns="48197" rIns="96395" bIns="48197" numCol="1" anchor="t"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25609" name="Rectangle 9"/>
          <p:cNvSpPr>
            <a:spLocks noGrp="1" noChangeArrowheads="1"/>
          </p:cNvSpPr>
          <p:nvPr>
            <p:ph type="ftr" sz="quarter" idx="3"/>
          </p:nvPr>
        </p:nvSpPr>
        <p:spPr bwMode="auto">
          <a:xfrm>
            <a:off x="3384550" y="6172200"/>
            <a:ext cx="3136900" cy="457200"/>
          </a:xfrm>
          <a:prstGeom prst="rect">
            <a:avLst/>
          </a:prstGeom>
          <a:noFill/>
          <a:ln w="9525">
            <a:noFill/>
            <a:miter lim="800000"/>
            <a:headEnd/>
            <a:tailEnd/>
          </a:ln>
          <a:effectLst/>
        </p:spPr>
        <p:txBody>
          <a:bodyPr vert="horz" wrap="square" lIns="96395" tIns="48197" rIns="96395" bIns="48197" numCol="1" anchor="ctr" anchorCtr="0" compatLnSpc="1">
            <a:prstTxWarp prst="textNoShape">
              <a:avLst/>
            </a:prstTxWarp>
          </a:bodyPr>
          <a:lstStyle>
            <a:lvl1pPr fontAlgn="base">
              <a:lnSpc>
                <a:spcPct val="100000"/>
              </a:lnSpc>
              <a:spcBef>
                <a:spcPct val="0"/>
              </a:spcBef>
              <a:spcAft>
                <a:spcPct val="0"/>
              </a:spcAft>
              <a:buClrTx/>
              <a:buSzTx/>
              <a:buFontTx/>
              <a:buNone/>
              <a:defRPr sz="1400">
                <a:latin typeface="Times New Roman" pitchFamily="18" charset="0"/>
                <a:ea typeface="ＭＳ Ｐゴシック" pitchFamily="50" charset="-128"/>
              </a:defRPr>
            </a:lvl1pPr>
          </a:lstStyle>
          <a:p>
            <a:pPr>
              <a:defRPr/>
            </a:pPr>
            <a:endParaRPr lang="en-US" altLang="ja-JP" dirty="0">
              <a:solidFill>
                <a:prstClr val="black"/>
              </a:solidFill>
            </a:endParaRPr>
          </a:p>
        </p:txBody>
      </p:sp>
      <p:sp>
        <p:nvSpPr>
          <p:cNvPr id="1029" name="Rectangle 26"/>
          <p:cNvSpPr>
            <a:spLocks noChangeArrowheads="1"/>
          </p:cNvSpPr>
          <p:nvPr/>
        </p:nvSpPr>
        <p:spPr bwMode="auto">
          <a:xfrm>
            <a:off x="272480" y="671513"/>
            <a:ext cx="9630345" cy="76200"/>
          </a:xfrm>
          <a:prstGeom prst="rect">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5729" tIns="47865" rIns="95729" bIns="47865"/>
          <a:lstStyle/>
          <a:p>
            <a:pPr defTabSz="957263"/>
            <a:endParaRPr lang="ja-JP" altLang="ja-JP" sz="2500" dirty="0">
              <a:solidFill>
                <a:prstClr val="black"/>
              </a:solidFill>
              <a:latin typeface="Times New Roman" pitchFamily="18" charset="0"/>
            </a:endParaRPr>
          </a:p>
        </p:txBody>
      </p:sp>
      <p:pic>
        <p:nvPicPr>
          <p:cNvPr id="1030" name="図 7" descr="C:\Users\xunhe043\Desktop\未标题-1.jpg"/>
          <p:cNvPicPr>
            <a:picLocks noChangeAspect="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8229600" y="0"/>
            <a:ext cx="1673225"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テキスト ボックス 6"/>
          <p:cNvSpPr txBox="1">
            <a:spLocks noChangeArrowheads="1"/>
          </p:cNvSpPr>
          <p:nvPr/>
        </p:nvSpPr>
        <p:spPr bwMode="auto">
          <a:xfrm>
            <a:off x="9407525" y="6562725"/>
            <a:ext cx="474663" cy="258763"/>
          </a:xfrm>
          <a:prstGeom prst="rect">
            <a:avLst/>
          </a:prstGeom>
          <a:noFill/>
          <a:ln>
            <a:noFill/>
          </a:ln>
        </p:spPr>
        <p:txBody>
          <a:bodyPr>
            <a:spAutoFit/>
          </a:bodyPr>
          <a:lstStyle>
            <a:lvl1pPr eaLnBrk="0" hangingPunct="0">
              <a:buFont typeface="Arial" charset="0"/>
              <a:defRPr sz="1200">
                <a:solidFill>
                  <a:schemeClr val="tx1"/>
                </a:solidFill>
                <a:latin typeface="ＭＳ Ｐゴシック" charset="-128"/>
                <a:ea typeface="ＭＳ Ｐゴシック" charset="-128"/>
              </a:defRPr>
            </a:lvl1pPr>
            <a:lvl2pPr marL="742950" indent="-285750" eaLnBrk="0" hangingPunct="0">
              <a:buFont typeface="Arial" charset="0"/>
              <a:defRPr sz="1200">
                <a:solidFill>
                  <a:schemeClr val="tx1"/>
                </a:solidFill>
                <a:latin typeface="ＭＳ Ｐゴシック" charset="-128"/>
                <a:ea typeface="ＭＳ Ｐゴシック" charset="-128"/>
              </a:defRPr>
            </a:lvl2pPr>
            <a:lvl3pPr marL="1143000" indent="-228600" eaLnBrk="0" hangingPunct="0">
              <a:buFont typeface="Arial" charset="0"/>
              <a:defRPr sz="1200">
                <a:solidFill>
                  <a:schemeClr val="tx1"/>
                </a:solidFill>
                <a:latin typeface="ＭＳ Ｐゴシック" charset="-128"/>
                <a:ea typeface="ＭＳ Ｐゴシック" charset="-128"/>
              </a:defRPr>
            </a:lvl3pPr>
            <a:lvl4pPr marL="1600200" indent="-228600" eaLnBrk="0" hangingPunct="0">
              <a:buFont typeface="Arial" charset="0"/>
              <a:defRPr sz="1200">
                <a:solidFill>
                  <a:schemeClr val="tx1"/>
                </a:solidFill>
                <a:latin typeface="ＭＳ Ｐゴシック" charset="-128"/>
                <a:ea typeface="ＭＳ Ｐゴシック" charset="-128"/>
              </a:defRPr>
            </a:lvl4pPr>
            <a:lvl5pPr marL="2057400" indent="-228600" eaLnBrk="0" hangingPunct="0">
              <a:buFont typeface="Arial" charset="0"/>
              <a:defRPr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buFont typeface="Arial" charset="0"/>
              <a:defRPr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buFont typeface="Arial" charset="0"/>
              <a:defRPr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buFont typeface="Arial" charset="0"/>
              <a:defRPr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buFont typeface="Arial" charset="0"/>
              <a:defRPr sz="1200">
                <a:solidFill>
                  <a:schemeClr val="tx1"/>
                </a:solidFill>
                <a:latin typeface="ＭＳ Ｐゴシック" charset="-128"/>
                <a:ea typeface="ＭＳ Ｐゴシック" charset="-128"/>
              </a:defRPr>
            </a:lvl9pPr>
          </a:lstStyle>
          <a:p>
            <a:pPr algn="ctr" eaLnBrk="1" fontAlgn="ctr" hangingPunct="1">
              <a:lnSpc>
                <a:spcPct val="110000"/>
              </a:lnSpc>
              <a:spcBef>
                <a:spcPct val="10000"/>
              </a:spcBef>
              <a:spcAft>
                <a:spcPct val="10000"/>
              </a:spcAft>
              <a:buClr>
                <a:srgbClr val="647E9E"/>
              </a:buClr>
              <a:buSzPct val="80000"/>
              <a:buFont typeface="Wingdings" pitchFamily="2" charset="2"/>
              <a:buNone/>
              <a:defRPr/>
            </a:pPr>
            <a:fld id="{D555F367-4119-4E45-920E-2DA35BF7F925}" type="slidenum">
              <a:rPr kumimoji="0" lang="ja-JP" altLang="en-US" sz="1000" smtClean="0">
                <a:solidFill>
                  <a:prstClr val="black"/>
                </a:solidFill>
              </a:rPr>
              <a:pPr algn="ctr" eaLnBrk="1" fontAlgn="ctr" hangingPunct="1">
                <a:lnSpc>
                  <a:spcPct val="110000"/>
                </a:lnSpc>
                <a:spcBef>
                  <a:spcPct val="10000"/>
                </a:spcBef>
                <a:spcAft>
                  <a:spcPct val="10000"/>
                </a:spcAft>
                <a:buClr>
                  <a:srgbClr val="647E9E"/>
                </a:buClr>
                <a:buSzPct val="80000"/>
                <a:buFont typeface="Wingdings" pitchFamily="2" charset="2"/>
                <a:buNone/>
                <a:defRPr/>
              </a:pPr>
              <a:t>‹#›</a:t>
            </a:fld>
            <a:endParaRPr kumimoji="0" lang="ja-JP" altLang="en-US" sz="1000" dirty="0">
              <a:solidFill>
                <a:prstClr val="black"/>
              </a:solidFill>
            </a:endParaRPr>
          </a:p>
        </p:txBody>
      </p:sp>
    </p:spTree>
    <p:extLst>
      <p:ext uri="{BB962C8B-B14F-4D97-AF65-F5344CB8AC3E}">
        <p14:creationId xmlns:p14="http://schemas.microsoft.com/office/powerpoint/2010/main" val="3419764389"/>
      </p:ext>
    </p:extLst>
  </p:cSld>
  <p:clrMap bg1="lt1" tx1="dk1" bg2="lt2" tx2="dk2" accent1="accent1" accent2="accent2" accent3="accent3" accent4="accent4" accent5="accent5" accent6="accent6" hlink="hlink" folHlink="folHlink"/>
  <p:sldLayoutIdLst>
    <p:sldLayoutId id="2147486095" r:id="rId1"/>
    <p:sldLayoutId id="2147486096" r:id="rId2"/>
    <p:sldLayoutId id="2147486097" r:id="rId3"/>
    <p:sldLayoutId id="2147486098" r:id="rId4"/>
    <p:sldLayoutId id="2147486099" r:id="rId5"/>
    <p:sldLayoutId id="2147486100" r:id="rId6"/>
    <p:sldLayoutId id="2147486101" r:id="rId7"/>
    <p:sldLayoutId id="2147486102" r:id="rId8"/>
    <p:sldLayoutId id="2147486103" r:id="rId9"/>
    <p:sldLayoutId id="2147486104" r:id="rId10"/>
    <p:sldLayoutId id="2147486105" r:id="rId11"/>
    <p:sldLayoutId id="2147486106" r:id="rId12"/>
  </p:sldLayoutIdLst>
  <p:transition spd="med"/>
  <p:hf hdr="0" dt="0"/>
  <p:txStyles>
    <p:titleStyle>
      <a:lvl1pPr algn="l" defTabSz="957263" rtl="0" eaLnBrk="0" fontAlgn="base" hangingPunct="0">
        <a:spcBef>
          <a:spcPct val="0"/>
        </a:spcBef>
        <a:spcAft>
          <a:spcPct val="0"/>
        </a:spcAft>
        <a:defRPr kumimoji="1" sz="3800" b="1">
          <a:solidFill>
            <a:schemeClr val="bg2"/>
          </a:solidFill>
          <a:latin typeface="+mj-lt"/>
          <a:ea typeface="+mj-ea"/>
          <a:cs typeface="+mj-cs"/>
        </a:defRPr>
      </a:lvl1pPr>
      <a:lvl2pPr algn="l" defTabSz="957263" rtl="0" eaLnBrk="0" fontAlgn="base" hangingPunct="0">
        <a:spcBef>
          <a:spcPct val="0"/>
        </a:spcBef>
        <a:spcAft>
          <a:spcPct val="0"/>
        </a:spcAft>
        <a:defRPr kumimoji="1" sz="3800" b="1">
          <a:solidFill>
            <a:schemeClr val="bg2"/>
          </a:solidFill>
          <a:latin typeface="Times New Roman" pitchFamily="18" charset="0"/>
          <a:ea typeface="ＭＳ Ｐゴシック" pitchFamily="50" charset="-128"/>
        </a:defRPr>
      </a:lvl2pPr>
      <a:lvl3pPr algn="l" defTabSz="957263" rtl="0" eaLnBrk="0" fontAlgn="base" hangingPunct="0">
        <a:spcBef>
          <a:spcPct val="0"/>
        </a:spcBef>
        <a:spcAft>
          <a:spcPct val="0"/>
        </a:spcAft>
        <a:defRPr kumimoji="1" sz="3800" b="1">
          <a:solidFill>
            <a:schemeClr val="bg2"/>
          </a:solidFill>
          <a:latin typeface="Times New Roman" pitchFamily="18" charset="0"/>
          <a:ea typeface="ＭＳ Ｐゴシック" pitchFamily="50" charset="-128"/>
        </a:defRPr>
      </a:lvl3pPr>
      <a:lvl4pPr algn="l" defTabSz="957263" rtl="0" eaLnBrk="0" fontAlgn="base" hangingPunct="0">
        <a:spcBef>
          <a:spcPct val="0"/>
        </a:spcBef>
        <a:spcAft>
          <a:spcPct val="0"/>
        </a:spcAft>
        <a:defRPr kumimoji="1" sz="3800" b="1">
          <a:solidFill>
            <a:schemeClr val="bg2"/>
          </a:solidFill>
          <a:latin typeface="Times New Roman" pitchFamily="18" charset="0"/>
          <a:ea typeface="ＭＳ Ｐゴシック" pitchFamily="50" charset="-128"/>
        </a:defRPr>
      </a:lvl4pPr>
      <a:lvl5pPr algn="l" defTabSz="957263" rtl="0" eaLnBrk="0" fontAlgn="base" hangingPunct="0">
        <a:spcBef>
          <a:spcPct val="0"/>
        </a:spcBef>
        <a:spcAft>
          <a:spcPct val="0"/>
        </a:spcAft>
        <a:defRPr kumimoji="1" sz="3800" b="1">
          <a:solidFill>
            <a:schemeClr val="bg2"/>
          </a:solidFill>
          <a:latin typeface="Times New Roman" pitchFamily="18" charset="0"/>
          <a:ea typeface="ＭＳ Ｐゴシック" pitchFamily="50" charset="-128"/>
        </a:defRPr>
      </a:lvl5pPr>
      <a:lvl6pPr marL="457200" algn="l" defTabSz="957263" rtl="0" fontAlgn="base">
        <a:spcBef>
          <a:spcPct val="0"/>
        </a:spcBef>
        <a:spcAft>
          <a:spcPct val="0"/>
        </a:spcAft>
        <a:defRPr kumimoji="1" sz="3800" b="1">
          <a:solidFill>
            <a:schemeClr val="bg2"/>
          </a:solidFill>
          <a:latin typeface="Times New Roman" pitchFamily="18" charset="0"/>
          <a:ea typeface="ＭＳ Ｐゴシック" pitchFamily="50" charset="-128"/>
        </a:defRPr>
      </a:lvl6pPr>
      <a:lvl7pPr marL="914400" algn="l" defTabSz="957263" rtl="0" fontAlgn="base">
        <a:spcBef>
          <a:spcPct val="0"/>
        </a:spcBef>
        <a:spcAft>
          <a:spcPct val="0"/>
        </a:spcAft>
        <a:defRPr kumimoji="1" sz="3800" b="1">
          <a:solidFill>
            <a:schemeClr val="bg2"/>
          </a:solidFill>
          <a:latin typeface="Times New Roman" pitchFamily="18" charset="0"/>
          <a:ea typeface="ＭＳ Ｐゴシック" pitchFamily="50" charset="-128"/>
        </a:defRPr>
      </a:lvl7pPr>
      <a:lvl8pPr marL="1371600" algn="l" defTabSz="957263" rtl="0" fontAlgn="base">
        <a:spcBef>
          <a:spcPct val="0"/>
        </a:spcBef>
        <a:spcAft>
          <a:spcPct val="0"/>
        </a:spcAft>
        <a:defRPr kumimoji="1" sz="3800" b="1">
          <a:solidFill>
            <a:schemeClr val="bg2"/>
          </a:solidFill>
          <a:latin typeface="Times New Roman" pitchFamily="18" charset="0"/>
          <a:ea typeface="ＭＳ Ｐゴシック" pitchFamily="50" charset="-128"/>
        </a:defRPr>
      </a:lvl8pPr>
      <a:lvl9pPr marL="1828800" algn="l" defTabSz="957263" rtl="0" fontAlgn="base">
        <a:spcBef>
          <a:spcPct val="0"/>
        </a:spcBef>
        <a:spcAft>
          <a:spcPct val="0"/>
        </a:spcAft>
        <a:defRPr kumimoji="1" sz="3800" b="1">
          <a:solidFill>
            <a:schemeClr val="bg2"/>
          </a:solidFill>
          <a:latin typeface="Times New Roman" pitchFamily="18" charset="0"/>
          <a:ea typeface="ＭＳ Ｐゴシック" pitchFamily="50" charset="-128"/>
        </a:defRPr>
      </a:lvl9pPr>
    </p:titleStyle>
    <p:bodyStyle>
      <a:lvl1pPr marL="358775" indent="-358775" algn="l" defTabSz="957263" rtl="0" eaLnBrk="0" fontAlgn="base" hangingPunct="0">
        <a:spcBef>
          <a:spcPct val="20000"/>
        </a:spcBef>
        <a:spcAft>
          <a:spcPct val="0"/>
        </a:spcAft>
        <a:buClr>
          <a:srgbClr val="33CCCC"/>
        </a:buClr>
        <a:buSzPct val="80000"/>
        <a:buFont typeface="Wingdings" pitchFamily="2" charset="2"/>
        <a:buChar char="l"/>
        <a:defRPr kumimoji="1" sz="3400" b="1">
          <a:solidFill>
            <a:schemeClr val="bg2"/>
          </a:solidFill>
          <a:latin typeface="+mn-lt"/>
          <a:ea typeface="+mn-ea"/>
          <a:cs typeface="+mn-cs"/>
        </a:defRPr>
      </a:lvl1pPr>
      <a:lvl2pPr marL="777875" indent="-298450" algn="l" defTabSz="957263" rtl="0" eaLnBrk="0" fontAlgn="base" hangingPunct="0">
        <a:spcBef>
          <a:spcPct val="20000"/>
        </a:spcBef>
        <a:spcAft>
          <a:spcPct val="0"/>
        </a:spcAft>
        <a:buClr>
          <a:srgbClr val="33CCCC"/>
        </a:buClr>
        <a:buChar char="–"/>
        <a:defRPr kumimoji="1" sz="3000" b="1">
          <a:solidFill>
            <a:schemeClr val="bg2"/>
          </a:solidFill>
          <a:latin typeface="+mn-lt"/>
          <a:ea typeface="+mn-ea"/>
        </a:defRPr>
      </a:lvl2pPr>
      <a:lvl3pPr marL="1196975" indent="-239713" algn="l" defTabSz="957263" rtl="0" eaLnBrk="0" fontAlgn="base" hangingPunct="0">
        <a:spcBef>
          <a:spcPct val="20000"/>
        </a:spcBef>
        <a:spcAft>
          <a:spcPct val="0"/>
        </a:spcAft>
        <a:buClr>
          <a:srgbClr val="33CCCC"/>
        </a:buClr>
        <a:buChar char="•"/>
        <a:defRPr kumimoji="1" sz="2500" b="1">
          <a:solidFill>
            <a:schemeClr val="bg2"/>
          </a:solidFill>
          <a:latin typeface="+mn-lt"/>
          <a:ea typeface="+mn-ea"/>
        </a:defRPr>
      </a:lvl3pPr>
      <a:lvl4pPr marL="1674813" indent="-238125" algn="l" defTabSz="957263" rtl="0" eaLnBrk="0" fontAlgn="base" hangingPunct="0">
        <a:spcBef>
          <a:spcPct val="20000"/>
        </a:spcBef>
        <a:spcAft>
          <a:spcPct val="0"/>
        </a:spcAft>
        <a:buClr>
          <a:srgbClr val="33CCCC"/>
        </a:buClr>
        <a:buChar char="–"/>
        <a:defRPr kumimoji="1" sz="1900" b="1">
          <a:solidFill>
            <a:schemeClr val="bg2"/>
          </a:solidFill>
          <a:latin typeface="+mn-lt"/>
          <a:ea typeface="+mn-ea"/>
        </a:defRPr>
      </a:lvl4pPr>
      <a:lvl5pPr marL="2155825" indent="-242888" algn="l" defTabSz="957263" rtl="0" eaLnBrk="0" fontAlgn="base" hangingPunct="0">
        <a:spcBef>
          <a:spcPct val="20000"/>
        </a:spcBef>
        <a:spcAft>
          <a:spcPct val="0"/>
        </a:spcAft>
        <a:buClr>
          <a:srgbClr val="33CCCC"/>
        </a:buClr>
        <a:buChar char="•"/>
        <a:defRPr kumimoji="1" sz="1900" b="1">
          <a:solidFill>
            <a:schemeClr val="bg2"/>
          </a:solidFill>
          <a:latin typeface="+mn-lt"/>
          <a:ea typeface="+mn-ea"/>
        </a:defRPr>
      </a:lvl5pPr>
      <a:lvl6pPr marL="2613025" indent="-242888" algn="l" defTabSz="957263" rtl="0" fontAlgn="base">
        <a:spcBef>
          <a:spcPct val="20000"/>
        </a:spcBef>
        <a:spcAft>
          <a:spcPct val="0"/>
        </a:spcAft>
        <a:buClr>
          <a:srgbClr val="33CCCC"/>
        </a:buClr>
        <a:buChar char="•"/>
        <a:defRPr kumimoji="1" sz="1900" b="1">
          <a:solidFill>
            <a:schemeClr val="bg2"/>
          </a:solidFill>
          <a:latin typeface="+mn-lt"/>
          <a:ea typeface="+mn-ea"/>
        </a:defRPr>
      </a:lvl6pPr>
      <a:lvl7pPr marL="3070225" indent="-242888" algn="l" defTabSz="957263" rtl="0" fontAlgn="base">
        <a:spcBef>
          <a:spcPct val="20000"/>
        </a:spcBef>
        <a:spcAft>
          <a:spcPct val="0"/>
        </a:spcAft>
        <a:buClr>
          <a:srgbClr val="33CCCC"/>
        </a:buClr>
        <a:buChar char="•"/>
        <a:defRPr kumimoji="1" sz="1900" b="1">
          <a:solidFill>
            <a:schemeClr val="bg2"/>
          </a:solidFill>
          <a:latin typeface="+mn-lt"/>
          <a:ea typeface="+mn-ea"/>
        </a:defRPr>
      </a:lvl7pPr>
      <a:lvl8pPr marL="3527425" indent="-242888" algn="l" defTabSz="957263" rtl="0" fontAlgn="base">
        <a:spcBef>
          <a:spcPct val="20000"/>
        </a:spcBef>
        <a:spcAft>
          <a:spcPct val="0"/>
        </a:spcAft>
        <a:buClr>
          <a:srgbClr val="33CCCC"/>
        </a:buClr>
        <a:buChar char="•"/>
        <a:defRPr kumimoji="1" sz="1900" b="1">
          <a:solidFill>
            <a:schemeClr val="bg2"/>
          </a:solidFill>
          <a:latin typeface="+mn-lt"/>
          <a:ea typeface="+mn-ea"/>
        </a:defRPr>
      </a:lvl8pPr>
      <a:lvl9pPr marL="3984625" indent="-242888" algn="l" defTabSz="957263" rtl="0" fontAlgn="base">
        <a:spcBef>
          <a:spcPct val="20000"/>
        </a:spcBef>
        <a:spcAft>
          <a:spcPct val="0"/>
        </a:spcAft>
        <a:buClr>
          <a:srgbClr val="33CCCC"/>
        </a:buClr>
        <a:buChar char="•"/>
        <a:defRPr kumimoji="1" sz="1900" b="1">
          <a:solidFill>
            <a:schemeClr val="bg2"/>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153"/>
          <p:cNvSpPr>
            <a:spLocks noGrp="1" noChangeArrowheads="1"/>
          </p:cNvSpPr>
          <p:nvPr>
            <p:ph type="body" idx="1"/>
          </p:nvPr>
        </p:nvSpPr>
        <p:spPr bwMode="auto">
          <a:xfrm>
            <a:off x="495300" y="765175"/>
            <a:ext cx="8915400" cy="568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2051" name="Rectangle 159"/>
          <p:cNvSpPr>
            <a:spLocks noGrp="1" noChangeArrowheads="1"/>
          </p:cNvSpPr>
          <p:nvPr>
            <p:ph type="title"/>
          </p:nvPr>
        </p:nvSpPr>
        <p:spPr bwMode="auto">
          <a:xfrm>
            <a:off x="447675" y="-60325"/>
            <a:ext cx="84201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Tree>
    <p:extLst>
      <p:ext uri="{BB962C8B-B14F-4D97-AF65-F5344CB8AC3E}">
        <p14:creationId xmlns:p14="http://schemas.microsoft.com/office/powerpoint/2010/main" val="695146886"/>
      </p:ext>
    </p:extLst>
  </p:cSld>
  <p:clrMap bg1="lt1" tx1="dk1" bg2="lt2" tx2="dk2" accent1="accent1" accent2="accent2" accent3="accent3" accent4="accent4" accent5="accent5" accent6="accent6" hlink="hlink" folHlink="folHlink"/>
  <p:sldLayoutIdLst>
    <p:sldLayoutId id="2147486122" r:id="rId1"/>
    <p:sldLayoutId id="2147486123" r:id="rId2"/>
  </p:sldLayoutIdLst>
  <p:hf hdr="0" ftr="0" dt="0"/>
  <p:txStyles>
    <p:titleStyle>
      <a:lvl1pPr algn="l" rtl="0" eaLnBrk="0" fontAlgn="base" hangingPunct="0">
        <a:spcBef>
          <a:spcPct val="0"/>
        </a:spcBef>
        <a:spcAft>
          <a:spcPct val="0"/>
        </a:spcAft>
        <a:defRPr kumimoji="1" sz="2000">
          <a:solidFill>
            <a:schemeClr val="tx1"/>
          </a:solidFill>
          <a:latin typeface="Arial" charset="0"/>
          <a:ea typeface="+mj-ea"/>
          <a:cs typeface="+mj-cs"/>
        </a:defRPr>
      </a:lvl1pPr>
      <a:lvl2pPr algn="l" rtl="0" eaLnBrk="0" fontAlgn="base" hangingPunct="0">
        <a:spcBef>
          <a:spcPct val="0"/>
        </a:spcBef>
        <a:spcAft>
          <a:spcPct val="0"/>
        </a:spcAft>
        <a:defRPr kumimoji="1" sz="2000">
          <a:solidFill>
            <a:schemeClr val="tx1"/>
          </a:solidFill>
          <a:latin typeface="Arial" charset="0"/>
          <a:ea typeface="ＭＳ Ｐゴシック" pitchFamily="50" charset="-128"/>
        </a:defRPr>
      </a:lvl2pPr>
      <a:lvl3pPr algn="l" rtl="0" eaLnBrk="0" fontAlgn="base" hangingPunct="0">
        <a:spcBef>
          <a:spcPct val="0"/>
        </a:spcBef>
        <a:spcAft>
          <a:spcPct val="0"/>
        </a:spcAft>
        <a:defRPr kumimoji="1" sz="2000">
          <a:solidFill>
            <a:schemeClr val="tx1"/>
          </a:solidFill>
          <a:latin typeface="Arial" charset="0"/>
          <a:ea typeface="ＭＳ Ｐゴシック" pitchFamily="50" charset="-128"/>
        </a:defRPr>
      </a:lvl3pPr>
      <a:lvl4pPr algn="l" rtl="0" eaLnBrk="0" fontAlgn="base" hangingPunct="0">
        <a:spcBef>
          <a:spcPct val="0"/>
        </a:spcBef>
        <a:spcAft>
          <a:spcPct val="0"/>
        </a:spcAft>
        <a:defRPr kumimoji="1" sz="2000">
          <a:solidFill>
            <a:schemeClr val="tx1"/>
          </a:solidFill>
          <a:latin typeface="Arial" charset="0"/>
          <a:ea typeface="ＭＳ Ｐゴシック" pitchFamily="50" charset="-128"/>
        </a:defRPr>
      </a:lvl4pPr>
      <a:lvl5pPr algn="l" rtl="0" eaLnBrk="0" fontAlgn="base" hangingPunct="0">
        <a:spcBef>
          <a:spcPct val="0"/>
        </a:spcBef>
        <a:spcAft>
          <a:spcPct val="0"/>
        </a:spcAft>
        <a:defRPr kumimoji="1" sz="2000">
          <a:solidFill>
            <a:schemeClr val="tx1"/>
          </a:solidFill>
          <a:latin typeface="Arial" charset="0"/>
          <a:ea typeface="ＭＳ Ｐゴシック" pitchFamily="50" charset="-128"/>
        </a:defRPr>
      </a:lvl5pPr>
      <a:lvl6pPr marL="457200" algn="l" rtl="0" fontAlgn="base">
        <a:spcBef>
          <a:spcPct val="0"/>
        </a:spcBef>
        <a:spcAft>
          <a:spcPct val="0"/>
        </a:spcAft>
        <a:defRPr kumimoji="1" sz="2000">
          <a:solidFill>
            <a:schemeClr val="tx1"/>
          </a:solidFill>
          <a:latin typeface="Arial" charset="0"/>
          <a:ea typeface="ＭＳ Ｐゴシック" pitchFamily="50" charset="-128"/>
        </a:defRPr>
      </a:lvl6pPr>
      <a:lvl7pPr marL="914400" algn="l" rtl="0" fontAlgn="base">
        <a:spcBef>
          <a:spcPct val="0"/>
        </a:spcBef>
        <a:spcAft>
          <a:spcPct val="0"/>
        </a:spcAft>
        <a:defRPr kumimoji="1" sz="2000">
          <a:solidFill>
            <a:schemeClr val="tx1"/>
          </a:solidFill>
          <a:latin typeface="Arial" charset="0"/>
          <a:ea typeface="ＭＳ Ｐゴシック" pitchFamily="50" charset="-128"/>
        </a:defRPr>
      </a:lvl7pPr>
      <a:lvl8pPr marL="1371600" algn="l" rtl="0" fontAlgn="base">
        <a:spcBef>
          <a:spcPct val="0"/>
        </a:spcBef>
        <a:spcAft>
          <a:spcPct val="0"/>
        </a:spcAft>
        <a:defRPr kumimoji="1" sz="2000">
          <a:solidFill>
            <a:schemeClr val="tx1"/>
          </a:solidFill>
          <a:latin typeface="Arial" charset="0"/>
          <a:ea typeface="ＭＳ Ｐゴシック" pitchFamily="50" charset="-128"/>
        </a:defRPr>
      </a:lvl8pPr>
      <a:lvl9pPr marL="1828800" algn="l" rtl="0" fontAlgn="base">
        <a:spcBef>
          <a:spcPct val="0"/>
        </a:spcBef>
        <a:spcAft>
          <a:spcPct val="0"/>
        </a:spcAft>
        <a:defRPr kumimoji="1" sz="2000">
          <a:solidFill>
            <a:schemeClr val="tx1"/>
          </a:solidFill>
          <a:latin typeface="Arial" charset="0"/>
          <a:ea typeface="ＭＳ Ｐゴシック" pitchFamily="50" charset="-128"/>
        </a:defRPr>
      </a:lvl9pPr>
    </p:titleStyle>
    <p:bodyStyle>
      <a:lvl1pPr marL="342900" indent="-342900" algn="l" rtl="0" eaLnBrk="0" fontAlgn="base" hangingPunct="0">
        <a:spcBef>
          <a:spcPct val="20000"/>
        </a:spcBef>
        <a:spcAft>
          <a:spcPct val="0"/>
        </a:spcAft>
        <a:buChar char="•"/>
        <a:defRPr kumimoji="1" sz="3200">
          <a:solidFill>
            <a:schemeClr val="tx1"/>
          </a:solidFill>
          <a:latin typeface="Arial" charset="0"/>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Arial" charset="0"/>
          <a:ea typeface="+mn-ea"/>
        </a:defRPr>
      </a:lvl2pPr>
      <a:lvl3pPr marL="1143000" indent="-228600" algn="l" rtl="0" eaLnBrk="0" fontAlgn="base" hangingPunct="0">
        <a:spcBef>
          <a:spcPct val="20000"/>
        </a:spcBef>
        <a:spcAft>
          <a:spcPct val="0"/>
        </a:spcAft>
        <a:buChar char="•"/>
        <a:defRPr kumimoji="1" sz="2400">
          <a:solidFill>
            <a:schemeClr val="tx1"/>
          </a:solidFill>
          <a:latin typeface="Arial" charset="0"/>
          <a:ea typeface="+mn-ea"/>
        </a:defRPr>
      </a:lvl3pPr>
      <a:lvl4pPr marL="1600200" indent="-228600" algn="l" rtl="0" eaLnBrk="0" fontAlgn="base" hangingPunct="0">
        <a:spcBef>
          <a:spcPct val="20000"/>
        </a:spcBef>
        <a:spcAft>
          <a:spcPct val="0"/>
        </a:spcAft>
        <a:buChar char="–"/>
        <a:defRPr kumimoji="1" sz="2000">
          <a:solidFill>
            <a:schemeClr val="tx1"/>
          </a:solidFill>
          <a:latin typeface="Arial" charset="0"/>
          <a:ea typeface="+mn-ea"/>
        </a:defRPr>
      </a:lvl4pPr>
      <a:lvl5pPr marL="2057400" indent="-228600" algn="l" rtl="0" eaLnBrk="0" fontAlgn="base" hangingPunct="0">
        <a:spcBef>
          <a:spcPct val="20000"/>
        </a:spcBef>
        <a:spcAft>
          <a:spcPct val="0"/>
        </a:spcAft>
        <a:buChar char="»"/>
        <a:defRPr kumimoji="1" sz="2000">
          <a:solidFill>
            <a:schemeClr val="tx1"/>
          </a:solidFill>
          <a:latin typeface="Arial" charset="0"/>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F0997-E7A4-E10B-8663-D6D66C71C562}"/>
            </a:ext>
          </a:extLst>
        </p:cNvPr>
        <p:cNvGrpSpPr/>
        <p:nvPr/>
      </p:nvGrpSpPr>
      <p:grpSpPr>
        <a:xfrm>
          <a:off x="0" y="0"/>
          <a:ext cx="0" cy="0"/>
          <a:chOff x="0" y="0"/>
          <a:chExt cx="0" cy="0"/>
        </a:xfrm>
      </p:grpSpPr>
      <p:sp>
        <p:nvSpPr>
          <p:cNvPr id="63" name="テキスト ボックス 21">
            <a:extLst>
              <a:ext uri="{FF2B5EF4-FFF2-40B4-BE49-F238E27FC236}">
                <a16:creationId xmlns:a16="http://schemas.microsoft.com/office/drawing/2014/main" id="{9E69C149-673D-2534-495B-4794AA791540}"/>
              </a:ext>
            </a:extLst>
          </p:cNvPr>
          <p:cNvSpPr txBox="1">
            <a:spLocks noChangeArrowheads="1"/>
          </p:cNvSpPr>
          <p:nvPr/>
        </p:nvSpPr>
        <p:spPr bwMode="auto">
          <a:xfrm>
            <a:off x="179772" y="238125"/>
            <a:ext cx="804990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fontAlgn="base" hangingPunct="0">
              <a:spcBef>
                <a:spcPct val="20000"/>
              </a:spcBef>
              <a:spcAft>
                <a:spcPct val="0"/>
              </a:spcAft>
              <a:buClr>
                <a:srgbClr val="33CCCC"/>
              </a:buClr>
              <a:buChar char="l"/>
              <a:defRPr kumimoji="1" sz="3400" b="1">
                <a:solidFill>
                  <a:schemeClr val="bg2"/>
                </a:solidFill>
                <a:latin typeface="Arial" charset="0"/>
                <a:ea typeface="ＭＳ Ｐゴシック" charset="-128"/>
              </a:defRPr>
            </a:lvl1pPr>
            <a:lvl2pPr marL="742950" indent="-285750" algn="l" eaLnBrk="0" fontAlgn="base" hangingPunct="0">
              <a:spcBef>
                <a:spcPct val="20000"/>
              </a:spcBef>
              <a:spcAft>
                <a:spcPct val="0"/>
              </a:spcAft>
              <a:buClr>
                <a:srgbClr val="33CCCC"/>
              </a:buClr>
              <a:buChar char="–"/>
              <a:defRPr kumimoji="1" sz="3000" b="1">
                <a:solidFill>
                  <a:schemeClr val="bg2"/>
                </a:solidFill>
                <a:latin typeface="Arial" charset="0"/>
                <a:ea typeface="ＭＳ Ｐゴシック" charset="-128"/>
              </a:defRPr>
            </a:lvl2pPr>
            <a:lvl3pPr marL="1143000" indent="-228600" algn="l" eaLnBrk="0" fontAlgn="base" hangingPunct="0">
              <a:spcBef>
                <a:spcPct val="20000"/>
              </a:spcBef>
              <a:spcAft>
                <a:spcPct val="0"/>
              </a:spcAft>
              <a:buClr>
                <a:srgbClr val="33CCCC"/>
              </a:buClr>
              <a:buChar char="•"/>
              <a:defRPr kumimoji="1" sz="2500" b="1">
                <a:solidFill>
                  <a:schemeClr val="bg2"/>
                </a:solidFill>
                <a:latin typeface="Arial" charset="0"/>
                <a:ea typeface="ＭＳ Ｐゴシック" charset="-128"/>
              </a:defRPr>
            </a:lvl3pPr>
            <a:lvl4pPr marL="1600200" indent="-228600" algn="l"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4pPr>
            <a:lvl5pPr marL="2057400" indent="-228600" algn="l"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5pPr>
            <a:lvl6pPr marL="25146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6pPr>
            <a:lvl7pPr marL="29718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7pPr>
            <a:lvl8pPr marL="34290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8pPr>
            <a:lvl9pPr marL="38862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9pPr>
          </a:lstStyle>
          <a:p>
            <a:pPr fontAlgn="ctr">
              <a:lnSpc>
                <a:spcPct val="110000"/>
              </a:lnSpc>
              <a:spcAft>
                <a:spcPct val="10000"/>
              </a:spcAft>
              <a:buClr>
                <a:srgbClr val="647E9E"/>
              </a:buClr>
              <a:buSzPct val="80000"/>
              <a:buNone/>
              <a:defRPr/>
            </a:pPr>
            <a:r>
              <a:rPr kumimoji="1" lang="en-US" altLang="ja-JP"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トピックス</a:t>
            </a:r>
            <a:r>
              <a:rPr kumimoji="1" lang="en-US" altLang="ja-JP"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】SMART</a:t>
            </a:r>
            <a:r>
              <a:rPr kumimoji="1" lang="ja-JP" altLang="en-US"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テスト報告書作成</a:t>
            </a:r>
            <a:r>
              <a:rPr lang="ja-JP" altLang="ja-JP" sz="2000" b="0" dirty="0">
                <a:solidFill>
                  <a:schemeClr val="tx1"/>
                </a:solidFill>
                <a:latin typeface="Meiryo UI" panose="020B0604030504040204" pitchFamily="50" charset="-128"/>
                <a:ea typeface="Meiryo UI" panose="020B0604030504040204" pitchFamily="50" charset="-128"/>
              </a:rPr>
              <a:t>自動化</a:t>
            </a:r>
            <a:r>
              <a:rPr lang="ja-JP" altLang="en-US" sz="2000" b="0" dirty="0">
                <a:solidFill>
                  <a:schemeClr val="tx1"/>
                </a:solidFill>
                <a:latin typeface="Meiryo UI" panose="020B0604030504040204" pitchFamily="50" charset="-128"/>
                <a:ea typeface="Meiryo UI" panose="020B0604030504040204" pitchFamily="50" charset="-128"/>
              </a:rPr>
              <a:t>推進に関する報告</a:t>
            </a:r>
            <a:r>
              <a:rPr lang="ja-JP" altLang="ja-JP" sz="2000" b="0" dirty="0">
                <a:solidFill>
                  <a:schemeClr val="tx1"/>
                </a:solidFill>
                <a:latin typeface="Meiryo UI" panose="020B0604030504040204" pitchFamily="50" charset="-128"/>
                <a:ea typeface="Meiryo UI" panose="020B0604030504040204" pitchFamily="50" charset="-128"/>
              </a:rPr>
              <a:t>について</a:t>
            </a:r>
            <a:endParaRPr lang="ja-JP" altLang="en-US" sz="2000" b="0" kern="0" dirty="0">
              <a:solidFill>
                <a:prstClr val="black"/>
              </a:solidFill>
              <a:latin typeface="Meiryo UI" panose="020B0604030504040204" pitchFamily="50" charset="-128"/>
              <a:ea typeface="Meiryo UI" panose="020B0604030504040204" pitchFamily="50" charset="-128"/>
            </a:endParaRPr>
          </a:p>
        </p:txBody>
      </p:sp>
      <p:sp>
        <p:nvSpPr>
          <p:cNvPr id="68" name="Rectangle 281">
            <a:extLst>
              <a:ext uri="{FF2B5EF4-FFF2-40B4-BE49-F238E27FC236}">
                <a16:creationId xmlns:a16="http://schemas.microsoft.com/office/drawing/2014/main" id="{3325F826-1B07-73A7-F220-37FE1263D092}"/>
              </a:ext>
            </a:extLst>
          </p:cNvPr>
          <p:cNvSpPr>
            <a:spLocks noChangeArrowheads="1"/>
          </p:cNvSpPr>
          <p:nvPr/>
        </p:nvSpPr>
        <p:spPr bwMode="auto">
          <a:xfrm>
            <a:off x="695395" y="771978"/>
            <a:ext cx="9120954" cy="1051637"/>
          </a:xfrm>
          <a:prstGeom prst="rect">
            <a:avLst/>
          </a:prstGeom>
          <a:solidFill>
            <a:schemeClr val="bg1"/>
          </a:solidFill>
          <a:ln w="9525">
            <a:solidFill>
              <a:schemeClr val="bg1">
                <a:lumMod val="50000"/>
              </a:schemeClr>
            </a:solidFill>
            <a:miter lim="800000"/>
            <a:headEnd/>
            <a:tailEnd/>
          </a:ln>
          <a:effectLst/>
        </p:spPr>
        <p:txBody>
          <a:bodyPr lIns="72000" tIns="72000" rIns="0" bIns="72000" anchor="ctr" anchorCtr="0"/>
          <a:lstStyle/>
          <a:p>
            <a:pPr marL="180975" indent="-180975" fontAlgn="auto">
              <a:spcBef>
                <a:spcPts val="0"/>
              </a:spcBef>
              <a:spcAft>
                <a:spcPts val="400"/>
              </a:spcAft>
              <a:buClr>
                <a:srgbClr val="0070C0"/>
              </a:buClr>
              <a:buSzPct val="100000"/>
              <a:buFont typeface="Wingdings" pitchFamily="2" charset="2"/>
              <a:buChar char="Ø"/>
              <a:defRPr/>
            </a:pPr>
            <a:r>
              <a:rPr lang="ja-JP" altLang="en-US" dirty="0">
                <a:latin typeface="Meiryo UI" panose="020B0604030504040204" pitchFamily="50" charset="-128"/>
                <a:ea typeface="Meiryo UI" panose="020B0604030504040204" pitchFamily="50" charset="-128"/>
              </a:rPr>
              <a:t>現状、</a:t>
            </a:r>
            <a:r>
              <a:rPr lang="en-US" altLang="ja-JP" dirty="0">
                <a:latin typeface="Meiryo UI" panose="020B0604030504040204" pitchFamily="50" charset="-128"/>
                <a:ea typeface="Meiryo UI" panose="020B0604030504040204" pitchFamily="50" charset="-128"/>
              </a:rPr>
              <a:t>SMART</a:t>
            </a:r>
            <a:r>
              <a:rPr lang="ja-JP" altLang="en-US" dirty="0">
                <a:latin typeface="Meiryo UI" panose="020B0604030504040204" pitchFamily="50" charset="-128"/>
                <a:ea typeface="Meiryo UI" panose="020B0604030504040204" pitchFamily="50" charset="-128"/>
              </a:rPr>
              <a:t>ではテスト報告書作成作業は開発工程の</a:t>
            </a:r>
            <a:r>
              <a:rPr lang="en-US" altLang="ja-JP" dirty="0">
                <a:latin typeface="Meiryo UI" panose="020B0604030504040204" pitchFamily="50" charset="-128"/>
                <a:ea typeface="Meiryo UI" panose="020B0604030504040204" pitchFamily="50" charset="-128"/>
              </a:rPr>
              <a:t>2</a:t>
            </a:r>
            <a:r>
              <a:rPr lang="ja-JP" altLang="en-US" dirty="0">
                <a:latin typeface="Meiryo UI" panose="020B0604030504040204" pitchFamily="50" charset="-128"/>
                <a:ea typeface="Meiryo UI" panose="020B0604030504040204" pitchFamily="50" charset="-128"/>
              </a:rPr>
              <a:t>割を占めている。</a:t>
            </a:r>
            <a:endParaRPr lang="en-US" altLang="ja-JP" dirty="0">
              <a:latin typeface="Meiryo UI" panose="020B0604030504040204" pitchFamily="50" charset="-128"/>
              <a:ea typeface="Meiryo UI" panose="020B0604030504040204" pitchFamily="50" charset="-128"/>
            </a:endParaRPr>
          </a:p>
          <a:p>
            <a:pPr marL="180975" indent="-180975" fontAlgn="auto">
              <a:spcBef>
                <a:spcPts val="0"/>
              </a:spcBef>
              <a:spcAft>
                <a:spcPts val="400"/>
              </a:spcAft>
              <a:buClr>
                <a:srgbClr val="0070C0"/>
              </a:buClr>
              <a:buSzPct val="100000"/>
              <a:buFont typeface="Wingdings" pitchFamily="2" charset="2"/>
              <a:buChar char="Ø"/>
              <a:defRPr/>
            </a:pPr>
            <a:r>
              <a:rPr lang="ja-JP" altLang="en-US" dirty="0">
                <a:latin typeface="Meiryo UI" panose="020B0604030504040204" pitchFamily="50" charset="-128"/>
                <a:ea typeface="Meiryo UI" panose="020B0604030504040204" pitchFamily="50" charset="-128"/>
              </a:rPr>
              <a:t>この作業は、</a:t>
            </a:r>
            <a:r>
              <a:rPr lang="en-US" altLang="ja-JP" dirty="0">
                <a:latin typeface="Meiryo UI" panose="020B0604030504040204" pitchFamily="50" charset="-128"/>
                <a:ea typeface="Meiryo UI" panose="020B0604030504040204" pitchFamily="50" charset="-128"/>
              </a:rPr>
              <a:t>PGM</a:t>
            </a:r>
            <a:r>
              <a:rPr lang="ja-JP" altLang="en-US" dirty="0">
                <a:latin typeface="Meiryo UI" panose="020B0604030504040204" pitchFamily="50" charset="-128"/>
                <a:ea typeface="Meiryo UI" panose="020B0604030504040204" pitchFamily="50" charset="-128"/>
              </a:rPr>
              <a:t>類型ごとの単体テスト基準がありますが、</a:t>
            </a:r>
            <a:r>
              <a:rPr lang="en-US" altLang="ja-JP" dirty="0">
                <a:latin typeface="Meiryo UI" panose="020B0604030504040204" pitchFamily="50" charset="-128"/>
                <a:ea typeface="Meiryo UI" panose="020B0604030504040204" pitchFamily="50" charset="-128"/>
              </a:rPr>
              <a:t>PGM</a:t>
            </a:r>
            <a:r>
              <a:rPr lang="ja-JP" altLang="en-US" dirty="0">
                <a:latin typeface="Meiryo UI" panose="020B0604030504040204" pitchFamily="50" charset="-128"/>
                <a:ea typeface="Meiryo UI" panose="020B0604030504040204" pitchFamily="50" charset="-128"/>
              </a:rPr>
              <a:t>の難易度と</a:t>
            </a:r>
            <a:r>
              <a:rPr lang="en-US" altLang="ja-JP" dirty="0">
                <a:latin typeface="Meiryo UI" panose="020B0604030504040204" pitchFamily="50" charset="-128"/>
                <a:ea typeface="Meiryo UI" panose="020B0604030504040204" pitchFamily="50" charset="-128"/>
              </a:rPr>
              <a:t>Excel</a:t>
            </a:r>
            <a:r>
              <a:rPr lang="ja-JP" altLang="en-US" dirty="0">
                <a:latin typeface="Meiryo UI" panose="020B0604030504040204" pitchFamily="50" charset="-128"/>
                <a:ea typeface="Meiryo UI" panose="020B0604030504040204" pitchFamily="50" charset="-128"/>
              </a:rPr>
              <a:t>の</a:t>
            </a:r>
            <a:r>
              <a:rPr lang="ja-JP" altLang="en-US"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熟練度</a:t>
            </a:r>
            <a:r>
              <a:rPr lang="ja-JP" altLang="en-US" dirty="0">
                <a:latin typeface="Meiryo UI" panose="020B0604030504040204" pitchFamily="50" charset="-128"/>
                <a:ea typeface="Meiryo UI" panose="020B0604030504040204" pitchFamily="50" charset="-128"/>
              </a:rPr>
              <a:t>より、属人化傾向が高まっている。</a:t>
            </a:r>
            <a:endParaRPr lang="en-US" altLang="ja-JP" dirty="0">
              <a:latin typeface="Meiryo UI" panose="020B0604030504040204" pitchFamily="50" charset="-128"/>
              <a:ea typeface="Meiryo UI" panose="020B0604030504040204" pitchFamily="50" charset="-128"/>
            </a:endParaRPr>
          </a:p>
          <a:p>
            <a:pPr marL="180975" indent="-180975" fontAlgn="auto">
              <a:spcBef>
                <a:spcPts val="0"/>
              </a:spcBef>
              <a:spcAft>
                <a:spcPts val="400"/>
              </a:spcAft>
              <a:buClr>
                <a:srgbClr val="0070C0"/>
              </a:buClr>
              <a:buSzPct val="100000"/>
              <a:buFont typeface="Wingdings" pitchFamily="2" charset="2"/>
              <a:buChar char="Ø"/>
              <a:defRPr/>
            </a:pPr>
            <a:r>
              <a:rPr lang="ja-JP" altLang="en-US" dirty="0">
                <a:latin typeface="Meiryo UI" panose="020B0604030504040204" pitchFamily="50" charset="-128"/>
                <a:ea typeface="Meiryo UI" panose="020B0604030504040204" pitchFamily="50" charset="-128"/>
              </a:rPr>
              <a:t>それに伴い、若手でも対応できるよう、全ての</a:t>
            </a:r>
            <a:r>
              <a:rPr lang="en-US" altLang="ja-JP" dirty="0">
                <a:latin typeface="Meiryo UI" panose="020B0604030504040204" pitchFamily="50" charset="-128"/>
                <a:ea typeface="Meiryo UI" panose="020B0604030504040204" pitchFamily="50" charset="-128"/>
              </a:rPr>
              <a:t>PGM</a:t>
            </a:r>
            <a:r>
              <a:rPr lang="ja-JP" altLang="en-US" dirty="0">
                <a:latin typeface="Meiryo UI" panose="020B0604030504040204" pitchFamily="50" charset="-128"/>
                <a:ea typeface="Meiryo UI" panose="020B0604030504040204" pitchFamily="50" charset="-128"/>
              </a:rPr>
              <a:t>類型を対象に、生成式</a:t>
            </a:r>
            <a:r>
              <a:rPr lang="en-US" altLang="ja-JP" dirty="0">
                <a:latin typeface="Meiryo UI" panose="020B0604030504040204" pitchFamily="50" charset="-128"/>
                <a:ea typeface="Meiryo UI" panose="020B0604030504040204" pitchFamily="50" charset="-128"/>
              </a:rPr>
              <a:t>AI</a:t>
            </a:r>
            <a:r>
              <a:rPr lang="ja-JP" altLang="en-US" dirty="0">
                <a:latin typeface="Meiryo UI" panose="020B0604030504040204" pitchFamily="50" charset="-128"/>
                <a:ea typeface="Meiryo UI" panose="020B0604030504040204" pitchFamily="50" charset="-128"/>
              </a:rPr>
              <a:t>技術を活用し、ツール化を行う。</a:t>
            </a:r>
            <a:endParaRPr lang="en-US" altLang="ja-JP" dirty="0">
              <a:latin typeface="Meiryo UI" panose="020B0604030504040204" pitchFamily="50" charset="-128"/>
              <a:ea typeface="Meiryo UI" panose="020B0604030504040204" pitchFamily="50" charset="-128"/>
            </a:endParaRPr>
          </a:p>
          <a:p>
            <a:pPr marL="180975" indent="-180975" fontAlgn="auto">
              <a:spcBef>
                <a:spcPts val="0"/>
              </a:spcBef>
              <a:spcAft>
                <a:spcPts val="400"/>
              </a:spcAft>
              <a:buClr>
                <a:srgbClr val="0070C0"/>
              </a:buClr>
              <a:buSzPct val="100000"/>
              <a:buFont typeface="Wingdings" pitchFamily="2" charset="2"/>
              <a:buChar char="Ø"/>
              <a:defRPr/>
            </a:pPr>
            <a:r>
              <a:rPr kumimoji="0" lang="ja-JP" altLang="en-US" sz="1200" b="0" i="0" u="none" strike="noStrike" kern="1200" cap="none" spc="0" normalizeH="0" baseline="0" noProof="0" dirty="0">
                <a:ln>
                  <a:noFill/>
                </a:ln>
                <a:solidFill>
                  <a:prstClr val="black"/>
                </a:solidFill>
                <a:effectLst/>
                <a:uLnTx/>
                <a:uFillTx/>
                <a:latin typeface="Meiryo UI" pitchFamily="50" charset="-128"/>
                <a:ea typeface="Meiryo UI" pitchFamily="50" charset="-128"/>
                <a:cs typeface="Meiryo UI" pitchFamily="50" charset="-128"/>
              </a:rPr>
              <a:t>本頁では、</a:t>
            </a:r>
            <a:r>
              <a:rPr lang="ja-JP" altLang="en-US"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同様な取り組みを行っている他本部に対して、組織的な連携・展開を目的として、具体的な取り組みについてご報告する。</a:t>
            </a:r>
            <a:endParaRPr kumimoji="0" lang="en-US" altLang="ja-JP" kern="0" dirty="0">
              <a:solidFill>
                <a:prstClr val="black"/>
              </a:solidFill>
              <a:latin typeface="Meiryo UI" pitchFamily="50" charset="-128"/>
              <a:ea typeface="Meiryo UI" pitchFamily="50" charset="-128"/>
              <a:cs typeface="Meiryo UI" pitchFamily="50" charset="-128"/>
            </a:endParaRPr>
          </a:p>
        </p:txBody>
      </p:sp>
      <p:sp>
        <p:nvSpPr>
          <p:cNvPr id="69" name="正方形/長方形 68">
            <a:extLst>
              <a:ext uri="{FF2B5EF4-FFF2-40B4-BE49-F238E27FC236}">
                <a16:creationId xmlns:a16="http://schemas.microsoft.com/office/drawing/2014/main" id="{E791BA4E-B9F4-18E2-07DD-7544246CE31A}"/>
              </a:ext>
            </a:extLst>
          </p:cNvPr>
          <p:cNvSpPr/>
          <p:nvPr/>
        </p:nvSpPr>
        <p:spPr bwMode="auto">
          <a:xfrm>
            <a:off x="272480" y="773088"/>
            <a:ext cx="399600" cy="1051637"/>
          </a:xfrm>
          <a:prstGeom prst="rect">
            <a:avLst/>
          </a:prstGeom>
          <a:solidFill>
            <a:srgbClr val="376092"/>
          </a:solidFill>
          <a:ln w="12700" cap="flat" cmpd="sng" algn="ctr">
            <a:solidFill>
              <a:sysClr val="window" lastClr="FFFFFF">
                <a:lumMod val="50000"/>
              </a:sysClr>
            </a:solidFill>
            <a:prstDash val="solid"/>
            <a:headEnd type="none" w="med" len="med"/>
            <a:tailEnd type="none" w="med" len="med"/>
          </a:ln>
          <a:effectLst/>
        </p:spPr>
        <p:txBody>
          <a:bodyPr rot="0" spcFirstLastPara="0" vert="horz" wrap="none" lIns="90000" tIns="0" rIns="91440" bIns="0" numCol="1" spcCol="0" rtlCol="0" fromWordArt="0" anchor="ctr" anchorCtr="1"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概</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要</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p:txBody>
      </p:sp>
      <p:sp>
        <p:nvSpPr>
          <p:cNvPr id="7" name="正方形/長方形 6">
            <a:extLst>
              <a:ext uri="{FF2B5EF4-FFF2-40B4-BE49-F238E27FC236}">
                <a16:creationId xmlns:a16="http://schemas.microsoft.com/office/drawing/2014/main" id="{9AE887A2-0351-220C-5A15-5774C442065D}"/>
              </a:ext>
            </a:extLst>
          </p:cNvPr>
          <p:cNvSpPr/>
          <p:nvPr/>
        </p:nvSpPr>
        <p:spPr bwMode="auto">
          <a:xfrm>
            <a:off x="272480" y="1877311"/>
            <a:ext cx="399600" cy="3711929"/>
          </a:xfrm>
          <a:prstGeom prst="rect">
            <a:avLst/>
          </a:prstGeom>
          <a:solidFill>
            <a:srgbClr val="376092"/>
          </a:solidFill>
          <a:ln w="12700" cap="flat" cmpd="sng" algn="ctr">
            <a:solidFill>
              <a:sysClr val="window" lastClr="FFFFFF">
                <a:lumMod val="50000"/>
              </a:sysClr>
            </a:solidFill>
            <a:prstDash val="solid"/>
            <a:headEnd type="none" w="med" len="med"/>
            <a:tailEnd type="none" w="med" len="med"/>
          </a:ln>
          <a:effectLst/>
        </p:spPr>
        <p:txBody>
          <a:bodyPr rot="0" spcFirstLastPara="0" vert="eaVert" wrap="none" lIns="90000" tIns="0" rIns="91440" bIns="0" numCol="1" spcCol="0" rtlCol="0" fromWordArt="0" anchor="ctr" anchorCtr="1"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b="1" kern="0" spc="300" dirty="0">
                <a:solidFill>
                  <a:prstClr val="white"/>
                </a:solidFill>
                <a:latin typeface="Meiryo UI" pitchFamily="50" charset="-128"/>
                <a:ea typeface="Meiryo UI" pitchFamily="50" charset="-128"/>
                <a:cs typeface="Meiryo UI" pitchFamily="50" charset="-128"/>
              </a:rPr>
              <a:t>ツール</a:t>
            </a: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のイメージ</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p:txBody>
      </p:sp>
      <p:sp>
        <p:nvSpPr>
          <p:cNvPr id="10" name="テキスト ボックス 28">
            <a:extLst>
              <a:ext uri="{FF2B5EF4-FFF2-40B4-BE49-F238E27FC236}">
                <a16:creationId xmlns:a16="http://schemas.microsoft.com/office/drawing/2014/main" id="{904F55E8-AC47-DD7F-996D-38A9C0CA1897}"/>
              </a:ext>
            </a:extLst>
          </p:cNvPr>
          <p:cNvSpPr txBox="1">
            <a:spLocks noChangeArrowheads="1"/>
          </p:cNvSpPr>
          <p:nvPr/>
        </p:nvSpPr>
        <p:spPr bwMode="auto">
          <a:xfrm>
            <a:off x="695394" y="1877311"/>
            <a:ext cx="9120953" cy="3711929"/>
          </a:xfrm>
          <a:prstGeom prst="rect">
            <a:avLst/>
          </a:prstGeom>
          <a:solidFill>
            <a:schemeClr val="bg1"/>
          </a:solidFill>
          <a:ln w="12700">
            <a:solidFill>
              <a:schemeClr val="bg1">
                <a:lumMod val="65000"/>
              </a:schemeClr>
            </a:solidFill>
            <a:miter lim="800000"/>
            <a:headEnd/>
            <a:tailEnd/>
          </a:ln>
          <a:effectLst/>
        </p:spPr>
        <p:txBody>
          <a:bodyPr lIns="72000" tIns="36000" rIns="72000" bIns="36000" anchor="t"/>
          <a:lstStyle>
            <a:defPPr>
              <a:defRPr lang="ja-JP"/>
            </a:defPPr>
            <a:lvl1pPr marL="171450" indent="-171450" defTabSz="1395413" eaLnBrk="1" fontAlgn="ctr" latinLnBrk="0" hangingPunct="1">
              <a:spcAft>
                <a:spcPct val="10000"/>
              </a:spcAft>
              <a:buClr>
                <a:srgbClr val="6699FF"/>
              </a:buClr>
              <a:buSzPct val="100000"/>
              <a:buFont typeface="Wingdings" panose="05000000000000000000" pitchFamily="2" charset="2"/>
              <a:buChar char="ü"/>
              <a:defRPr sz="1400"/>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fontAlgn="base">
              <a:spcAft>
                <a:spcPts val="300"/>
              </a:spcAft>
              <a:buClr>
                <a:srgbClr val="4F81BD"/>
              </a:buClr>
              <a:buFont typeface="Wingdings" pitchFamily="2" charset="2"/>
              <a:buChar char="u"/>
            </a:pPr>
            <a:r>
              <a:rPr lang="en-US" altLang="ja-JP"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SMART</a:t>
            </a:r>
            <a:r>
              <a:rPr lang="ja-JP" altLang="en-US"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システムにおけるテスト報告書作業の現状と改善後を以下に記載する。</a:t>
            </a:r>
            <a:endParaRPr lang="en-US" altLang="ja-JP"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 name="AutoShape 257">
            <a:hlinkClick r:id="" action="ppaction://noaction"/>
            <a:extLst>
              <a:ext uri="{FF2B5EF4-FFF2-40B4-BE49-F238E27FC236}">
                <a16:creationId xmlns:a16="http://schemas.microsoft.com/office/drawing/2014/main" id="{4830E9AC-D1EF-A26F-83D3-D81F9AFDB79E}"/>
              </a:ext>
            </a:extLst>
          </p:cNvPr>
          <p:cNvSpPr>
            <a:spLocks noChangeArrowheads="1"/>
          </p:cNvSpPr>
          <p:nvPr/>
        </p:nvSpPr>
        <p:spPr bwMode="auto">
          <a:xfrm>
            <a:off x="1107933" y="2396432"/>
            <a:ext cx="593682"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10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詳細設計</a:t>
            </a:r>
            <a:endParaRPr lang="en-US" altLang="ja-JP" sz="10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3" name="AutoShape 257">
            <a:hlinkClick r:id="" action="ppaction://noaction"/>
            <a:extLst>
              <a:ext uri="{FF2B5EF4-FFF2-40B4-BE49-F238E27FC236}">
                <a16:creationId xmlns:a16="http://schemas.microsoft.com/office/drawing/2014/main" id="{0A92B79C-EA70-409A-7192-DDA45BFE919C}"/>
              </a:ext>
            </a:extLst>
          </p:cNvPr>
          <p:cNvSpPr>
            <a:spLocks noChangeArrowheads="1"/>
          </p:cNvSpPr>
          <p:nvPr/>
        </p:nvSpPr>
        <p:spPr bwMode="auto">
          <a:xfrm>
            <a:off x="3795670" y="2196612"/>
            <a:ext cx="756000"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中間成果物（</a:t>
            </a:r>
            <a:r>
              <a:rPr lang="en-US" altLang="ja-JP"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EXCEL</a:t>
            </a: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版）</a:t>
            </a:r>
            <a:endParaRPr lang="en-US" altLang="ja-JP"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AutoShape 257">
            <a:hlinkClick r:id="" action="ppaction://noaction"/>
            <a:extLst>
              <a:ext uri="{FF2B5EF4-FFF2-40B4-BE49-F238E27FC236}">
                <a16:creationId xmlns:a16="http://schemas.microsoft.com/office/drawing/2014/main" id="{A6B4A5FC-1E8E-2C75-585B-B0DBA2BC6B03}"/>
              </a:ext>
            </a:extLst>
          </p:cNvPr>
          <p:cNvSpPr>
            <a:spLocks noChangeArrowheads="1"/>
          </p:cNvSpPr>
          <p:nvPr/>
        </p:nvSpPr>
        <p:spPr bwMode="auto">
          <a:xfrm>
            <a:off x="6802672" y="2227428"/>
            <a:ext cx="756000"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テスト報告</a:t>
            </a:r>
            <a:r>
              <a:rPr lang="zh-TW"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書</a:t>
            </a: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EXCEL</a:t>
            </a: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版）</a:t>
            </a:r>
          </a:p>
        </p:txBody>
      </p:sp>
      <p:sp>
        <p:nvSpPr>
          <p:cNvPr id="15" name="矩形 10">
            <a:extLst>
              <a:ext uri="{FF2B5EF4-FFF2-40B4-BE49-F238E27FC236}">
                <a16:creationId xmlns:a16="http://schemas.microsoft.com/office/drawing/2014/main" id="{4CFA2A7B-7D7C-7CE4-0D03-E3CDDF8AE082}"/>
              </a:ext>
            </a:extLst>
          </p:cNvPr>
          <p:cNvSpPr/>
          <p:nvPr/>
        </p:nvSpPr>
        <p:spPr>
          <a:xfrm>
            <a:off x="770595" y="2155363"/>
            <a:ext cx="288000" cy="1728000"/>
          </a:xfrm>
          <a:prstGeom prst="rect">
            <a:avLst/>
          </a:prstGeom>
          <a:solidFill>
            <a:srgbClr val="4F81BD"/>
          </a:solidFill>
          <a:ln w="19050" cap="flat" cmpd="sng" algn="ctr">
            <a:noFill/>
            <a:prstDash val="solid"/>
            <a:headEnd type="none" w="med" len="med"/>
            <a:tailEnd type="none" w="med" len="med"/>
          </a:ln>
          <a:effectLst/>
        </p:spPr>
        <p:txBody>
          <a:bodyPr vert="horz" wrap="none" lIns="90000" tIns="0" rIns="91440" bIns="0" numCol="1" rtlCol="0" anchor="ctr" anchorCtr="0" compatLnSpc="1">
            <a:prstTxWarp prst="textNoShape">
              <a:avLst/>
            </a:prstTxWarp>
          </a:bodyPr>
          <a:lstStyle/>
          <a:p>
            <a:pPr algn="ctr" fontAlgn="ctr">
              <a:spcBef>
                <a:spcPts val="300"/>
              </a:spcBef>
              <a:spcAft>
                <a:spcPct val="10000"/>
              </a:spcAft>
              <a:buClr>
                <a:srgbClr val="647E9E"/>
              </a:buClr>
              <a:buSzPct val="80000"/>
              <a:buFont typeface="Wingdings" pitchFamily="2" charset="2"/>
              <a:buNone/>
            </a:pPr>
            <a:r>
              <a:rPr kumimoji="0" lang="ja-JP"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現</a:t>
            </a:r>
            <a:endParaRPr kumimoji="0" lang="en-US" altLang="ja-JP"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a:p>
            <a:pPr algn="ctr" fontAlgn="ctr">
              <a:spcBef>
                <a:spcPts val="300"/>
              </a:spcBef>
              <a:spcAft>
                <a:spcPct val="10000"/>
              </a:spcAft>
              <a:buClr>
                <a:srgbClr val="647E9E"/>
              </a:buClr>
              <a:buSzPct val="80000"/>
              <a:buFont typeface="Wingdings" pitchFamily="2" charset="2"/>
              <a:buNone/>
            </a:pPr>
            <a:r>
              <a:rPr kumimoji="0" lang="ja-JP"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状</a:t>
            </a:r>
            <a:endParaRPr kumimoji="0" lang="zh-CN"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 name="矩形 10">
            <a:extLst>
              <a:ext uri="{FF2B5EF4-FFF2-40B4-BE49-F238E27FC236}">
                <a16:creationId xmlns:a16="http://schemas.microsoft.com/office/drawing/2014/main" id="{4F80D858-C179-82C0-CA42-2349339DF444}"/>
              </a:ext>
            </a:extLst>
          </p:cNvPr>
          <p:cNvSpPr/>
          <p:nvPr/>
        </p:nvSpPr>
        <p:spPr>
          <a:xfrm>
            <a:off x="770595" y="4038082"/>
            <a:ext cx="288000" cy="1438612"/>
          </a:xfrm>
          <a:prstGeom prst="rect">
            <a:avLst/>
          </a:prstGeom>
          <a:solidFill>
            <a:srgbClr val="4F81BD"/>
          </a:solidFill>
          <a:ln w="19050" cap="flat" cmpd="sng" algn="ctr">
            <a:noFill/>
            <a:prstDash val="solid"/>
            <a:headEnd type="none" w="med" len="med"/>
            <a:tailEnd type="none" w="med" len="med"/>
          </a:ln>
          <a:effectLst/>
        </p:spPr>
        <p:txBody>
          <a:bodyPr vert="horz" wrap="none" lIns="90000" tIns="0" rIns="91440" bIns="0" numCol="1" rtlCol="0" anchor="ctr" anchorCtr="0" compatLnSpc="1">
            <a:prstTxWarp prst="textNoShape">
              <a:avLst/>
            </a:prstTxWarp>
          </a:bodyPr>
          <a:lstStyle/>
          <a:p>
            <a:pPr algn="ctr" fontAlgn="ctr">
              <a:spcBef>
                <a:spcPts val="300"/>
              </a:spcBef>
              <a:spcAft>
                <a:spcPct val="10000"/>
              </a:spcAft>
              <a:buClr>
                <a:srgbClr val="647E9E"/>
              </a:buClr>
              <a:buSzPct val="80000"/>
              <a:buFont typeface="Wingdings" pitchFamily="2" charset="2"/>
              <a:buNone/>
            </a:pPr>
            <a:r>
              <a:rPr kumimoji="0" lang="ja-JP"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改</a:t>
            </a:r>
            <a:endParaRPr kumimoji="0" lang="en-US" altLang="ja-JP"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a:p>
            <a:pPr algn="ctr" fontAlgn="ctr">
              <a:spcBef>
                <a:spcPts val="300"/>
              </a:spcBef>
              <a:spcAft>
                <a:spcPct val="10000"/>
              </a:spcAft>
              <a:buClr>
                <a:srgbClr val="647E9E"/>
              </a:buClr>
              <a:buSzPct val="80000"/>
              <a:buFont typeface="Wingdings" pitchFamily="2" charset="2"/>
              <a:buNone/>
            </a:pPr>
            <a:r>
              <a:rPr kumimoji="0" lang="ja-JP"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善</a:t>
            </a:r>
            <a:endParaRPr kumimoji="0" lang="en-US" altLang="ja-JP"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a:p>
            <a:pPr algn="ctr" fontAlgn="ctr">
              <a:spcBef>
                <a:spcPts val="300"/>
              </a:spcBef>
              <a:spcAft>
                <a:spcPct val="10000"/>
              </a:spcAft>
              <a:buClr>
                <a:srgbClr val="647E9E"/>
              </a:buClr>
              <a:buSzPct val="80000"/>
              <a:buFont typeface="Wingdings" pitchFamily="2" charset="2"/>
              <a:buNone/>
            </a:pPr>
            <a:r>
              <a:rPr kumimoji="0" lang="ja-JP"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後</a:t>
            </a:r>
            <a:endParaRPr kumimoji="0" lang="zh-CN"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7" name="AutoShape 257">
            <a:hlinkClick r:id="" action="ppaction://noaction"/>
            <a:extLst>
              <a:ext uri="{FF2B5EF4-FFF2-40B4-BE49-F238E27FC236}">
                <a16:creationId xmlns:a16="http://schemas.microsoft.com/office/drawing/2014/main" id="{F4B1F0C6-751B-9F7A-9526-2C5659C50C66}"/>
              </a:ext>
            </a:extLst>
          </p:cNvPr>
          <p:cNvSpPr>
            <a:spLocks noChangeArrowheads="1"/>
          </p:cNvSpPr>
          <p:nvPr/>
        </p:nvSpPr>
        <p:spPr bwMode="auto">
          <a:xfrm>
            <a:off x="3469709" y="4288271"/>
            <a:ext cx="588651" cy="612000"/>
          </a:xfrm>
          <a:prstGeom prst="flowChartDocument">
            <a:avLst/>
          </a:prstGeom>
          <a:solidFill>
            <a:schemeClr val="accent3">
              <a:lumMod val="60000"/>
              <a:lumOff val="40000"/>
            </a:schemeClr>
          </a:solidFill>
          <a:ln w="28575">
            <a:solidFill>
              <a:srgbClr val="C00000"/>
            </a:solidFill>
            <a:prstDash val="dash"/>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中間成果物（画面版）</a:t>
            </a:r>
          </a:p>
        </p:txBody>
      </p:sp>
      <p:sp>
        <p:nvSpPr>
          <p:cNvPr id="18" name="AutoShape 257">
            <a:hlinkClick r:id="" action="ppaction://noaction"/>
            <a:extLst>
              <a:ext uri="{FF2B5EF4-FFF2-40B4-BE49-F238E27FC236}">
                <a16:creationId xmlns:a16="http://schemas.microsoft.com/office/drawing/2014/main" id="{FF70EDC7-04BC-027C-4C21-B0EE47A1DF83}"/>
              </a:ext>
            </a:extLst>
          </p:cNvPr>
          <p:cNvSpPr>
            <a:spLocks noChangeArrowheads="1"/>
          </p:cNvSpPr>
          <p:nvPr/>
        </p:nvSpPr>
        <p:spPr bwMode="auto">
          <a:xfrm>
            <a:off x="6852002" y="4288271"/>
            <a:ext cx="765294" cy="559508"/>
          </a:xfrm>
          <a:prstGeom prst="flowChartDocument">
            <a:avLst/>
          </a:prstGeom>
          <a:solidFill>
            <a:schemeClr val="accent3">
              <a:lumMod val="60000"/>
              <a:lumOff val="40000"/>
            </a:schemeClr>
          </a:solidFill>
          <a:ln w="28575">
            <a:solidFill>
              <a:srgbClr val="C00000"/>
            </a:solidFill>
            <a:prstDash val="dash"/>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テスト報告書（</a:t>
            </a:r>
            <a:r>
              <a:rPr lang="en-US" altLang="ja-JP"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EXCEL</a:t>
            </a: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版）</a:t>
            </a:r>
          </a:p>
        </p:txBody>
      </p:sp>
      <p:sp>
        <p:nvSpPr>
          <p:cNvPr id="19" name="正方形/長方形 18">
            <a:extLst>
              <a:ext uri="{FF2B5EF4-FFF2-40B4-BE49-F238E27FC236}">
                <a16:creationId xmlns:a16="http://schemas.microsoft.com/office/drawing/2014/main" id="{6E4BFB06-AB39-22CD-00C3-8ED1404ECB05}"/>
              </a:ext>
            </a:extLst>
          </p:cNvPr>
          <p:cNvSpPr/>
          <p:nvPr/>
        </p:nvSpPr>
        <p:spPr bwMode="auto">
          <a:xfrm>
            <a:off x="5308720" y="4288271"/>
            <a:ext cx="1236977" cy="498340"/>
          </a:xfrm>
          <a:prstGeom prst="rect">
            <a:avLst/>
          </a:prstGeom>
          <a:solidFill>
            <a:schemeClr val="accent3">
              <a:lumMod val="60000"/>
              <a:lumOff val="40000"/>
            </a:schemeClr>
          </a:solidFill>
          <a:ln w="28575">
            <a:solidFill>
              <a:srgbClr val="C00000"/>
            </a:solidFill>
            <a:prstDash val="dash"/>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0000" tIns="0" rIns="91440" bIns="0" numCol="1" rtlCol="0" anchor="ctr" anchorCtr="0" compatLnSpc="1">
            <a:prstTxWarp prst="textNoShape">
              <a:avLst/>
            </a:prstTxWarp>
          </a:bodyPr>
          <a:lstStyle/>
          <a:p>
            <a:pPr>
              <a:spcBef>
                <a:spcPts val="300"/>
              </a:spcBef>
            </a:pPr>
            <a:endParaRPr lang="ja-JP" altLang="en-US" sz="1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20" name="Picture 11" descr="C:\20151123\333.jpg">
            <a:extLst>
              <a:ext uri="{FF2B5EF4-FFF2-40B4-BE49-F238E27FC236}">
                <a16:creationId xmlns:a16="http://schemas.microsoft.com/office/drawing/2014/main" id="{8623553A-4013-D1CE-A219-F0EEE37E5B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5290" y="4252199"/>
            <a:ext cx="703837"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正方形/長方形 20">
            <a:extLst>
              <a:ext uri="{FF2B5EF4-FFF2-40B4-BE49-F238E27FC236}">
                <a16:creationId xmlns:a16="http://schemas.microsoft.com/office/drawing/2014/main" id="{E6181CEB-C9B4-1D76-31F4-68F7FA407179}"/>
              </a:ext>
            </a:extLst>
          </p:cNvPr>
          <p:cNvSpPr/>
          <p:nvPr/>
        </p:nvSpPr>
        <p:spPr bwMode="auto">
          <a:xfrm>
            <a:off x="1883195" y="4288271"/>
            <a:ext cx="1373239" cy="498340"/>
          </a:xfrm>
          <a:prstGeom prst="rect">
            <a:avLst/>
          </a:prstGeom>
          <a:solidFill>
            <a:schemeClr val="accent3">
              <a:lumMod val="60000"/>
              <a:lumOff val="40000"/>
            </a:schemeClr>
          </a:solidFill>
          <a:ln w="28575">
            <a:solidFill>
              <a:srgbClr val="C00000"/>
            </a:solidFill>
            <a:prstDash val="dash"/>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0000" tIns="0" rIns="91440" bIns="0" numCol="1" rtlCol="0" anchor="ctr" anchorCtr="0" compatLnSpc="1">
            <a:prstTxWarp prst="textNoShape">
              <a:avLst/>
            </a:prstTxWarp>
          </a:bodyPr>
          <a:lstStyle/>
          <a:p>
            <a:pPr>
              <a:spcBef>
                <a:spcPts val="300"/>
              </a:spcBef>
            </a:pPr>
            <a:endParaRPr lang="ja-JP" altLang="en-US" sz="1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22" name="Picture 11" descr="C:\20151123\333.jpg">
            <a:extLst>
              <a:ext uri="{FF2B5EF4-FFF2-40B4-BE49-F238E27FC236}">
                <a16:creationId xmlns:a16="http://schemas.microsoft.com/office/drawing/2014/main" id="{F2631C1A-8DCE-99F2-9659-236150C30E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8551" y="4252199"/>
            <a:ext cx="703837"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AutoShape 257">
            <a:hlinkClick r:id="" action="ppaction://noaction"/>
            <a:extLst>
              <a:ext uri="{FF2B5EF4-FFF2-40B4-BE49-F238E27FC236}">
                <a16:creationId xmlns:a16="http://schemas.microsoft.com/office/drawing/2014/main" id="{0250237A-7E85-426D-7A2F-6B520DE161A2}"/>
              </a:ext>
            </a:extLst>
          </p:cNvPr>
          <p:cNvSpPr>
            <a:spLocks noChangeArrowheads="1"/>
          </p:cNvSpPr>
          <p:nvPr/>
        </p:nvSpPr>
        <p:spPr bwMode="auto">
          <a:xfrm>
            <a:off x="1094631" y="4288271"/>
            <a:ext cx="598330"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10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詳細設計</a:t>
            </a:r>
            <a:endParaRPr lang="en-US" altLang="ja-JP" sz="10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4" name="テキスト ボックス 16">
            <a:extLst>
              <a:ext uri="{FF2B5EF4-FFF2-40B4-BE49-F238E27FC236}">
                <a16:creationId xmlns:a16="http://schemas.microsoft.com/office/drawing/2014/main" id="{2DA554A1-4DB0-11A2-25BC-A30656A2E971}"/>
              </a:ext>
            </a:extLst>
          </p:cNvPr>
          <p:cNvSpPr txBox="1">
            <a:spLocks noChangeArrowheads="1"/>
          </p:cNvSpPr>
          <p:nvPr/>
        </p:nvSpPr>
        <p:spPr bwMode="auto">
          <a:xfrm>
            <a:off x="982427" y="4030720"/>
            <a:ext cx="1890172"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ja-JP" altLang="en-US" sz="1000" b="1" u="sng" dirty="0">
                <a:solidFill>
                  <a:srgbClr val="FF0000"/>
                </a:solidFill>
                <a:latin typeface="Meiryo UI" pitchFamily="50" charset="-128"/>
                <a:ea typeface="Meiryo UI" pitchFamily="50" charset="-128"/>
                <a:cs typeface="Meiryo UI" pitchFamily="50" charset="-128"/>
              </a:rPr>
              <a:t>・赤枠が改善対象</a:t>
            </a:r>
          </a:p>
        </p:txBody>
      </p:sp>
      <p:sp>
        <p:nvSpPr>
          <p:cNvPr id="25" name="二等辺三角形 24">
            <a:extLst>
              <a:ext uri="{FF2B5EF4-FFF2-40B4-BE49-F238E27FC236}">
                <a16:creationId xmlns:a16="http://schemas.microsoft.com/office/drawing/2014/main" id="{DA8CD281-00AC-BD66-F6D6-65A746D24E1C}"/>
              </a:ext>
            </a:extLst>
          </p:cNvPr>
          <p:cNvSpPr/>
          <p:nvPr/>
        </p:nvSpPr>
        <p:spPr bwMode="auto">
          <a:xfrm rot="10800000">
            <a:off x="1921710" y="4055655"/>
            <a:ext cx="1548000" cy="156862"/>
          </a:xfrm>
          <a:prstGeom prst="triangle">
            <a:avLst>
              <a:gd name="adj" fmla="val 49617"/>
            </a:avLst>
          </a:prstGeom>
          <a:solidFill>
            <a:schemeClr val="accent1"/>
          </a:solidFill>
          <a:ln w="15875" algn="ctr">
            <a:noFill/>
            <a:round/>
            <a:headEnd/>
            <a:tailEnd/>
          </a:ln>
          <a:effectLst/>
        </p:spPr>
        <p:txBody>
          <a:bodyPr lIns="72000" tIns="0" rIns="72000" bIns="0" anchor="ctr"/>
          <a:lstStyle/>
          <a:p>
            <a:pPr algn="ctr">
              <a:defRPr/>
            </a:pPr>
            <a:endParaRPr lang="ja-JP" altLang="en-US" dirty="0">
              <a:solidFill>
                <a:prstClr val="black"/>
              </a:solidFill>
              <a:latin typeface="Meiryo UI" pitchFamily="50" charset="-128"/>
              <a:ea typeface="Meiryo UI" pitchFamily="50" charset="-128"/>
              <a:cs typeface="Meiryo UI" pitchFamily="50" charset="-128"/>
            </a:endParaRPr>
          </a:p>
        </p:txBody>
      </p:sp>
      <p:sp>
        <p:nvSpPr>
          <p:cNvPr id="26" name="二等辺三角形 25">
            <a:extLst>
              <a:ext uri="{FF2B5EF4-FFF2-40B4-BE49-F238E27FC236}">
                <a16:creationId xmlns:a16="http://schemas.microsoft.com/office/drawing/2014/main" id="{6CAED0AF-EB94-2BFF-5D27-4FA1D9787504}"/>
              </a:ext>
            </a:extLst>
          </p:cNvPr>
          <p:cNvSpPr/>
          <p:nvPr/>
        </p:nvSpPr>
        <p:spPr bwMode="auto">
          <a:xfrm rot="10800000">
            <a:off x="3488459" y="4055655"/>
            <a:ext cx="1548000" cy="156862"/>
          </a:xfrm>
          <a:prstGeom prst="triangle">
            <a:avLst>
              <a:gd name="adj" fmla="val 49617"/>
            </a:avLst>
          </a:prstGeom>
          <a:solidFill>
            <a:schemeClr val="accent1"/>
          </a:solidFill>
          <a:ln w="15875" algn="ctr">
            <a:noFill/>
            <a:round/>
            <a:headEnd/>
            <a:tailEnd/>
          </a:ln>
          <a:effectLst/>
        </p:spPr>
        <p:txBody>
          <a:bodyPr lIns="72000" tIns="0" rIns="72000" bIns="0" anchor="ctr"/>
          <a:lstStyle/>
          <a:p>
            <a:pPr algn="ctr">
              <a:defRPr/>
            </a:pPr>
            <a:endParaRPr lang="ja-JP" altLang="en-US" dirty="0">
              <a:solidFill>
                <a:prstClr val="black"/>
              </a:solidFill>
              <a:latin typeface="Meiryo UI" pitchFamily="50" charset="-128"/>
              <a:ea typeface="Meiryo UI" pitchFamily="50" charset="-128"/>
              <a:cs typeface="Meiryo UI" pitchFamily="50" charset="-128"/>
            </a:endParaRPr>
          </a:p>
        </p:txBody>
      </p:sp>
      <p:sp>
        <p:nvSpPr>
          <p:cNvPr id="27" name="二等辺三角形 26">
            <a:extLst>
              <a:ext uri="{FF2B5EF4-FFF2-40B4-BE49-F238E27FC236}">
                <a16:creationId xmlns:a16="http://schemas.microsoft.com/office/drawing/2014/main" id="{57F7EB78-B7B0-B230-CEC6-B77EAE8ABFBA}"/>
              </a:ext>
            </a:extLst>
          </p:cNvPr>
          <p:cNvSpPr/>
          <p:nvPr/>
        </p:nvSpPr>
        <p:spPr bwMode="auto">
          <a:xfrm rot="10800000">
            <a:off x="5059620" y="4055655"/>
            <a:ext cx="1548000" cy="156862"/>
          </a:xfrm>
          <a:prstGeom prst="triangle">
            <a:avLst>
              <a:gd name="adj" fmla="val 49617"/>
            </a:avLst>
          </a:prstGeom>
          <a:solidFill>
            <a:schemeClr val="accent1"/>
          </a:solidFill>
          <a:ln w="15875" algn="ctr">
            <a:noFill/>
            <a:round/>
            <a:headEnd/>
            <a:tailEnd/>
          </a:ln>
          <a:effectLst/>
        </p:spPr>
        <p:txBody>
          <a:bodyPr lIns="72000" tIns="0" rIns="72000" bIns="0" anchor="ctr"/>
          <a:lstStyle/>
          <a:p>
            <a:pPr algn="ctr">
              <a:defRPr/>
            </a:pPr>
            <a:endParaRPr lang="ja-JP" altLang="en-US" dirty="0">
              <a:solidFill>
                <a:prstClr val="black"/>
              </a:solidFill>
              <a:latin typeface="Meiryo UI" pitchFamily="50" charset="-128"/>
              <a:ea typeface="Meiryo UI" pitchFamily="50" charset="-128"/>
              <a:cs typeface="Meiryo UI" pitchFamily="50" charset="-128"/>
            </a:endParaRPr>
          </a:p>
        </p:txBody>
      </p:sp>
      <p:sp>
        <p:nvSpPr>
          <p:cNvPr id="28" name="正方形/長方形 27">
            <a:extLst>
              <a:ext uri="{FF2B5EF4-FFF2-40B4-BE49-F238E27FC236}">
                <a16:creationId xmlns:a16="http://schemas.microsoft.com/office/drawing/2014/main" id="{86963AD6-F1CB-6D2B-C8BC-46A16DA064A1}"/>
              </a:ext>
            </a:extLst>
          </p:cNvPr>
          <p:cNvSpPr/>
          <p:nvPr/>
        </p:nvSpPr>
        <p:spPr bwMode="auto">
          <a:xfrm>
            <a:off x="1882527" y="3760805"/>
            <a:ext cx="7776000" cy="165885"/>
          </a:xfrm>
          <a:prstGeom prst="rect">
            <a:avLst/>
          </a:prstGeom>
          <a:noFill/>
          <a:ln w="19050">
            <a:solidFill>
              <a:schemeClr val="accent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0000" tIns="0" rIns="91440" bIns="0" numCol="1" rtlCol="0" anchor="ctr" anchorCtr="0" compatLnSpc="1">
            <a:prstTxWarp prst="textNoShape">
              <a:avLst/>
            </a:prstTxWarp>
          </a:bodyPr>
          <a:lstStyle/>
          <a:p>
            <a:pPr fontAlgn="ctr">
              <a:spcBef>
                <a:spcPts val="300"/>
              </a:spcBef>
              <a:spcAft>
                <a:spcPct val="10000"/>
              </a:spcAft>
              <a:buClr>
                <a:srgbClr val="647E9E"/>
              </a:buClr>
              <a:buSzPct val="80000"/>
              <a:buFont typeface="Wingdings" pitchFamily="2" charset="2"/>
              <a:buNone/>
            </a:pPr>
            <a:endParaRPr lang="ja-JP" altLang="en-US" dirty="0">
              <a:solidFill>
                <a:prstClr val="black"/>
              </a:solidFill>
              <a:latin typeface="ＭＳ Ｐゴシック"/>
              <a:cs typeface="Meiryo UI" panose="020B0604030504040204" pitchFamily="50" charset="-128"/>
            </a:endParaRPr>
          </a:p>
        </p:txBody>
      </p:sp>
      <p:sp>
        <p:nvSpPr>
          <p:cNvPr id="29" name="正方形/長方形 28">
            <a:extLst>
              <a:ext uri="{FF2B5EF4-FFF2-40B4-BE49-F238E27FC236}">
                <a16:creationId xmlns:a16="http://schemas.microsoft.com/office/drawing/2014/main" id="{6323A6BC-D9D6-D06D-B1C7-340AB0F7D623}"/>
              </a:ext>
            </a:extLst>
          </p:cNvPr>
          <p:cNvSpPr/>
          <p:nvPr/>
        </p:nvSpPr>
        <p:spPr>
          <a:xfrm>
            <a:off x="2216696" y="5261250"/>
            <a:ext cx="562975" cy="215444"/>
          </a:xfrm>
          <a:prstGeom prst="rect">
            <a:avLst/>
          </a:prstGeom>
        </p:spPr>
        <p:txBody>
          <a:bodyPr wrap="none">
            <a:spAutoFit/>
          </a:bodyPr>
          <a:lstStyle/>
          <a:p>
            <a:r>
              <a:rPr lang="en-US" altLang="ja-JP" sz="800" b="1" dirty="0">
                <a:latin typeface="Meiryo UI" panose="020B0604030504040204" pitchFamily="50" charset="-128"/>
                <a:ea typeface="Meiryo UI" panose="020B0604030504040204" pitchFamily="50" charset="-128"/>
                <a:cs typeface="Meiryo UI" panose="020B0604030504040204" pitchFamily="50" charset="-128"/>
              </a:rPr>
              <a:t>0.5</a:t>
            </a:r>
            <a:r>
              <a:rPr lang="ja-JP" altLang="en-US" sz="800" b="1" dirty="0">
                <a:latin typeface="Meiryo UI" panose="020B0604030504040204" pitchFamily="50" charset="-128"/>
                <a:ea typeface="Meiryo UI" panose="020B0604030504040204" pitchFamily="50" charset="-128"/>
                <a:cs typeface="Meiryo UI" panose="020B0604030504040204" pitchFamily="50" charset="-128"/>
              </a:rPr>
              <a:t>人日</a:t>
            </a:r>
          </a:p>
        </p:txBody>
      </p:sp>
      <p:sp>
        <p:nvSpPr>
          <p:cNvPr id="30" name="正方形/長方形 29">
            <a:extLst>
              <a:ext uri="{FF2B5EF4-FFF2-40B4-BE49-F238E27FC236}">
                <a16:creationId xmlns:a16="http://schemas.microsoft.com/office/drawing/2014/main" id="{71C31A38-C12A-934A-3004-F27C4BF5FB95}"/>
              </a:ext>
            </a:extLst>
          </p:cNvPr>
          <p:cNvSpPr/>
          <p:nvPr/>
        </p:nvSpPr>
        <p:spPr>
          <a:xfrm>
            <a:off x="4434318" y="5256032"/>
            <a:ext cx="458780" cy="215444"/>
          </a:xfrm>
          <a:prstGeom prst="rect">
            <a:avLst/>
          </a:prstGeom>
        </p:spPr>
        <p:txBody>
          <a:bodyPr wrap="none">
            <a:spAutoFit/>
          </a:bodyPr>
          <a:lstStyle/>
          <a:p>
            <a:r>
              <a:rPr lang="en-US" altLang="ja-JP" sz="800" b="1" dirty="0">
                <a:latin typeface="Meiryo UI" panose="020B0604030504040204" pitchFamily="50" charset="-128"/>
                <a:ea typeface="Meiryo UI" panose="020B0604030504040204" pitchFamily="50" charset="-128"/>
                <a:cs typeface="Meiryo UI" panose="020B0604030504040204" pitchFamily="50" charset="-128"/>
              </a:rPr>
              <a:t>1</a:t>
            </a:r>
            <a:r>
              <a:rPr lang="ja-JP" altLang="en-US" sz="800" b="1" dirty="0">
                <a:latin typeface="Meiryo UI" panose="020B0604030504040204" pitchFamily="50" charset="-128"/>
                <a:ea typeface="Meiryo UI" panose="020B0604030504040204" pitchFamily="50" charset="-128"/>
                <a:cs typeface="Meiryo UI" panose="020B0604030504040204" pitchFamily="50" charset="-128"/>
              </a:rPr>
              <a:t>人日</a:t>
            </a:r>
          </a:p>
        </p:txBody>
      </p:sp>
      <p:sp>
        <p:nvSpPr>
          <p:cNvPr id="31" name="正方形/長方形 30">
            <a:extLst>
              <a:ext uri="{FF2B5EF4-FFF2-40B4-BE49-F238E27FC236}">
                <a16:creationId xmlns:a16="http://schemas.microsoft.com/office/drawing/2014/main" id="{2357DC76-E6F5-5C2B-8D09-1217EBBB93A2}"/>
              </a:ext>
            </a:extLst>
          </p:cNvPr>
          <p:cNvSpPr/>
          <p:nvPr/>
        </p:nvSpPr>
        <p:spPr>
          <a:xfrm>
            <a:off x="5641202" y="5261250"/>
            <a:ext cx="562975" cy="215444"/>
          </a:xfrm>
          <a:prstGeom prst="rect">
            <a:avLst/>
          </a:prstGeom>
        </p:spPr>
        <p:txBody>
          <a:bodyPr wrap="none">
            <a:spAutoFit/>
          </a:bodyPr>
          <a:lstStyle/>
          <a:p>
            <a:r>
              <a:rPr lang="en-US" altLang="ja-JP" sz="800" b="1" dirty="0">
                <a:latin typeface="Meiryo UI" panose="020B0604030504040204" pitchFamily="50" charset="-128"/>
                <a:ea typeface="Meiryo UI" panose="020B0604030504040204" pitchFamily="50" charset="-128"/>
                <a:cs typeface="Meiryo UI" panose="020B0604030504040204" pitchFamily="50" charset="-128"/>
              </a:rPr>
              <a:t>0.5</a:t>
            </a:r>
            <a:r>
              <a:rPr lang="ja-JP" altLang="en-US" sz="800" b="1" dirty="0">
                <a:latin typeface="Meiryo UI" panose="020B0604030504040204" pitchFamily="50" charset="-128"/>
                <a:ea typeface="Meiryo UI" panose="020B0604030504040204" pitchFamily="50" charset="-128"/>
                <a:cs typeface="Meiryo UI" panose="020B0604030504040204" pitchFamily="50" charset="-128"/>
              </a:rPr>
              <a:t>人日</a:t>
            </a:r>
          </a:p>
        </p:txBody>
      </p:sp>
      <p:sp>
        <p:nvSpPr>
          <p:cNvPr id="32" name="正方形/長方形 31">
            <a:extLst>
              <a:ext uri="{FF2B5EF4-FFF2-40B4-BE49-F238E27FC236}">
                <a16:creationId xmlns:a16="http://schemas.microsoft.com/office/drawing/2014/main" id="{1E3D66E8-3E31-D299-CA66-B857D98C715B}"/>
              </a:ext>
            </a:extLst>
          </p:cNvPr>
          <p:cNvSpPr/>
          <p:nvPr/>
        </p:nvSpPr>
        <p:spPr>
          <a:xfrm>
            <a:off x="8207240" y="5261250"/>
            <a:ext cx="458780" cy="215444"/>
          </a:xfrm>
          <a:prstGeom prst="rect">
            <a:avLst/>
          </a:prstGeom>
        </p:spPr>
        <p:txBody>
          <a:bodyPr wrap="none">
            <a:spAutoFit/>
          </a:bodyPr>
          <a:lstStyle/>
          <a:p>
            <a:r>
              <a:rPr lang="en-US" altLang="ja-JP" sz="800" b="1" dirty="0">
                <a:latin typeface="Meiryo UI" panose="020B0604030504040204" pitchFamily="50" charset="-128"/>
                <a:ea typeface="Meiryo UI" panose="020B0604030504040204" pitchFamily="50" charset="-128"/>
                <a:cs typeface="Meiryo UI" panose="020B0604030504040204" pitchFamily="50" charset="-128"/>
              </a:rPr>
              <a:t>1</a:t>
            </a:r>
            <a:r>
              <a:rPr lang="ja-JP" altLang="en-US" sz="800" b="1" dirty="0">
                <a:latin typeface="Meiryo UI" panose="020B0604030504040204" pitchFamily="50" charset="-128"/>
                <a:ea typeface="Meiryo UI" panose="020B0604030504040204" pitchFamily="50" charset="-128"/>
                <a:cs typeface="Meiryo UI" panose="020B0604030504040204" pitchFamily="50" charset="-128"/>
              </a:rPr>
              <a:t>人日</a:t>
            </a:r>
          </a:p>
        </p:txBody>
      </p:sp>
      <p:sp>
        <p:nvSpPr>
          <p:cNvPr id="33" name="正方形/長方形 32">
            <a:extLst>
              <a:ext uri="{FF2B5EF4-FFF2-40B4-BE49-F238E27FC236}">
                <a16:creationId xmlns:a16="http://schemas.microsoft.com/office/drawing/2014/main" id="{3FA5EDD0-AD75-1E57-94CF-3ED2740BB323}"/>
              </a:ext>
            </a:extLst>
          </p:cNvPr>
          <p:cNvSpPr/>
          <p:nvPr/>
        </p:nvSpPr>
        <p:spPr bwMode="auto">
          <a:xfrm>
            <a:off x="1882527" y="5280734"/>
            <a:ext cx="7776000" cy="165885"/>
          </a:xfrm>
          <a:prstGeom prst="rect">
            <a:avLst/>
          </a:prstGeom>
          <a:noFill/>
          <a:ln w="19050">
            <a:solidFill>
              <a:schemeClr val="accent1"/>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0000" tIns="0" rIns="91440" bIns="0" numCol="1" rtlCol="0" anchor="ctr" anchorCtr="0" compatLnSpc="1">
            <a:prstTxWarp prst="textNoShape">
              <a:avLst/>
            </a:prstTxWarp>
          </a:bodyPr>
          <a:lstStyle/>
          <a:p>
            <a:pPr fontAlgn="ctr">
              <a:spcBef>
                <a:spcPts val="300"/>
              </a:spcBef>
              <a:spcAft>
                <a:spcPct val="10000"/>
              </a:spcAft>
              <a:buClr>
                <a:srgbClr val="647E9E"/>
              </a:buClr>
              <a:buSzPct val="80000"/>
              <a:buFont typeface="Wingdings" pitchFamily="2" charset="2"/>
              <a:buNone/>
            </a:pPr>
            <a:endParaRPr lang="ja-JP" altLang="en-US" dirty="0">
              <a:solidFill>
                <a:prstClr val="black"/>
              </a:solidFill>
              <a:latin typeface="ＭＳ Ｐゴシック"/>
              <a:cs typeface="Meiryo UI" panose="020B0604030504040204" pitchFamily="50" charset="-128"/>
            </a:endParaRPr>
          </a:p>
        </p:txBody>
      </p:sp>
      <p:sp>
        <p:nvSpPr>
          <p:cNvPr id="34" name="二等辺三角形 33">
            <a:extLst>
              <a:ext uri="{FF2B5EF4-FFF2-40B4-BE49-F238E27FC236}">
                <a16:creationId xmlns:a16="http://schemas.microsoft.com/office/drawing/2014/main" id="{DAB783FE-9A6A-89F8-552C-4846A76762E6}"/>
              </a:ext>
            </a:extLst>
          </p:cNvPr>
          <p:cNvSpPr/>
          <p:nvPr/>
        </p:nvSpPr>
        <p:spPr bwMode="auto">
          <a:xfrm rot="5400000">
            <a:off x="1519504" y="2601819"/>
            <a:ext cx="559508" cy="138732"/>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35" name="二等辺三角形 34">
            <a:extLst>
              <a:ext uri="{FF2B5EF4-FFF2-40B4-BE49-F238E27FC236}">
                <a16:creationId xmlns:a16="http://schemas.microsoft.com/office/drawing/2014/main" id="{14F15625-620B-C0D1-5562-B13D8395FD2D}"/>
              </a:ext>
            </a:extLst>
          </p:cNvPr>
          <p:cNvSpPr/>
          <p:nvPr/>
        </p:nvSpPr>
        <p:spPr bwMode="auto">
          <a:xfrm rot="5400000">
            <a:off x="1516354" y="4477998"/>
            <a:ext cx="559508" cy="138732"/>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41" name="二等辺三角形 40">
            <a:extLst>
              <a:ext uri="{FF2B5EF4-FFF2-40B4-BE49-F238E27FC236}">
                <a16:creationId xmlns:a16="http://schemas.microsoft.com/office/drawing/2014/main" id="{160E5E03-CBC5-A8DA-C626-453D81826E28}"/>
              </a:ext>
            </a:extLst>
          </p:cNvPr>
          <p:cNvSpPr/>
          <p:nvPr/>
        </p:nvSpPr>
        <p:spPr bwMode="auto">
          <a:xfrm rot="5400000">
            <a:off x="3413138" y="2523898"/>
            <a:ext cx="559508" cy="138732"/>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42" name="二等辺三角形 41">
            <a:extLst>
              <a:ext uri="{FF2B5EF4-FFF2-40B4-BE49-F238E27FC236}">
                <a16:creationId xmlns:a16="http://schemas.microsoft.com/office/drawing/2014/main" id="{ACA8164C-EF7E-B240-B8B5-BC289C60C8DA}"/>
              </a:ext>
            </a:extLst>
          </p:cNvPr>
          <p:cNvSpPr/>
          <p:nvPr/>
        </p:nvSpPr>
        <p:spPr bwMode="auto">
          <a:xfrm rot="5400000">
            <a:off x="4173501" y="2743163"/>
            <a:ext cx="1059852" cy="200546"/>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43" name="二等辺三角形 42">
            <a:extLst>
              <a:ext uri="{FF2B5EF4-FFF2-40B4-BE49-F238E27FC236}">
                <a16:creationId xmlns:a16="http://schemas.microsoft.com/office/drawing/2014/main" id="{AA04CB60-7517-4974-043B-8F0985A38147}"/>
              </a:ext>
            </a:extLst>
          </p:cNvPr>
          <p:cNvSpPr/>
          <p:nvPr/>
        </p:nvSpPr>
        <p:spPr bwMode="auto">
          <a:xfrm rot="5400000">
            <a:off x="6325672" y="2474498"/>
            <a:ext cx="648000" cy="138732"/>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45" name="二等辺三角形 44">
            <a:extLst>
              <a:ext uri="{FF2B5EF4-FFF2-40B4-BE49-F238E27FC236}">
                <a16:creationId xmlns:a16="http://schemas.microsoft.com/office/drawing/2014/main" id="{902E223B-1E78-0911-C5BB-EA0DAD6388F7}"/>
              </a:ext>
            </a:extLst>
          </p:cNvPr>
          <p:cNvSpPr/>
          <p:nvPr/>
        </p:nvSpPr>
        <p:spPr bwMode="auto">
          <a:xfrm rot="5400000">
            <a:off x="7225055" y="2599786"/>
            <a:ext cx="919548" cy="113201"/>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46" name="二等辺三角形 45">
            <a:extLst>
              <a:ext uri="{FF2B5EF4-FFF2-40B4-BE49-F238E27FC236}">
                <a16:creationId xmlns:a16="http://schemas.microsoft.com/office/drawing/2014/main" id="{DB20B1DE-73A9-EA1F-298B-6AFE9548616A}"/>
              </a:ext>
            </a:extLst>
          </p:cNvPr>
          <p:cNvSpPr/>
          <p:nvPr/>
        </p:nvSpPr>
        <p:spPr bwMode="auto">
          <a:xfrm rot="5400000">
            <a:off x="4912147" y="4477998"/>
            <a:ext cx="559508" cy="138732"/>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47" name="二等辺三角形 46">
            <a:extLst>
              <a:ext uri="{FF2B5EF4-FFF2-40B4-BE49-F238E27FC236}">
                <a16:creationId xmlns:a16="http://schemas.microsoft.com/office/drawing/2014/main" id="{0ED1AE48-D708-1A20-15A7-1873E7ED8E8F}"/>
              </a:ext>
            </a:extLst>
          </p:cNvPr>
          <p:cNvSpPr/>
          <p:nvPr/>
        </p:nvSpPr>
        <p:spPr bwMode="auto">
          <a:xfrm rot="5400000">
            <a:off x="6416048" y="4477998"/>
            <a:ext cx="559508" cy="138732"/>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48" name="二等辺三角形 47">
            <a:extLst>
              <a:ext uri="{FF2B5EF4-FFF2-40B4-BE49-F238E27FC236}">
                <a16:creationId xmlns:a16="http://schemas.microsoft.com/office/drawing/2014/main" id="{2689910A-A2F2-46DD-740B-CB3932E2613D}"/>
              </a:ext>
            </a:extLst>
          </p:cNvPr>
          <p:cNvSpPr/>
          <p:nvPr/>
        </p:nvSpPr>
        <p:spPr bwMode="auto">
          <a:xfrm rot="5400000">
            <a:off x="7478916" y="4477998"/>
            <a:ext cx="559508" cy="138732"/>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49" name="二等辺三角形 48">
            <a:extLst>
              <a:ext uri="{FF2B5EF4-FFF2-40B4-BE49-F238E27FC236}">
                <a16:creationId xmlns:a16="http://schemas.microsoft.com/office/drawing/2014/main" id="{8AE29454-B060-C42D-EF5E-85B7D2AE92DC}"/>
              </a:ext>
            </a:extLst>
          </p:cNvPr>
          <p:cNvSpPr/>
          <p:nvPr/>
        </p:nvSpPr>
        <p:spPr bwMode="auto">
          <a:xfrm rot="5400000">
            <a:off x="3112215" y="4477998"/>
            <a:ext cx="559508" cy="138732"/>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50" name="二等辺三角形 49">
            <a:extLst>
              <a:ext uri="{FF2B5EF4-FFF2-40B4-BE49-F238E27FC236}">
                <a16:creationId xmlns:a16="http://schemas.microsoft.com/office/drawing/2014/main" id="{78D11DC7-CE75-277C-4055-EDC6E9EDB0F5}"/>
              </a:ext>
            </a:extLst>
          </p:cNvPr>
          <p:cNvSpPr/>
          <p:nvPr/>
        </p:nvSpPr>
        <p:spPr bwMode="auto">
          <a:xfrm rot="5400000">
            <a:off x="3880921" y="4477998"/>
            <a:ext cx="559508" cy="138732"/>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51" name="二等辺三角形 50">
            <a:extLst>
              <a:ext uri="{FF2B5EF4-FFF2-40B4-BE49-F238E27FC236}">
                <a16:creationId xmlns:a16="http://schemas.microsoft.com/office/drawing/2014/main" id="{350BC60F-CC71-D0EE-8BA6-A1C76EB75035}"/>
              </a:ext>
            </a:extLst>
          </p:cNvPr>
          <p:cNvSpPr/>
          <p:nvPr/>
        </p:nvSpPr>
        <p:spPr bwMode="auto">
          <a:xfrm rot="10800000">
            <a:off x="6654186" y="4055656"/>
            <a:ext cx="1548000" cy="156862"/>
          </a:xfrm>
          <a:prstGeom prst="triangle">
            <a:avLst>
              <a:gd name="adj" fmla="val 49617"/>
            </a:avLst>
          </a:prstGeom>
          <a:solidFill>
            <a:schemeClr val="accent1"/>
          </a:solidFill>
          <a:ln w="15875" algn="ctr">
            <a:noFill/>
            <a:round/>
            <a:headEnd/>
            <a:tailEnd/>
          </a:ln>
          <a:effectLst/>
        </p:spPr>
        <p:txBody>
          <a:bodyPr lIns="72000" tIns="0" rIns="72000" bIns="0" anchor="ctr"/>
          <a:lstStyle/>
          <a:p>
            <a:pPr algn="ctr">
              <a:defRPr/>
            </a:pPr>
            <a:endParaRPr lang="ja-JP" altLang="en-US" dirty="0">
              <a:solidFill>
                <a:prstClr val="black"/>
              </a:solidFill>
              <a:latin typeface="Meiryo UI" pitchFamily="50" charset="-128"/>
              <a:ea typeface="Meiryo UI" pitchFamily="50" charset="-128"/>
              <a:cs typeface="Meiryo UI" pitchFamily="50" charset="-128"/>
            </a:endParaRPr>
          </a:p>
        </p:txBody>
      </p:sp>
      <p:sp>
        <p:nvSpPr>
          <p:cNvPr id="52" name="正方形/長方形 51">
            <a:extLst>
              <a:ext uri="{FF2B5EF4-FFF2-40B4-BE49-F238E27FC236}">
                <a16:creationId xmlns:a16="http://schemas.microsoft.com/office/drawing/2014/main" id="{44E27427-AABA-DAB2-C6DC-11981AB62EC8}"/>
              </a:ext>
            </a:extLst>
          </p:cNvPr>
          <p:cNvSpPr/>
          <p:nvPr/>
        </p:nvSpPr>
        <p:spPr>
          <a:xfrm>
            <a:off x="7977336" y="3741321"/>
            <a:ext cx="453970" cy="215444"/>
          </a:xfrm>
          <a:prstGeom prst="rect">
            <a:avLst/>
          </a:prstGeom>
        </p:spPr>
        <p:txBody>
          <a:bodyPr wrap="none">
            <a:spAutoFit/>
          </a:bodyPr>
          <a:lstStyle/>
          <a:p>
            <a:r>
              <a:rPr lang="en-US" altLang="ja-JP" sz="800" dirty="0">
                <a:latin typeface="Meiryo UI" panose="020B0604030504040204" pitchFamily="50" charset="-128"/>
                <a:ea typeface="Meiryo UI" panose="020B0604030504040204" pitchFamily="50" charset="-128"/>
                <a:cs typeface="Meiryo UI" panose="020B0604030504040204" pitchFamily="50" charset="-128"/>
              </a:rPr>
              <a:t>2</a:t>
            </a:r>
            <a:r>
              <a:rPr lang="ja-JP" altLang="en-US" sz="800" dirty="0">
                <a:latin typeface="Meiryo UI" panose="020B0604030504040204" pitchFamily="50" charset="-128"/>
                <a:ea typeface="Meiryo UI" panose="020B0604030504040204" pitchFamily="50" charset="-128"/>
                <a:cs typeface="Meiryo UI" panose="020B0604030504040204" pitchFamily="50" charset="-128"/>
              </a:rPr>
              <a:t>人日</a:t>
            </a:r>
          </a:p>
        </p:txBody>
      </p:sp>
      <p:sp>
        <p:nvSpPr>
          <p:cNvPr id="54" name="正方形/長方形 53">
            <a:extLst>
              <a:ext uri="{FF2B5EF4-FFF2-40B4-BE49-F238E27FC236}">
                <a16:creationId xmlns:a16="http://schemas.microsoft.com/office/drawing/2014/main" id="{E1A3DEBA-2400-E445-C54A-8EF27103C628}"/>
              </a:ext>
            </a:extLst>
          </p:cNvPr>
          <p:cNvSpPr/>
          <p:nvPr/>
        </p:nvSpPr>
        <p:spPr bwMode="auto">
          <a:xfrm>
            <a:off x="7806247" y="2514603"/>
            <a:ext cx="981264" cy="243612"/>
          </a:xfrm>
          <a:prstGeom prst="rect">
            <a:avLst/>
          </a:prstGeom>
          <a:solidFill>
            <a:srgbClr val="647E9E"/>
          </a:solidFill>
          <a:ln w="12700" algn="ctr">
            <a:solidFill>
              <a:srgbClr val="FFFFFF"/>
            </a:solidFill>
            <a:miter lim="800000"/>
            <a:headEnd/>
            <a:tailEnd/>
          </a:ln>
          <a:effectLst>
            <a:outerShdw dist="28398" dir="3806097" algn="ctr" rotWithShape="0">
              <a:srgbClr val="808080"/>
            </a:outerShdw>
          </a:effectLst>
        </p:spPr>
        <p:txBody>
          <a:bodyPr vert="horz" wrap="none" lIns="36000" tIns="36000" rIns="36000" bIns="36000" anchor="ctr"/>
          <a:lstStyle/>
          <a:p>
            <a:pPr algn="l">
              <a:lnSpc>
                <a:spcPct val="100000"/>
              </a:lnSpc>
              <a:spcBef>
                <a:spcPct val="0"/>
              </a:spcBef>
            </a:pPr>
            <a:r>
              <a:rPr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テストケース見直し</a:t>
            </a:r>
          </a:p>
        </p:txBody>
      </p:sp>
      <p:sp>
        <p:nvSpPr>
          <p:cNvPr id="55" name="テキスト ボックス 16">
            <a:extLst>
              <a:ext uri="{FF2B5EF4-FFF2-40B4-BE49-F238E27FC236}">
                <a16:creationId xmlns:a16="http://schemas.microsoft.com/office/drawing/2014/main" id="{C2FB0C0D-B97A-1090-D695-265581DD53F2}"/>
              </a:ext>
            </a:extLst>
          </p:cNvPr>
          <p:cNvSpPr txBox="1">
            <a:spLocks noChangeArrowheads="1"/>
          </p:cNvSpPr>
          <p:nvPr/>
        </p:nvSpPr>
        <p:spPr bwMode="auto">
          <a:xfrm>
            <a:off x="7617296" y="2817640"/>
            <a:ext cx="1323392"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複雑かつ目視確認</a:t>
            </a:r>
          </a:p>
        </p:txBody>
      </p:sp>
      <p:grpSp>
        <p:nvGrpSpPr>
          <p:cNvPr id="58" name="グループ化 57">
            <a:extLst>
              <a:ext uri="{FF2B5EF4-FFF2-40B4-BE49-F238E27FC236}">
                <a16:creationId xmlns:a16="http://schemas.microsoft.com/office/drawing/2014/main" id="{32699095-C15D-FDF9-3FB6-20A73426417A}"/>
              </a:ext>
            </a:extLst>
          </p:cNvPr>
          <p:cNvGrpSpPr/>
          <p:nvPr/>
        </p:nvGrpSpPr>
        <p:grpSpPr>
          <a:xfrm>
            <a:off x="1758008" y="2183939"/>
            <a:ext cx="1832628" cy="1740285"/>
            <a:chOff x="2140528" y="2079442"/>
            <a:chExt cx="1422219" cy="1740285"/>
          </a:xfrm>
        </p:grpSpPr>
        <p:sp>
          <p:nvSpPr>
            <p:cNvPr id="59" name="正方形/長方形 58">
              <a:extLst>
                <a:ext uri="{FF2B5EF4-FFF2-40B4-BE49-F238E27FC236}">
                  <a16:creationId xmlns:a16="http://schemas.microsoft.com/office/drawing/2014/main" id="{383D8372-DB0E-60A0-EBA7-AA7B9A20057D}"/>
                </a:ext>
              </a:extLst>
            </p:cNvPr>
            <p:cNvSpPr/>
            <p:nvPr/>
          </p:nvSpPr>
          <p:spPr bwMode="auto">
            <a:xfrm>
              <a:off x="2240792" y="2079442"/>
              <a:ext cx="1321955" cy="1225857"/>
            </a:xfrm>
            <a:prstGeom prst="rect">
              <a:avLst/>
            </a:prstGeom>
            <a:solidFill>
              <a:schemeClr val="accent4">
                <a:lumMod val="20000"/>
                <a:lumOff val="80000"/>
              </a:schemeClr>
            </a:solidFill>
            <a:ln w="19050">
              <a:no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0000" tIns="0" rIns="91440" bIns="0" numCol="1" rtlCol="0" anchor="ctr" anchorCtr="0" compatLnSpc="1">
              <a:prstTxWarp prst="textNoShape">
                <a:avLst/>
              </a:prstTxWarp>
            </a:bodyPr>
            <a:lstStyle/>
            <a:p>
              <a:pPr>
                <a:spcBef>
                  <a:spcPts val="300"/>
                </a:spcBef>
              </a:pPr>
              <a:endParaRPr lang="ja-JP" altLang="en-US" sz="1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1" name="正方形/長方形 60">
              <a:extLst>
                <a:ext uri="{FF2B5EF4-FFF2-40B4-BE49-F238E27FC236}">
                  <a16:creationId xmlns:a16="http://schemas.microsoft.com/office/drawing/2014/main" id="{9AD6A448-9AE0-1BA2-9C3B-CB7C2A425DA3}"/>
                </a:ext>
              </a:extLst>
            </p:cNvPr>
            <p:cNvSpPr/>
            <p:nvPr/>
          </p:nvSpPr>
          <p:spPr bwMode="auto">
            <a:xfrm>
              <a:off x="2318985" y="2132093"/>
              <a:ext cx="1152000"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①仕様機能</a:t>
              </a:r>
              <a:r>
                <a:rPr lang="zh-TW"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確認</a:t>
              </a:r>
            </a:p>
          </p:txBody>
        </p:sp>
        <p:sp>
          <p:nvSpPr>
            <p:cNvPr id="62" name="正方形/長方形 61">
              <a:extLst>
                <a:ext uri="{FF2B5EF4-FFF2-40B4-BE49-F238E27FC236}">
                  <a16:creationId xmlns:a16="http://schemas.microsoft.com/office/drawing/2014/main" id="{BDB0C87A-6BF6-D235-0D5E-335B17A7F972}"/>
                </a:ext>
              </a:extLst>
            </p:cNvPr>
            <p:cNvSpPr/>
            <p:nvPr/>
          </p:nvSpPr>
          <p:spPr bwMode="auto">
            <a:xfrm>
              <a:off x="2318985" y="2973877"/>
              <a:ext cx="1152000"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④処理条件</a:t>
              </a:r>
              <a:r>
                <a:rPr lang="zh-TW"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確認</a:t>
              </a:r>
            </a:p>
          </p:txBody>
        </p:sp>
        <p:sp>
          <p:nvSpPr>
            <p:cNvPr id="64" name="正方形/長方形 63">
              <a:extLst>
                <a:ext uri="{FF2B5EF4-FFF2-40B4-BE49-F238E27FC236}">
                  <a16:creationId xmlns:a16="http://schemas.microsoft.com/office/drawing/2014/main" id="{391D1D37-0665-4417-268F-D3075E5B00C3}"/>
                </a:ext>
              </a:extLst>
            </p:cNvPr>
            <p:cNvSpPr/>
            <p:nvPr/>
          </p:nvSpPr>
          <p:spPr bwMode="auto">
            <a:xfrm>
              <a:off x="2318985" y="2414927"/>
              <a:ext cx="1152000"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②入出力仕様確認</a:t>
              </a:r>
            </a:p>
          </p:txBody>
        </p:sp>
        <p:sp>
          <p:nvSpPr>
            <p:cNvPr id="65" name="正方形/長方形 64">
              <a:extLst>
                <a:ext uri="{FF2B5EF4-FFF2-40B4-BE49-F238E27FC236}">
                  <a16:creationId xmlns:a16="http://schemas.microsoft.com/office/drawing/2014/main" id="{88937B96-99FB-F89F-97F2-D7F92FBCDE67}"/>
                </a:ext>
              </a:extLst>
            </p:cNvPr>
            <p:cNvSpPr/>
            <p:nvPr/>
          </p:nvSpPr>
          <p:spPr bwMode="auto">
            <a:xfrm>
              <a:off x="2318985" y="2690615"/>
              <a:ext cx="1152000"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③サブ</a:t>
              </a:r>
              <a:r>
                <a:rPr lang="en-US" altLang="ja-JP"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PGM</a:t>
              </a:r>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パラメータ確認</a:t>
              </a:r>
              <a:endParaRPr lang="zh-TW"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6" name="正方形/長方形 65">
              <a:extLst>
                <a:ext uri="{FF2B5EF4-FFF2-40B4-BE49-F238E27FC236}">
                  <a16:creationId xmlns:a16="http://schemas.microsoft.com/office/drawing/2014/main" id="{26C18714-D702-6448-888D-DE3B003DE54A}"/>
                </a:ext>
              </a:extLst>
            </p:cNvPr>
            <p:cNvSpPr/>
            <p:nvPr/>
          </p:nvSpPr>
          <p:spPr>
            <a:xfrm>
              <a:off x="2649505" y="3604283"/>
              <a:ext cx="352305" cy="215444"/>
            </a:xfrm>
            <a:prstGeom prst="rect">
              <a:avLst/>
            </a:prstGeom>
          </p:spPr>
          <p:txBody>
            <a:bodyPr wrap="none">
              <a:spAutoFit/>
            </a:bodyPr>
            <a:lstStyle/>
            <a:p>
              <a:r>
                <a:rPr lang="en-US" altLang="ja-JP" sz="800" dirty="0">
                  <a:latin typeface="Meiryo UI" panose="020B0604030504040204" pitchFamily="50" charset="-128"/>
                  <a:ea typeface="Meiryo UI" panose="020B0604030504040204" pitchFamily="50" charset="-128"/>
                  <a:cs typeface="Meiryo UI" panose="020B0604030504040204" pitchFamily="50" charset="-128"/>
                </a:rPr>
                <a:t>2</a:t>
              </a:r>
              <a:r>
                <a:rPr lang="ja-JP" altLang="en-US" sz="800" dirty="0">
                  <a:latin typeface="Meiryo UI" panose="020B0604030504040204" pitchFamily="50" charset="-128"/>
                  <a:ea typeface="Meiryo UI" panose="020B0604030504040204" pitchFamily="50" charset="-128"/>
                  <a:cs typeface="Meiryo UI" panose="020B0604030504040204" pitchFamily="50" charset="-128"/>
                </a:rPr>
                <a:t>人日</a:t>
              </a:r>
            </a:p>
          </p:txBody>
        </p:sp>
        <p:sp>
          <p:nvSpPr>
            <p:cNvPr id="71" name="テキスト ボックス 16">
              <a:extLst>
                <a:ext uri="{FF2B5EF4-FFF2-40B4-BE49-F238E27FC236}">
                  <a16:creationId xmlns:a16="http://schemas.microsoft.com/office/drawing/2014/main" id="{8665CB9C-EC3F-4A34-8642-F18EEC14043A}"/>
                </a:ext>
              </a:extLst>
            </p:cNvPr>
            <p:cNvSpPr txBox="1">
              <a:spLocks noChangeArrowheads="1"/>
            </p:cNvSpPr>
            <p:nvPr/>
          </p:nvSpPr>
          <p:spPr bwMode="auto">
            <a:xfrm>
              <a:off x="2140528" y="3358062"/>
              <a:ext cx="1402001"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手作業でテスト報告書を作成</a:t>
              </a:r>
            </a:p>
          </p:txBody>
        </p:sp>
      </p:grpSp>
      <p:grpSp>
        <p:nvGrpSpPr>
          <p:cNvPr id="76" name="グループ化 75">
            <a:extLst>
              <a:ext uri="{FF2B5EF4-FFF2-40B4-BE49-F238E27FC236}">
                <a16:creationId xmlns:a16="http://schemas.microsoft.com/office/drawing/2014/main" id="{A5BB14CB-DDEB-78E6-AF30-CA95A8E81207}"/>
              </a:ext>
            </a:extLst>
          </p:cNvPr>
          <p:cNvGrpSpPr/>
          <p:nvPr/>
        </p:nvGrpSpPr>
        <p:grpSpPr>
          <a:xfrm>
            <a:off x="4769559" y="2196612"/>
            <a:ext cx="1745335" cy="1753490"/>
            <a:chOff x="5979274" y="2077686"/>
            <a:chExt cx="1404275" cy="1753490"/>
          </a:xfrm>
        </p:grpSpPr>
        <p:sp>
          <p:nvSpPr>
            <p:cNvPr id="77" name="正方形/長方形 76">
              <a:extLst>
                <a:ext uri="{FF2B5EF4-FFF2-40B4-BE49-F238E27FC236}">
                  <a16:creationId xmlns:a16="http://schemas.microsoft.com/office/drawing/2014/main" id="{995C2C83-966A-1CF3-AF3E-8AD114A679DE}"/>
                </a:ext>
              </a:extLst>
            </p:cNvPr>
            <p:cNvSpPr/>
            <p:nvPr/>
          </p:nvSpPr>
          <p:spPr bwMode="auto">
            <a:xfrm>
              <a:off x="6061594" y="2077686"/>
              <a:ext cx="1321955" cy="1225857"/>
            </a:xfrm>
            <a:prstGeom prst="rect">
              <a:avLst/>
            </a:prstGeom>
            <a:solidFill>
              <a:schemeClr val="accent4">
                <a:lumMod val="20000"/>
                <a:lumOff val="80000"/>
              </a:schemeClr>
            </a:solidFill>
            <a:ln w="19050">
              <a:no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0000" tIns="0" rIns="91440" bIns="0" numCol="1" rtlCol="0" anchor="ctr" anchorCtr="0" compatLnSpc="1">
              <a:prstTxWarp prst="textNoShape">
                <a:avLst/>
              </a:prstTxWarp>
            </a:bodyPr>
            <a:lstStyle/>
            <a:p>
              <a:pPr>
                <a:spcBef>
                  <a:spcPts val="300"/>
                </a:spcBef>
              </a:pPr>
              <a:endParaRPr lang="ja-JP" altLang="en-US" sz="1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8" name="正方形/長方形 77">
              <a:extLst>
                <a:ext uri="{FF2B5EF4-FFF2-40B4-BE49-F238E27FC236}">
                  <a16:creationId xmlns:a16="http://schemas.microsoft.com/office/drawing/2014/main" id="{0B5F2FCF-7607-D98A-9C2F-EC760729BC3B}"/>
                </a:ext>
              </a:extLst>
            </p:cNvPr>
            <p:cNvSpPr/>
            <p:nvPr/>
          </p:nvSpPr>
          <p:spPr bwMode="auto">
            <a:xfrm>
              <a:off x="6148496" y="2117571"/>
              <a:ext cx="1152000"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⑤ケース表の雛形作成</a:t>
              </a:r>
              <a:endParaRPr lang="zh-TW"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0" name="正方形/長方形 79">
              <a:extLst>
                <a:ext uri="{FF2B5EF4-FFF2-40B4-BE49-F238E27FC236}">
                  <a16:creationId xmlns:a16="http://schemas.microsoft.com/office/drawing/2014/main" id="{BDAD3720-0130-EC38-5D15-B200F0F67BF4}"/>
                </a:ext>
              </a:extLst>
            </p:cNvPr>
            <p:cNvSpPr/>
            <p:nvPr/>
          </p:nvSpPr>
          <p:spPr bwMode="auto">
            <a:xfrm>
              <a:off x="6148496" y="2959355"/>
              <a:ext cx="1152000"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⑧想定結果の記入</a:t>
              </a:r>
            </a:p>
          </p:txBody>
        </p:sp>
        <p:sp>
          <p:nvSpPr>
            <p:cNvPr id="81" name="正方形/長方形 80">
              <a:extLst>
                <a:ext uri="{FF2B5EF4-FFF2-40B4-BE49-F238E27FC236}">
                  <a16:creationId xmlns:a16="http://schemas.microsoft.com/office/drawing/2014/main" id="{99285587-6D6B-7D34-FDE3-FFEF2C9DBEB0}"/>
                </a:ext>
              </a:extLst>
            </p:cNvPr>
            <p:cNvSpPr/>
            <p:nvPr/>
          </p:nvSpPr>
          <p:spPr bwMode="auto">
            <a:xfrm>
              <a:off x="6148496" y="2400405"/>
              <a:ext cx="1152000"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⑥テストケース作成</a:t>
              </a:r>
            </a:p>
          </p:txBody>
        </p:sp>
        <p:sp>
          <p:nvSpPr>
            <p:cNvPr id="82" name="正方形/長方形 81">
              <a:extLst>
                <a:ext uri="{FF2B5EF4-FFF2-40B4-BE49-F238E27FC236}">
                  <a16:creationId xmlns:a16="http://schemas.microsoft.com/office/drawing/2014/main" id="{67644DB8-444F-776D-DB9C-FC1B0CDA02A1}"/>
                </a:ext>
              </a:extLst>
            </p:cNvPr>
            <p:cNvSpPr/>
            <p:nvPr/>
          </p:nvSpPr>
          <p:spPr bwMode="auto">
            <a:xfrm>
              <a:off x="6148496" y="2676093"/>
              <a:ext cx="1152000"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⑦コア項目の記入</a:t>
              </a:r>
              <a:endParaRPr lang="zh-TW"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3" name="正方形/長方形 82">
              <a:extLst>
                <a:ext uri="{FF2B5EF4-FFF2-40B4-BE49-F238E27FC236}">
                  <a16:creationId xmlns:a16="http://schemas.microsoft.com/office/drawing/2014/main" id="{A8F2A8E3-C3EE-296F-C2E9-089ABDDE3D01}"/>
                </a:ext>
              </a:extLst>
            </p:cNvPr>
            <p:cNvSpPr/>
            <p:nvPr/>
          </p:nvSpPr>
          <p:spPr>
            <a:xfrm>
              <a:off x="6485727" y="3615732"/>
              <a:ext cx="365259" cy="215444"/>
            </a:xfrm>
            <a:prstGeom prst="rect">
              <a:avLst/>
            </a:prstGeom>
          </p:spPr>
          <p:txBody>
            <a:bodyPr wrap="none">
              <a:spAutoFit/>
            </a:bodyPr>
            <a:lstStyle/>
            <a:p>
              <a:r>
                <a:rPr lang="en-US" altLang="ja-JP" sz="800" dirty="0">
                  <a:latin typeface="Meiryo UI" panose="020B0604030504040204" pitchFamily="50" charset="-128"/>
                  <a:ea typeface="Meiryo UI" panose="020B0604030504040204" pitchFamily="50" charset="-128"/>
                  <a:cs typeface="Meiryo UI" panose="020B0604030504040204" pitchFamily="50" charset="-128"/>
                </a:rPr>
                <a:t>2</a:t>
              </a:r>
              <a:r>
                <a:rPr lang="ja-JP" altLang="en-US" sz="800" dirty="0">
                  <a:latin typeface="Meiryo UI" panose="020B0604030504040204" pitchFamily="50" charset="-128"/>
                  <a:ea typeface="Meiryo UI" panose="020B0604030504040204" pitchFamily="50" charset="-128"/>
                  <a:cs typeface="Meiryo UI" panose="020B0604030504040204" pitchFamily="50" charset="-128"/>
                </a:rPr>
                <a:t>人日</a:t>
              </a:r>
            </a:p>
          </p:txBody>
        </p:sp>
        <p:sp>
          <p:nvSpPr>
            <p:cNvPr id="85" name="テキスト ボックス 16">
              <a:extLst>
                <a:ext uri="{FF2B5EF4-FFF2-40B4-BE49-F238E27FC236}">
                  <a16:creationId xmlns:a16="http://schemas.microsoft.com/office/drawing/2014/main" id="{4F6A449A-F039-10C2-5935-F32C160B3C20}"/>
                </a:ext>
              </a:extLst>
            </p:cNvPr>
            <p:cNvSpPr txBox="1">
              <a:spLocks noChangeArrowheads="1"/>
            </p:cNvSpPr>
            <p:nvPr/>
          </p:nvSpPr>
          <p:spPr bwMode="auto">
            <a:xfrm>
              <a:off x="5979274" y="3347205"/>
              <a:ext cx="1323392"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en-US" altLang="ja-JP" sz="1000" b="1" dirty="0">
                  <a:solidFill>
                    <a:prstClr val="black"/>
                  </a:solidFill>
                  <a:latin typeface="Meiryo UI" pitchFamily="50" charset="-128"/>
                  <a:ea typeface="Meiryo UI" pitchFamily="50" charset="-128"/>
                  <a:cs typeface="Meiryo UI" pitchFamily="50" charset="-128"/>
                </a:rPr>
                <a:t>EXCEL</a:t>
              </a:r>
              <a:r>
                <a:rPr lang="ja-JP" altLang="en-US" sz="1000" b="1" dirty="0">
                  <a:solidFill>
                    <a:prstClr val="black"/>
                  </a:solidFill>
                  <a:latin typeface="Meiryo UI" pitchFamily="50" charset="-128"/>
                  <a:ea typeface="Meiryo UI" pitchFamily="50" charset="-128"/>
                  <a:cs typeface="Meiryo UI" pitchFamily="50" charset="-128"/>
                </a:rPr>
                <a:t>で別紙を作成</a:t>
              </a:r>
            </a:p>
          </p:txBody>
        </p:sp>
      </p:grpSp>
      <p:sp>
        <p:nvSpPr>
          <p:cNvPr id="88" name="テキスト ボックス 16">
            <a:extLst>
              <a:ext uri="{FF2B5EF4-FFF2-40B4-BE49-F238E27FC236}">
                <a16:creationId xmlns:a16="http://schemas.microsoft.com/office/drawing/2014/main" id="{ADC668AD-A51D-7EA3-B028-8664FBEFFC70}"/>
              </a:ext>
            </a:extLst>
          </p:cNvPr>
          <p:cNvSpPr txBox="1">
            <a:spLocks noChangeArrowheads="1"/>
          </p:cNvSpPr>
          <p:nvPr/>
        </p:nvSpPr>
        <p:spPr bwMode="auto">
          <a:xfrm>
            <a:off x="1830307" y="5018454"/>
            <a:ext cx="1323392"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ツールによる自動化</a:t>
            </a:r>
          </a:p>
        </p:txBody>
      </p:sp>
      <p:sp>
        <p:nvSpPr>
          <p:cNvPr id="89" name="テキスト ボックス 16">
            <a:extLst>
              <a:ext uri="{FF2B5EF4-FFF2-40B4-BE49-F238E27FC236}">
                <a16:creationId xmlns:a16="http://schemas.microsoft.com/office/drawing/2014/main" id="{34F2D606-0ADF-791F-E16A-453A2C3EC7C7}"/>
              </a:ext>
            </a:extLst>
          </p:cNvPr>
          <p:cNvSpPr txBox="1">
            <a:spLocks noChangeArrowheads="1"/>
          </p:cNvSpPr>
          <p:nvPr/>
        </p:nvSpPr>
        <p:spPr bwMode="auto">
          <a:xfrm>
            <a:off x="3088940" y="5018454"/>
            <a:ext cx="1323392"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中間成果物改善</a:t>
            </a:r>
          </a:p>
        </p:txBody>
      </p:sp>
      <p:sp>
        <p:nvSpPr>
          <p:cNvPr id="93" name="テキスト ボックス 16">
            <a:extLst>
              <a:ext uri="{FF2B5EF4-FFF2-40B4-BE49-F238E27FC236}">
                <a16:creationId xmlns:a16="http://schemas.microsoft.com/office/drawing/2014/main" id="{5FE164C8-FAE0-947F-D95F-AFEEB030612A}"/>
              </a:ext>
            </a:extLst>
          </p:cNvPr>
          <p:cNvSpPr txBox="1">
            <a:spLocks noChangeArrowheads="1"/>
          </p:cNvSpPr>
          <p:nvPr/>
        </p:nvSpPr>
        <p:spPr bwMode="auto">
          <a:xfrm>
            <a:off x="5288040" y="5018454"/>
            <a:ext cx="1323392"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ツールによる自動化</a:t>
            </a:r>
          </a:p>
        </p:txBody>
      </p:sp>
      <p:sp>
        <p:nvSpPr>
          <p:cNvPr id="94" name="テキスト ボックス 16">
            <a:extLst>
              <a:ext uri="{FF2B5EF4-FFF2-40B4-BE49-F238E27FC236}">
                <a16:creationId xmlns:a16="http://schemas.microsoft.com/office/drawing/2014/main" id="{1122DE1D-5DFA-2E60-EA64-64D52E8144B8}"/>
              </a:ext>
            </a:extLst>
          </p:cNvPr>
          <p:cNvSpPr txBox="1">
            <a:spLocks noChangeArrowheads="1"/>
          </p:cNvSpPr>
          <p:nvPr/>
        </p:nvSpPr>
        <p:spPr bwMode="auto">
          <a:xfrm>
            <a:off x="6667437" y="5018454"/>
            <a:ext cx="1323392"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成果物改善</a:t>
            </a:r>
          </a:p>
        </p:txBody>
      </p:sp>
      <p:sp>
        <p:nvSpPr>
          <p:cNvPr id="95" name="正方形/長方形 94">
            <a:extLst>
              <a:ext uri="{FF2B5EF4-FFF2-40B4-BE49-F238E27FC236}">
                <a16:creationId xmlns:a16="http://schemas.microsoft.com/office/drawing/2014/main" id="{48BA98D9-552C-1FAC-EC12-2A7A1254955C}"/>
              </a:ext>
            </a:extLst>
          </p:cNvPr>
          <p:cNvSpPr/>
          <p:nvPr/>
        </p:nvSpPr>
        <p:spPr bwMode="auto">
          <a:xfrm>
            <a:off x="7885344" y="4436845"/>
            <a:ext cx="866829" cy="202895"/>
          </a:xfrm>
          <a:prstGeom prst="rect">
            <a:avLst/>
          </a:prstGeom>
          <a:solidFill>
            <a:srgbClr val="647E9E"/>
          </a:solidFill>
          <a:ln w="12700" algn="ctr">
            <a:solidFill>
              <a:srgbClr val="FFFFFF"/>
            </a:solidFill>
            <a:miter lim="800000"/>
            <a:headEnd/>
            <a:tailEnd/>
          </a:ln>
          <a:effectLst>
            <a:outerShdw dist="28398" dir="3806097" algn="ctr" rotWithShape="0">
              <a:srgbClr val="808080"/>
            </a:outerShdw>
          </a:effectLst>
        </p:spPr>
        <p:txBody>
          <a:bodyPr vert="horz" wrap="none" lIns="36000" tIns="36000" rIns="36000" bIns="36000" anchor="ctr"/>
          <a:lstStyle/>
          <a:p>
            <a:pPr algn="l">
              <a:lnSpc>
                <a:spcPct val="100000"/>
              </a:lnSpc>
              <a:spcBef>
                <a:spcPct val="0"/>
              </a:spcBef>
            </a:pPr>
            <a:r>
              <a:rPr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成果物チェック</a:t>
            </a:r>
          </a:p>
        </p:txBody>
      </p:sp>
      <p:sp>
        <p:nvSpPr>
          <p:cNvPr id="96" name="正方形/長方形 95">
            <a:extLst>
              <a:ext uri="{FF2B5EF4-FFF2-40B4-BE49-F238E27FC236}">
                <a16:creationId xmlns:a16="http://schemas.microsoft.com/office/drawing/2014/main" id="{8021E483-02DA-28EC-5E36-C19F7F8D90E2}"/>
              </a:ext>
            </a:extLst>
          </p:cNvPr>
          <p:cNvSpPr/>
          <p:nvPr/>
        </p:nvSpPr>
        <p:spPr bwMode="auto">
          <a:xfrm>
            <a:off x="4225894" y="4436845"/>
            <a:ext cx="864000" cy="206903"/>
          </a:xfrm>
          <a:prstGeom prst="rect">
            <a:avLst/>
          </a:prstGeom>
          <a:solidFill>
            <a:srgbClr val="647E9E"/>
          </a:solidFill>
          <a:ln w="12700" algn="ctr">
            <a:solidFill>
              <a:srgbClr val="FFFFFF"/>
            </a:solidFill>
            <a:miter lim="800000"/>
            <a:headEnd/>
            <a:tailEnd/>
          </a:ln>
          <a:effectLst>
            <a:outerShdw dist="28398" dir="3806097" algn="ctr" rotWithShape="0">
              <a:srgbClr val="808080"/>
            </a:outerShdw>
          </a:effectLst>
        </p:spPr>
        <p:txBody>
          <a:bodyPr vert="horz" wrap="none" lIns="36000" tIns="36000" rIns="36000" bIns="36000" anchor="ctr"/>
          <a:lstStyle/>
          <a:p>
            <a:pPr algn="ctr">
              <a:lnSpc>
                <a:spcPct val="100000"/>
              </a:lnSpc>
              <a:spcBef>
                <a:spcPct val="0"/>
              </a:spcBef>
            </a:pPr>
            <a:r>
              <a:rPr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成果物チェック</a:t>
            </a:r>
          </a:p>
        </p:txBody>
      </p:sp>
      <p:sp>
        <p:nvSpPr>
          <p:cNvPr id="97" name="テキスト ボックス 16">
            <a:extLst>
              <a:ext uri="{FF2B5EF4-FFF2-40B4-BE49-F238E27FC236}">
                <a16:creationId xmlns:a16="http://schemas.microsoft.com/office/drawing/2014/main" id="{36FBAF13-5EA3-BC2F-C9F6-6196DFA69850}"/>
              </a:ext>
            </a:extLst>
          </p:cNvPr>
          <p:cNvSpPr txBox="1">
            <a:spLocks noChangeArrowheads="1"/>
          </p:cNvSpPr>
          <p:nvPr/>
        </p:nvSpPr>
        <p:spPr bwMode="auto">
          <a:xfrm>
            <a:off x="4011994" y="5018454"/>
            <a:ext cx="1323392"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簡素化</a:t>
            </a:r>
          </a:p>
        </p:txBody>
      </p:sp>
      <p:sp>
        <p:nvSpPr>
          <p:cNvPr id="98" name="円形吹き出し 89">
            <a:extLst>
              <a:ext uri="{FF2B5EF4-FFF2-40B4-BE49-F238E27FC236}">
                <a16:creationId xmlns:a16="http://schemas.microsoft.com/office/drawing/2014/main" id="{0249F259-683C-7B0D-0159-D31E87F39995}"/>
              </a:ext>
            </a:extLst>
          </p:cNvPr>
          <p:cNvSpPr/>
          <p:nvPr/>
        </p:nvSpPr>
        <p:spPr bwMode="auto">
          <a:xfrm>
            <a:off x="7156759" y="4738133"/>
            <a:ext cx="1082059" cy="327178"/>
          </a:xfrm>
          <a:prstGeom prst="wedgeEllipseCallout">
            <a:avLst>
              <a:gd name="adj1" fmla="val -66116"/>
              <a:gd name="adj2" fmla="val -48736"/>
            </a:avLst>
          </a:prstGeom>
          <a:ln w="12700">
            <a:solidFill>
              <a:srgbClr val="8E0000"/>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0000" tIns="0" rIns="91440" bIns="0" numCol="1" rtlCol="0" anchor="ctr" anchorCtr="0" compatLnSpc="1">
            <a:prstTxWarp prst="textNoShape">
              <a:avLst/>
            </a:prstTxWarp>
          </a:bodyPr>
          <a:lstStyle/>
          <a:p>
            <a:pPr algn="l">
              <a:lnSpc>
                <a:spcPct val="100000"/>
              </a:lnSpc>
              <a:spcBef>
                <a:spcPts val="300"/>
              </a:spcBef>
            </a:pPr>
            <a:endParaRPr kumimoji="1" lang="ja-JP" altLang="en-US" dirty="0">
              <a:solidFill>
                <a:srgbClr val="0000FF"/>
              </a:solidFill>
              <a:latin typeface="+mn-ea"/>
              <a:cs typeface="Meiryo UI" panose="020B0604030504040204" pitchFamily="50" charset="-128"/>
            </a:endParaRPr>
          </a:p>
        </p:txBody>
      </p:sp>
      <p:sp>
        <p:nvSpPr>
          <p:cNvPr id="99" name="正方形/長方形 98">
            <a:extLst>
              <a:ext uri="{FF2B5EF4-FFF2-40B4-BE49-F238E27FC236}">
                <a16:creationId xmlns:a16="http://schemas.microsoft.com/office/drawing/2014/main" id="{430334E8-125E-CECE-C997-CB0196D51BD3}"/>
              </a:ext>
            </a:extLst>
          </p:cNvPr>
          <p:cNvSpPr/>
          <p:nvPr/>
        </p:nvSpPr>
        <p:spPr>
          <a:xfrm>
            <a:off x="7288755" y="4722224"/>
            <a:ext cx="818066" cy="338554"/>
          </a:xfrm>
          <a:prstGeom prst="rect">
            <a:avLst/>
          </a:prstGeom>
        </p:spPr>
        <p:txBody>
          <a:bodyPr wrap="square">
            <a:spAutoFit/>
          </a:bodyPr>
          <a:lstStyle/>
          <a:p>
            <a:pPr algn="ctr">
              <a:lnSpc>
                <a:spcPct val="100000"/>
              </a:lnSpc>
              <a:spcBef>
                <a:spcPct val="0"/>
              </a:spcBef>
            </a:pPr>
            <a:r>
              <a:rPr lang="ja-JP" altLang="en-US" sz="8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一目でわかる</a:t>
            </a:r>
            <a:endParaRPr lang="en-US" altLang="ja-JP" sz="8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algn="ctr"/>
            <a:r>
              <a:rPr lang="ja-JP" altLang="en-US" sz="8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別紙</a:t>
            </a:r>
          </a:p>
        </p:txBody>
      </p:sp>
      <p:sp>
        <p:nvSpPr>
          <p:cNvPr id="100" name="テキスト ボックス 16">
            <a:extLst>
              <a:ext uri="{FF2B5EF4-FFF2-40B4-BE49-F238E27FC236}">
                <a16:creationId xmlns:a16="http://schemas.microsoft.com/office/drawing/2014/main" id="{4DB15AD8-FF8B-A361-5717-198596D602CD}"/>
              </a:ext>
            </a:extLst>
          </p:cNvPr>
          <p:cNvSpPr txBox="1">
            <a:spLocks noChangeArrowheads="1"/>
          </p:cNvSpPr>
          <p:nvPr/>
        </p:nvSpPr>
        <p:spPr bwMode="auto">
          <a:xfrm>
            <a:off x="7522994" y="5018454"/>
            <a:ext cx="1323392"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簡素化</a:t>
            </a:r>
          </a:p>
        </p:txBody>
      </p:sp>
      <p:pic>
        <p:nvPicPr>
          <p:cNvPr id="101" name="Picture 37" descr="j0433941">
            <a:extLst>
              <a:ext uri="{FF2B5EF4-FFF2-40B4-BE49-F238E27FC236}">
                <a16:creationId xmlns:a16="http://schemas.microsoft.com/office/drawing/2014/main" id="{FB2A0100-DFA4-4487-8239-7D0FA790364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76458" y="4935398"/>
            <a:ext cx="287842" cy="29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 name="Picture 37" descr="j0433941">
            <a:extLst>
              <a:ext uri="{FF2B5EF4-FFF2-40B4-BE49-F238E27FC236}">
                <a16:creationId xmlns:a16="http://schemas.microsoft.com/office/drawing/2014/main" id="{EB2C74CA-2A51-97DB-4E6E-D3B2ADFE2B3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98456" y="4946340"/>
            <a:ext cx="287842" cy="29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 name="テキスト ボックス 102">
            <a:extLst>
              <a:ext uri="{FF2B5EF4-FFF2-40B4-BE49-F238E27FC236}">
                <a16:creationId xmlns:a16="http://schemas.microsoft.com/office/drawing/2014/main" id="{3EEBCD86-D85E-E85F-17D0-D133F8573FFD}"/>
              </a:ext>
            </a:extLst>
          </p:cNvPr>
          <p:cNvSpPr txBox="1"/>
          <p:nvPr/>
        </p:nvSpPr>
        <p:spPr>
          <a:xfrm>
            <a:off x="8995351" y="3527160"/>
            <a:ext cx="745397" cy="227755"/>
          </a:xfrm>
          <a:prstGeom prst="rect">
            <a:avLst/>
          </a:prstGeom>
          <a:noFill/>
        </p:spPr>
        <p:txBody>
          <a:bodyPr wrap="square" rtlCol="0">
            <a:spAutoFit/>
          </a:bodyPr>
          <a:lstStyle/>
          <a:p>
            <a:pPr algn="ctr" fontAlgn="ctr">
              <a:lnSpc>
                <a:spcPct val="110000"/>
              </a:lnSpc>
              <a:spcBef>
                <a:spcPct val="10000"/>
              </a:spcBef>
              <a:spcAft>
                <a:spcPct val="10000"/>
              </a:spcAft>
              <a:buClr>
                <a:srgbClr val="647E9E"/>
              </a:buClr>
              <a:buSzPct val="80000"/>
              <a:buFont typeface="Wingdings" pitchFamily="2" charset="2"/>
              <a:buNone/>
            </a:pPr>
            <a:r>
              <a:rPr lang="ja-JP" altLang="en-US" sz="800" b="1" dirty="0">
                <a:solidFill>
                  <a:prstClr val="black"/>
                </a:solidFill>
                <a:latin typeface="Meiryo UI" pitchFamily="50" charset="-128"/>
                <a:ea typeface="Meiryo UI" pitchFamily="50" charset="-128"/>
                <a:cs typeface="Meiryo UI" pitchFamily="50" charset="-128"/>
              </a:rPr>
              <a:t>合計</a:t>
            </a:r>
          </a:p>
        </p:txBody>
      </p:sp>
      <p:sp>
        <p:nvSpPr>
          <p:cNvPr id="104" name="テキスト ボックス 103">
            <a:extLst>
              <a:ext uri="{FF2B5EF4-FFF2-40B4-BE49-F238E27FC236}">
                <a16:creationId xmlns:a16="http://schemas.microsoft.com/office/drawing/2014/main" id="{A4C954BA-291F-23CB-5EF9-D6ADEC5B10AF}"/>
              </a:ext>
            </a:extLst>
          </p:cNvPr>
          <p:cNvSpPr txBox="1"/>
          <p:nvPr/>
        </p:nvSpPr>
        <p:spPr>
          <a:xfrm>
            <a:off x="9096105" y="3714609"/>
            <a:ext cx="745397" cy="227755"/>
          </a:xfrm>
          <a:prstGeom prst="rect">
            <a:avLst/>
          </a:prstGeom>
          <a:noFill/>
        </p:spPr>
        <p:txBody>
          <a:bodyPr wrap="square" rtlCol="0">
            <a:spAutoFit/>
          </a:bodyPr>
          <a:lstStyle/>
          <a:p>
            <a:pPr algn="ctr" fontAlgn="ctr">
              <a:lnSpc>
                <a:spcPct val="110000"/>
              </a:lnSpc>
              <a:spcBef>
                <a:spcPct val="10000"/>
              </a:spcBef>
              <a:spcAft>
                <a:spcPct val="10000"/>
              </a:spcAft>
              <a:buClr>
                <a:srgbClr val="647E9E"/>
              </a:buClr>
              <a:buSzPct val="80000"/>
              <a:buFont typeface="Wingdings" pitchFamily="2" charset="2"/>
              <a:buNone/>
            </a:pPr>
            <a:r>
              <a:rPr lang="en-US" altLang="ja-JP" sz="800" dirty="0">
                <a:solidFill>
                  <a:prstClr val="black"/>
                </a:solidFill>
                <a:latin typeface="Meiryo UI" pitchFamily="50" charset="-128"/>
                <a:ea typeface="Meiryo UI" pitchFamily="50" charset="-128"/>
                <a:cs typeface="Meiryo UI" pitchFamily="50" charset="-128"/>
              </a:rPr>
              <a:t>6</a:t>
            </a:r>
            <a:r>
              <a:rPr lang="ja-JP" altLang="en-US" sz="800" dirty="0">
                <a:solidFill>
                  <a:prstClr val="black"/>
                </a:solidFill>
                <a:latin typeface="Meiryo UI" pitchFamily="50" charset="-128"/>
                <a:ea typeface="Meiryo UI" pitchFamily="50" charset="-128"/>
                <a:cs typeface="Meiryo UI" pitchFamily="50" charset="-128"/>
              </a:rPr>
              <a:t>人日</a:t>
            </a:r>
            <a:r>
              <a:rPr lang="en-US" altLang="ja-JP" sz="800" b="1" dirty="0">
                <a:latin typeface="Meiryo UI" pitchFamily="50" charset="-128"/>
                <a:ea typeface="Meiryo UI" pitchFamily="50" charset="-128"/>
                <a:cs typeface="Meiryo UI" pitchFamily="50" charset="-128"/>
              </a:rPr>
              <a:t>(*)</a:t>
            </a:r>
            <a:endParaRPr lang="ja-JP" altLang="en-US" sz="800" dirty="0">
              <a:latin typeface="Meiryo UI" pitchFamily="50" charset="-128"/>
              <a:ea typeface="Meiryo UI" pitchFamily="50" charset="-128"/>
              <a:cs typeface="Meiryo UI" pitchFamily="50" charset="-128"/>
            </a:endParaRPr>
          </a:p>
        </p:txBody>
      </p:sp>
      <p:sp>
        <p:nvSpPr>
          <p:cNvPr id="105" name="テキスト ボックス 104">
            <a:extLst>
              <a:ext uri="{FF2B5EF4-FFF2-40B4-BE49-F238E27FC236}">
                <a16:creationId xmlns:a16="http://schemas.microsoft.com/office/drawing/2014/main" id="{59BD1D51-3359-A8BD-6AFE-F7C416E4E967}"/>
              </a:ext>
            </a:extLst>
          </p:cNvPr>
          <p:cNvSpPr txBox="1"/>
          <p:nvPr/>
        </p:nvSpPr>
        <p:spPr>
          <a:xfrm>
            <a:off x="8977409" y="5045059"/>
            <a:ext cx="745397" cy="227755"/>
          </a:xfrm>
          <a:prstGeom prst="rect">
            <a:avLst/>
          </a:prstGeom>
          <a:noFill/>
        </p:spPr>
        <p:txBody>
          <a:bodyPr wrap="square" rtlCol="0">
            <a:spAutoFit/>
          </a:bodyPr>
          <a:lstStyle/>
          <a:p>
            <a:pPr algn="ctr" fontAlgn="ctr">
              <a:lnSpc>
                <a:spcPct val="110000"/>
              </a:lnSpc>
              <a:spcBef>
                <a:spcPct val="10000"/>
              </a:spcBef>
              <a:spcAft>
                <a:spcPct val="10000"/>
              </a:spcAft>
              <a:buClr>
                <a:srgbClr val="647E9E"/>
              </a:buClr>
              <a:buSzPct val="80000"/>
              <a:buFont typeface="Wingdings" pitchFamily="2" charset="2"/>
              <a:buNone/>
            </a:pPr>
            <a:r>
              <a:rPr lang="ja-JP" altLang="en-US" sz="800" b="1" dirty="0">
                <a:solidFill>
                  <a:prstClr val="black"/>
                </a:solidFill>
                <a:latin typeface="Meiryo UI" pitchFamily="50" charset="-128"/>
                <a:ea typeface="Meiryo UI" pitchFamily="50" charset="-128"/>
                <a:cs typeface="Meiryo UI" pitchFamily="50" charset="-128"/>
              </a:rPr>
              <a:t>合計</a:t>
            </a:r>
          </a:p>
        </p:txBody>
      </p:sp>
      <p:sp>
        <p:nvSpPr>
          <p:cNvPr id="106" name="テキスト ボックス 105">
            <a:extLst>
              <a:ext uri="{FF2B5EF4-FFF2-40B4-BE49-F238E27FC236}">
                <a16:creationId xmlns:a16="http://schemas.microsoft.com/office/drawing/2014/main" id="{D598C4A0-97D0-4381-B4D1-3BD4CE3272E9}"/>
              </a:ext>
            </a:extLst>
          </p:cNvPr>
          <p:cNvSpPr txBox="1"/>
          <p:nvPr/>
        </p:nvSpPr>
        <p:spPr>
          <a:xfrm>
            <a:off x="9032139" y="5232508"/>
            <a:ext cx="745397" cy="227755"/>
          </a:xfrm>
          <a:prstGeom prst="rect">
            <a:avLst/>
          </a:prstGeom>
          <a:noFill/>
        </p:spPr>
        <p:txBody>
          <a:bodyPr wrap="square" rtlCol="0">
            <a:spAutoFit/>
          </a:bodyPr>
          <a:lstStyle/>
          <a:p>
            <a:pPr algn="ctr" fontAlgn="ctr">
              <a:lnSpc>
                <a:spcPct val="110000"/>
              </a:lnSpc>
              <a:spcBef>
                <a:spcPct val="10000"/>
              </a:spcBef>
              <a:spcAft>
                <a:spcPct val="10000"/>
              </a:spcAft>
              <a:buClr>
                <a:srgbClr val="647E9E"/>
              </a:buClr>
              <a:buSzPct val="80000"/>
              <a:buFont typeface="Wingdings" pitchFamily="2" charset="2"/>
              <a:buNone/>
            </a:pPr>
            <a:r>
              <a:rPr lang="en-US" altLang="ja-JP" sz="800" b="1" dirty="0">
                <a:solidFill>
                  <a:srgbClr val="FF0000"/>
                </a:solidFill>
                <a:latin typeface="Meiryo UI" pitchFamily="50" charset="-128"/>
                <a:ea typeface="Meiryo UI" pitchFamily="50" charset="-128"/>
                <a:cs typeface="Meiryo UI" pitchFamily="50" charset="-128"/>
              </a:rPr>
              <a:t>3</a:t>
            </a:r>
            <a:r>
              <a:rPr lang="ja-JP" altLang="en-US" sz="800" b="1" dirty="0">
                <a:solidFill>
                  <a:srgbClr val="FF0000"/>
                </a:solidFill>
                <a:latin typeface="Meiryo UI" pitchFamily="50" charset="-128"/>
                <a:ea typeface="Meiryo UI" pitchFamily="50" charset="-128"/>
                <a:cs typeface="Meiryo UI" pitchFamily="50" charset="-128"/>
              </a:rPr>
              <a:t>人日</a:t>
            </a:r>
            <a:r>
              <a:rPr lang="en-US" altLang="ja-JP" sz="800" b="1" dirty="0">
                <a:solidFill>
                  <a:srgbClr val="FF0000"/>
                </a:solidFill>
                <a:latin typeface="Meiryo UI" pitchFamily="50" charset="-128"/>
                <a:ea typeface="Meiryo UI" pitchFamily="50" charset="-128"/>
                <a:cs typeface="Meiryo UI" pitchFamily="50" charset="-128"/>
              </a:rPr>
              <a:t>(*)</a:t>
            </a:r>
            <a:endParaRPr lang="ja-JP" altLang="en-US" sz="800" b="1" dirty="0">
              <a:solidFill>
                <a:srgbClr val="FF0000"/>
              </a:solidFill>
              <a:latin typeface="Meiryo UI" pitchFamily="50" charset="-128"/>
              <a:ea typeface="Meiryo UI" pitchFamily="50" charset="-128"/>
              <a:cs typeface="Meiryo UI" pitchFamily="50" charset="-128"/>
            </a:endParaRPr>
          </a:p>
        </p:txBody>
      </p:sp>
      <p:sp>
        <p:nvSpPr>
          <p:cNvPr id="107" name="円形吹き出し 102">
            <a:extLst>
              <a:ext uri="{FF2B5EF4-FFF2-40B4-BE49-F238E27FC236}">
                <a16:creationId xmlns:a16="http://schemas.microsoft.com/office/drawing/2014/main" id="{96D2E3A6-12AE-1848-46D1-5635A1291B59}"/>
              </a:ext>
            </a:extLst>
          </p:cNvPr>
          <p:cNvSpPr/>
          <p:nvPr/>
        </p:nvSpPr>
        <p:spPr bwMode="auto">
          <a:xfrm>
            <a:off x="3862747" y="4704892"/>
            <a:ext cx="1082059" cy="327178"/>
          </a:xfrm>
          <a:prstGeom prst="wedgeEllipseCallout">
            <a:avLst>
              <a:gd name="adj1" fmla="val -66116"/>
              <a:gd name="adj2" fmla="val -48736"/>
            </a:avLst>
          </a:prstGeom>
          <a:ln w="12700">
            <a:solidFill>
              <a:srgbClr val="8E0000"/>
            </a:solid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0000" tIns="0" rIns="91440" bIns="0" numCol="1" rtlCol="0" anchor="ctr" anchorCtr="0" compatLnSpc="1">
            <a:prstTxWarp prst="textNoShape">
              <a:avLst/>
            </a:prstTxWarp>
          </a:bodyPr>
          <a:lstStyle/>
          <a:p>
            <a:pPr algn="l">
              <a:lnSpc>
                <a:spcPct val="100000"/>
              </a:lnSpc>
              <a:spcBef>
                <a:spcPts val="300"/>
              </a:spcBef>
            </a:pPr>
            <a:endParaRPr kumimoji="1" lang="ja-JP" altLang="en-US" dirty="0">
              <a:solidFill>
                <a:srgbClr val="0000FF"/>
              </a:solidFill>
              <a:latin typeface="+mn-ea"/>
              <a:cs typeface="Meiryo UI" panose="020B0604030504040204" pitchFamily="50" charset="-128"/>
            </a:endParaRPr>
          </a:p>
        </p:txBody>
      </p:sp>
      <p:sp>
        <p:nvSpPr>
          <p:cNvPr id="108" name="正方形/長方形 107">
            <a:extLst>
              <a:ext uri="{FF2B5EF4-FFF2-40B4-BE49-F238E27FC236}">
                <a16:creationId xmlns:a16="http://schemas.microsoft.com/office/drawing/2014/main" id="{CDD20648-8C41-2B70-F64C-DB28C4ABADCB}"/>
              </a:ext>
            </a:extLst>
          </p:cNvPr>
          <p:cNvSpPr/>
          <p:nvPr/>
        </p:nvSpPr>
        <p:spPr>
          <a:xfrm>
            <a:off x="4061417" y="4686221"/>
            <a:ext cx="987489" cy="338554"/>
          </a:xfrm>
          <a:prstGeom prst="rect">
            <a:avLst/>
          </a:prstGeom>
        </p:spPr>
        <p:txBody>
          <a:bodyPr wrap="square">
            <a:spAutoFit/>
          </a:bodyPr>
          <a:lstStyle/>
          <a:p>
            <a:pPr>
              <a:lnSpc>
                <a:spcPct val="100000"/>
              </a:lnSpc>
              <a:spcBef>
                <a:spcPct val="0"/>
              </a:spcBef>
            </a:pPr>
            <a:r>
              <a:rPr lang="ja-JP" altLang="en-US" sz="8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一目でわかる</a:t>
            </a:r>
            <a:endParaRPr lang="en-US" altLang="ja-JP" sz="8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a:lnSpc>
                <a:spcPct val="100000"/>
              </a:lnSpc>
              <a:spcBef>
                <a:spcPct val="0"/>
              </a:spcBef>
            </a:pPr>
            <a:r>
              <a:rPr lang="ja-JP" altLang="en-US" sz="800" b="1" dirty="0">
                <a:solidFill>
                  <a:srgbClr val="FF0000"/>
                </a:solidFill>
                <a:latin typeface="Meiryo UI" panose="020B0604030504040204" pitchFamily="50" charset="-128"/>
                <a:ea typeface="Meiryo UI" panose="020B0604030504040204" pitchFamily="50" charset="-128"/>
                <a:cs typeface="Meiryo UI" panose="020B0604030504040204" pitchFamily="50" charset="-128"/>
              </a:rPr>
              <a:t>テストケース雛形</a:t>
            </a:r>
          </a:p>
        </p:txBody>
      </p:sp>
      <p:sp>
        <p:nvSpPr>
          <p:cNvPr id="109" name="AutoShape 257">
            <a:hlinkClick r:id="" action="ppaction://noaction"/>
            <a:extLst>
              <a:ext uri="{FF2B5EF4-FFF2-40B4-BE49-F238E27FC236}">
                <a16:creationId xmlns:a16="http://schemas.microsoft.com/office/drawing/2014/main" id="{50C8FE64-DC6F-5A0F-0EAA-2FC6349F7AA0}"/>
              </a:ext>
            </a:extLst>
          </p:cNvPr>
          <p:cNvSpPr>
            <a:spLocks noChangeArrowheads="1"/>
          </p:cNvSpPr>
          <p:nvPr/>
        </p:nvSpPr>
        <p:spPr bwMode="auto">
          <a:xfrm>
            <a:off x="3795670" y="2925858"/>
            <a:ext cx="756000"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10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単体テスト基準</a:t>
            </a:r>
            <a:endParaRPr lang="en-US" altLang="ja-JP" sz="10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0" name="AutoShape 257">
            <a:hlinkClick r:id="" action="ppaction://noaction"/>
            <a:extLst>
              <a:ext uri="{FF2B5EF4-FFF2-40B4-BE49-F238E27FC236}">
                <a16:creationId xmlns:a16="http://schemas.microsoft.com/office/drawing/2014/main" id="{E32CCC7E-8F5A-6E50-B428-9B2C0F1C4F1E}"/>
              </a:ext>
            </a:extLst>
          </p:cNvPr>
          <p:cNvSpPr>
            <a:spLocks noChangeArrowheads="1"/>
          </p:cNvSpPr>
          <p:nvPr/>
        </p:nvSpPr>
        <p:spPr bwMode="auto">
          <a:xfrm>
            <a:off x="6803327" y="2892602"/>
            <a:ext cx="756000"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en-US" altLang="ja-JP" sz="10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IPO</a:t>
            </a:r>
          </a:p>
        </p:txBody>
      </p:sp>
      <p:sp>
        <p:nvSpPr>
          <p:cNvPr id="111" name="AutoShape 257">
            <a:hlinkClick r:id="" action="ppaction://noaction"/>
            <a:extLst>
              <a:ext uri="{FF2B5EF4-FFF2-40B4-BE49-F238E27FC236}">
                <a16:creationId xmlns:a16="http://schemas.microsoft.com/office/drawing/2014/main" id="{6281800A-5EE6-9444-FBBF-D22FE1AD64D2}"/>
              </a:ext>
            </a:extLst>
          </p:cNvPr>
          <p:cNvSpPr>
            <a:spLocks noChangeArrowheads="1"/>
          </p:cNvSpPr>
          <p:nvPr/>
        </p:nvSpPr>
        <p:spPr bwMode="auto">
          <a:xfrm>
            <a:off x="8852328" y="2520716"/>
            <a:ext cx="806199"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テスト報告</a:t>
            </a:r>
            <a:r>
              <a:rPr lang="zh-TW"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書</a:t>
            </a:r>
            <a:endPar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graphicFrame>
        <p:nvGraphicFramePr>
          <p:cNvPr id="112" name="表 111">
            <a:extLst>
              <a:ext uri="{FF2B5EF4-FFF2-40B4-BE49-F238E27FC236}">
                <a16:creationId xmlns:a16="http://schemas.microsoft.com/office/drawing/2014/main" id="{C1EAF8C2-4D9A-3854-0ABA-12359B6954F4}"/>
              </a:ext>
            </a:extLst>
          </p:cNvPr>
          <p:cNvGraphicFramePr>
            <a:graphicFrameLocks noGrp="1"/>
          </p:cNvGraphicFramePr>
          <p:nvPr/>
        </p:nvGraphicFramePr>
        <p:xfrm>
          <a:off x="761442" y="5853877"/>
          <a:ext cx="4438063" cy="695029"/>
        </p:xfrm>
        <a:graphic>
          <a:graphicData uri="http://schemas.openxmlformats.org/drawingml/2006/table">
            <a:tbl>
              <a:tblPr firstRow="1" bandRow="1">
                <a:tableStyleId>{35758FB7-9AC5-4552-8A53-C91805E547FA}</a:tableStyleId>
              </a:tblPr>
              <a:tblGrid>
                <a:gridCol w="364799">
                  <a:extLst>
                    <a:ext uri="{9D8B030D-6E8A-4147-A177-3AD203B41FA5}">
                      <a16:colId xmlns:a16="http://schemas.microsoft.com/office/drawing/2014/main" val="20000"/>
                    </a:ext>
                  </a:extLst>
                </a:gridCol>
                <a:gridCol w="555374">
                  <a:extLst>
                    <a:ext uri="{9D8B030D-6E8A-4147-A177-3AD203B41FA5}">
                      <a16:colId xmlns:a16="http://schemas.microsoft.com/office/drawing/2014/main" val="20001"/>
                    </a:ext>
                  </a:extLst>
                </a:gridCol>
                <a:gridCol w="586315">
                  <a:extLst>
                    <a:ext uri="{9D8B030D-6E8A-4147-A177-3AD203B41FA5}">
                      <a16:colId xmlns:a16="http://schemas.microsoft.com/office/drawing/2014/main" val="20002"/>
                    </a:ext>
                  </a:extLst>
                </a:gridCol>
                <a:gridCol w="586315">
                  <a:extLst>
                    <a:ext uri="{9D8B030D-6E8A-4147-A177-3AD203B41FA5}">
                      <a16:colId xmlns:a16="http://schemas.microsoft.com/office/drawing/2014/main" val="20003"/>
                    </a:ext>
                  </a:extLst>
                </a:gridCol>
                <a:gridCol w="586315">
                  <a:extLst>
                    <a:ext uri="{9D8B030D-6E8A-4147-A177-3AD203B41FA5}">
                      <a16:colId xmlns:a16="http://schemas.microsoft.com/office/drawing/2014/main" val="20004"/>
                    </a:ext>
                  </a:extLst>
                </a:gridCol>
                <a:gridCol w="586315">
                  <a:extLst>
                    <a:ext uri="{9D8B030D-6E8A-4147-A177-3AD203B41FA5}">
                      <a16:colId xmlns:a16="http://schemas.microsoft.com/office/drawing/2014/main" val="20005"/>
                    </a:ext>
                  </a:extLst>
                </a:gridCol>
                <a:gridCol w="586315">
                  <a:extLst>
                    <a:ext uri="{9D8B030D-6E8A-4147-A177-3AD203B41FA5}">
                      <a16:colId xmlns:a16="http://schemas.microsoft.com/office/drawing/2014/main" val="20006"/>
                    </a:ext>
                  </a:extLst>
                </a:gridCol>
                <a:gridCol w="586315">
                  <a:extLst>
                    <a:ext uri="{9D8B030D-6E8A-4147-A177-3AD203B41FA5}">
                      <a16:colId xmlns:a16="http://schemas.microsoft.com/office/drawing/2014/main" val="20009"/>
                    </a:ext>
                  </a:extLst>
                </a:gridCol>
              </a:tblGrid>
              <a:tr h="30797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時間</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tc>
                  <a:txBody>
                    <a:bodyPr/>
                    <a:lstStyle>
                      <a:lvl1pPr marL="0" algn="l" defTabSz="914400" rtl="0" eaLnBrk="1" latinLnBrk="0" hangingPunct="1">
                        <a:defRPr kumimoji="1" sz="1800" b="1" kern="1200">
                          <a:solidFill>
                            <a:schemeClr val="lt1"/>
                          </a:solidFill>
                        </a:defRPr>
                      </a:lvl1pPr>
                      <a:lvl2pPr marL="457200" algn="l" defTabSz="914400" rtl="0" eaLnBrk="1" latinLnBrk="0" hangingPunct="1">
                        <a:defRPr kumimoji="1" sz="1800" b="1" kern="1200">
                          <a:solidFill>
                            <a:schemeClr val="lt1"/>
                          </a:solidFill>
                        </a:defRPr>
                      </a:lvl2pPr>
                      <a:lvl3pPr marL="914400" algn="l" defTabSz="914400" rtl="0" eaLnBrk="1" latinLnBrk="0" hangingPunct="1">
                        <a:defRPr kumimoji="1" sz="1800" b="1" kern="1200">
                          <a:solidFill>
                            <a:schemeClr val="lt1"/>
                          </a:solidFill>
                        </a:defRPr>
                      </a:lvl3pPr>
                      <a:lvl4pPr marL="1371600" algn="l" defTabSz="914400" rtl="0" eaLnBrk="1" latinLnBrk="0" hangingPunct="1">
                        <a:defRPr kumimoji="1" sz="1800" b="1" kern="1200">
                          <a:solidFill>
                            <a:schemeClr val="lt1"/>
                          </a:solidFill>
                        </a:defRPr>
                      </a:lvl4pPr>
                      <a:lvl5pPr marL="1828800" algn="l" defTabSz="914400" rtl="0" eaLnBrk="1" latinLnBrk="0" hangingPunct="1">
                        <a:defRPr kumimoji="1" sz="1800" b="1" kern="1200">
                          <a:solidFill>
                            <a:schemeClr val="lt1"/>
                          </a:solidFill>
                        </a:defRPr>
                      </a:lvl5pPr>
                      <a:lvl6pPr marL="2286000" algn="l" defTabSz="914400" rtl="0" eaLnBrk="1" latinLnBrk="0" hangingPunct="1">
                        <a:defRPr kumimoji="1" sz="1800" b="1" kern="1200">
                          <a:solidFill>
                            <a:schemeClr val="lt1"/>
                          </a:solidFill>
                        </a:defRPr>
                      </a:lvl6pPr>
                      <a:lvl7pPr marL="2743200" algn="l" defTabSz="914400" rtl="0" eaLnBrk="1" latinLnBrk="0" hangingPunct="1">
                        <a:defRPr kumimoji="1" sz="1800" b="1" kern="1200">
                          <a:solidFill>
                            <a:schemeClr val="lt1"/>
                          </a:solidFill>
                        </a:defRPr>
                      </a:lvl7pPr>
                      <a:lvl8pPr marL="3200400" algn="l" defTabSz="914400" rtl="0" eaLnBrk="1" latinLnBrk="0" hangingPunct="1">
                        <a:defRPr kumimoji="1" sz="1800" b="1" kern="1200">
                          <a:solidFill>
                            <a:schemeClr val="lt1"/>
                          </a:solidFill>
                        </a:defRPr>
                      </a:lvl8pPr>
                      <a:lvl9pPr marL="3657600" algn="l" defTabSz="914400" rtl="0" eaLnBrk="1" latinLnBrk="0" hangingPunct="1">
                        <a:defRPr kumimoji="1" sz="1800" b="1" kern="1200">
                          <a:solidFill>
                            <a:schemeClr val="lt1"/>
                          </a:solidFill>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7</a:t>
                      </a:r>
                      <a:r>
                        <a:rPr kumimoji="1"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月</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tc>
                  <a:txBody>
                    <a:bodyPr/>
                    <a:lstStyle>
                      <a:lvl1pPr marL="0" algn="l" defTabSz="914400" rtl="0" eaLnBrk="1" latinLnBrk="0" hangingPunct="1">
                        <a:defRPr kumimoji="1" sz="1800" b="1" kern="1200">
                          <a:solidFill>
                            <a:schemeClr val="lt1"/>
                          </a:solidFill>
                        </a:defRPr>
                      </a:lvl1pPr>
                      <a:lvl2pPr marL="457200" algn="l" defTabSz="914400" rtl="0" eaLnBrk="1" latinLnBrk="0" hangingPunct="1">
                        <a:defRPr kumimoji="1" sz="1800" b="1" kern="1200">
                          <a:solidFill>
                            <a:schemeClr val="lt1"/>
                          </a:solidFill>
                        </a:defRPr>
                      </a:lvl2pPr>
                      <a:lvl3pPr marL="914400" algn="l" defTabSz="914400" rtl="0" eaLnBrk="1" latinLnBrk="0" hangingPunct="1">
                        <a:defRPr kumimoji="1" sz="1800" b="1" kern="1200">
                          <a:solidFill>
                            <a:schemeClr val="lt1"/>
                          </a:solidFill>
                        </a:defRPr>
                      </a:lvl3pPr>
                      <a:lvl4pPr marL="1371600" algn="l" defTabSz="914400" rtl="0" eaLnBrk="1" latinLnBrk="0" hangingPunct="1">
                        <a:defRPr kumimoji="1" sz="1800" b="1" kern="1200">
                          <a:solidFill>
                            <a:schemeClr val="lt1"/>
                          </a:solidFill>
                        </a:defRPr>
                      </a:lvl4pPr>
                      <a:lvl5pPr marL="1828800" algn="l" defTabSz="914400" rtl="0" eaLnBrk="1" latinLnBrk="0" hangingPunct="1">
                        <a:defRPr kumimoji="1" sz="1800" b="1" kern="1200">
                          <a:solidFill>
                            <a:schemeClr val="lt1"/>
                          </a:solidFill>
                        </a:defRPr>
                      </a:lvl5pPr>
                      <a:lvl6pPr marL="2286000" algn="l" defTabSz="914400" rtl="0" eaLnBrk="1" latinLnBrk="0" hangingPunct="1">
                        <a:defRPr kumimoji="1" sz="1800" b="1" kern="1200">
                          <a:solidFill>
                            <a:schemeClr val="lt1"/>
                          </a:solidFill>
                        </a:defRPr>
                      </a:lvl6pPr>
                      <a:lvl7pPr marL="2743200" algn="l" defTabSz="914400" rtl="0" eaLnBrk="1" latinLnBrk="0" hangingPunct="1">
                        <a:defRPr kumimoji="1" sz="1800" b="1" kern="1200">
                          <a:solidFill>
                            <a:schemeClr val="lt1"/>
                          </a:solidFill>
                        </a:defRPr>
                      </a:lvl7pPr>
                      <a:lvl8pPr marL="3200400" algn="l" defTabSz="914400" rtl="0" eaLnBrk="1" latinLnBrk="0" hangingPunct="1">
                        <a:defRPr kumimoji="1" sz="1800" b="1" kern="1200">
                          <a:solidFill>
                            <a:schemeClr val="lt1"/>
                          </a:solidFill>
                        </a:defRPr>
                      </a:lvl8pPr>
                      <a:lvl9pPr marL="3657600" algn="l" defTabSz="914400" rtl="0" eaLnBrk="1" latinLnBrk="0" hangingPunct="1">
                        <a:defRPr kumimoji="1" sz="1800" b="1" kern="1200">
                          <a:solidFill>
                            <a:schemeClr val="lt1"/>
                          </a:solidFill>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8</a:t>
                      </a:r>
                      <a:r>
                        <a:rPr kumimoji="1"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月</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tc>
                  <a:txBody>
                    <a:bodyPr/>
                    <a:lstStyle>
                      <a:lvl1pPr marL="0" algn="l" defTabSz="914400" rtl="0" eaLnBrk="1" latinLnBrk="0" hangingPunct="1">
                        <a:defRPr kumimoji="1" sz="1800" b="1" kern="1200">
                          <a:solidFill>
                            <a:schemeClr val="lt1"/>
                          </a:solidFill>
                        </a:defRPr>
                      </a:lvl1pPr>
                      <a:lvl2pPr marL="457200" algn="l" defTabSz="914400" rtl="0" eaLnBrk="1" latinLnBrk="0" hangingPunct="1">
                        <a:defRPr kumimoji="1" sz="1800" b="1" kern="1200">
                          <a:solidFill>
                            <a:schemeClr val="lt1"/>
                          </a:solidFill>
                        </a:defRPr>
                      </a:lvl2pPr>
                      <a:lvl3pPr marL="914400" algn="l" defTabSz="914400" rtl="0" eaLnBrk="1" latinLnBrk="0" hangingPunct="1">
                        <a:defRPr kumimoji="1" sz="1800" b="1" kern="1200">
                          <a:solidFill>
                            <a:schemeClr val="lt1"/>
                          </a:solidFill>
                        </a:defRPr>
                      </a:lvl3pPr>
                      <a:lvl4pPr marL="1371600" algn="l" defTabSz="914400" rtl="0" eaLnBrk="1" latinLnBrk="0" hangingPunct="1">
                        <a:defRPr kumimoji="1" sz="1800" b="1" kern="1200">
                          <a:solidFill>
                            <a:schemeClr val="lt1"/>
                          </a:solidFill>
                        </a:defRPr>
                      </a:lvl4pPr>
                      <a:lvl5pPr marL="1828800" algn="l" defTabSz="914400" rtl="0" eaLnBrk="1" latinLnBrk="0" hangingPunct="1">
                        <a:defRPr kumimoji="1" sz="1800" b="1" kern="1200">
                          <a:solidFill>
                            <a:schemeClr val="lt1"/>
                          </a:solidFill>
                        </a:defRPr>
                      </a:lvl5pPr>
                      <a:lvl6pPr marL="2286000" algn="l" defTabSz="914400" rtl="0" eaLnBrk="1" latinLnBrk="0" hangingPunct="1">
                        <a:defRPr kumimoji="1" sz="1800" b="1" kern="1200">
                          <a:solidFill>
                            <a:schemeClr val="lt1"/>
                          </a:solidFill>
                        </a:defRPr>
                      </a:lvl6pPr>
                      <a:lvl7pPr marL="2743200" algn="l" defTabSz="914400" rtl="0" eaLnBrk="1" latinLnBrk="0" hangingPunct="1">
                        <a:defRPr kumimoji="1" sz="1800" b="1" kern="1200">
                          <a:solidFill>
                            <a:schemeClr val="lt1"/>
                          </a:solidFill>
                        </a:defRPr>
                      </a:lvl7pPr>
                      <a:lvl8pPr marL="3200400" algn="l" defTabSz="914400" rtl="0" eaLnBrk="1" latinLnBrk="0" hangingPunct="1">
                        <a:defRPr kumimoji="1" sz="1800" b="1" kern="1200">
                          <a:solidFill>
                            <a:schemeClr val="lt1"/>
                          </a:solidFill>
                        </a:defRPr>
                      </a:lvl8pPr>
                      <a:lvl9pPr marL="3657600" algn="l" defTabSz="914400" rtl="0" eaLnBrk="1" latinLnBrk="0" hangingPunct="1">
                        <a:defRPr kumimoji="1" sz="1800" b="1" kern="1200">
                          <a:solidFill>
                            <a:schemeClr val="lt1"/>
                          </a:solidFill>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9</a:t>
                      </a:r>
                      <a:r>
                        <a:rPr kumimoji="1"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月</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10</a:t>
                      </a:r>
                      <a:r>
                        <a:rPr kumimoji="1"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月</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11</a:t>
                      </a:r>
                      <a:r>
                        <a:rPr kumimoji="1"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月</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12</a:t>
                      </a:r>
                      <a:r>
                        <a:rPr kumimoji="1"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月</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26</a:t>
                      </a:r>
                      <a:r>
                        <a:rPr kumimoji="1"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年</a:t>
                      </a:r>
                      <a:r>
                        <a:rPr kumimoji="1" lang="en-US" altLang="ja-JP"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1</a:t>
                      </a:r>
                      <a:r>
                        <a:rPr kumimoji="1"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月</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50000"/>
                      </a:schemeClr>
                    </a:solidFill>
                  </a:tcPr>
                </a:tc>
                <a:extLst>
                  <a:ext uri="{0D108BD9-81ED-4DB2-BD59-A6C34878D82A}">
                    <a16:rowId xmlns:a16="http://schemas.microsoft.com/office/drawing/2014/main" val="10000"/>
                  </a:ext>
                </a:extLst>
              </a:tr>
              <a:tr h="387050">
                <a:tc>
                  <a:txBody>
                    <a:bodyPr/>
                    <a:lstStyle/>
                    <a:p>
                      <a:pPr algn="ctr"/>
                      <a:r>
                        <a:rPr lang="ja-JP" altLang="en-US" sz="900" b="1" dirty="0">
                          <a:solidFill>
                            <a:schemeClr val="tx1"/>
                          </a:solidFill>
                          <a:latin typeface="Meiryo UI" pitchFamily="50" charset="-128"/>
                          <a:ea typeface="Meiryo UI" pitchFamily="50" charset="-128"/>
                          <a:cs typeface="Meiryo UI" pitchFamily="50" charset="-128"/>
                        </a:rPr>
                        <a:t>タスク</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BECFF">
                        <a:alpha val="40000"/>
                      </a:srgbClr>
                    </a:solidFill>
                  </a:tcPr>
                </a:tc>
                <a:tc>
                  <a:txBody>
                    <a:bodyPr/>
                    <a:lstStyle>
                      <a:lvl1pPr marL="0" algn="l" defTabSz="914400" rtl="0" eaLnBrk="1" latinLnBrk="0" hangingPunct="1">
                        <a:defRPr kumimoji="1" sz="1800" kern="1200">
                          <a:solidFill>
                            <a:schemeClr val="dk1"/>
                          </a:solidFill>
                        </a:defRPr>
                      </a:lvl1pPr>
                      <a:lvl2pPr marL="457200" algn="l" defTabSz="914400" rtl="0" eaLnBrk="1" latinLnBrk="0" hangingPunct="1">
                        <a:defRPr kumimoji="1" sz="1800" kern="1200">
                          <a:solidFill>
                            <a:schemeClr val="dk1"/>
                          </a:solidFill>
                        </a:defRPr>
                      </a:lvl2pPr>
                      <a:lvl3pPr marL="914400" algn="l" defTabSz="914400" rtl="0" eaLnBrk="1" latinLnBrk="0" hangingPunct="1">
                        <a:defRPr kumimoji="1" sz="1800" kern="1200">
                          <a:solidFill>
                            <a:schemeClr val="dk1"/>
                          </a:solidFill>
                        </a:defRPr>
                      </a:lvl3pPr>
                      <a:lvl4pPr marL="1371600" algn="l" defTabSz="914400" rtl="0" eaLnBrk="1" latinLnBrk="0" hangingPunct="1">
                        <a:defRPr kumimoji="1" sz="1800" kern="1200">
                          <a:solidFill>
                            <a:schemeClr val="dk1"/>
                          </a:solidFill>
                        </a:defRPr>
                      </a:lvl4pPr>
                      <a:lvl5pPr marL="1828800" algn="l" defTabSz="914400" rtl="0" eaLnBrk="1" latinLnBrk="0" hangingPunct="1">
                        <a:defRPr kumimoji="1" sz="1800" kern="1200">
                          <a:solidFill>
                            <a:schemeClr val="dk1"/>
                          </a:solidFill>
                        </a:defRPr>
                      </a:lvl5pPr>
                      <a:lvl6pPr marL="2286000" algn="l" defTabSz="914400" rtl="0" eaLnBrk="1" latinLnBrk="0" hangingPunct="1">
                        <a:defRPr kumimoji="1" sz="1800" kern="1200">
                          <a:solidFill>
                            <a:schemeClr val="dk1"/>
                          </a:solidFill>
                        </a:defRPr>
                      </a:lvl6pPr>
                      <a:lvl7pPr marL="2743200" algn="l" defTabSz="914400" rtl="0" eaLnBrk="1" latinLnBrk="0" hangingPunct="1">
                        <a:defRPr kumimoji="1" sz="1800" kern="1200">
                          <a:solidFill>
                            <a:schemeClr val="dk1"/>
                          </a:solidFill>
                        </a:defRPr>
                      </a:lvl7pPr>
                      <a:lvl8pPr marL="3200400" algn="l" defTabSz="914400" rtl="0" eaLnBrk="1" latinLnBrk="0" hangingPunct="1">
                        <a:defRPr kumimoji="1" sz="1800" kern="1200">
                          <a:solidFill>
                            <a:schemeClr val="dk1"/>
                          </a:solidFill>
                        </a:defRPr>
                      </a:lvl8pPr>
                      <a:lvl9pPr marL="3657600" algn="l" defTabSz="914400" rtl="0" eaLnBrk="1" latinLnBrk="0" hangingPunct="1">
                        <a:defRPr kumimoji="1" sz="1800" kern="1200">
                          <a:solidFill>
                            <a:schemeClr val="dk1"/>
                          </a:solidFill>
                        </a:defRPr>
                      </a:lvl9pPr>
                    </a:lstStyle>
                    <a:p>
                      <a:pPr algn="ctr"/>
                      <a:endParaRPr kumimoji="1" lang="ja-JP" altLang="en-US" sz="11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BECFF">
                        <a:alpha val="40000"/>
                      </a:srgbClr>
                    </a:solidFill>
                  </a:tcPr>
                </a:tc>
                <a:tc>
                  <a:txBody>
                    <a:bodyPr/>
                    <a:lstStyle>
                      <a:lvl1pPr marL="0" algn="l" defTabSz="914400" rtl="0" eaLnBrk="1" latinLnBrk="0" hangingPunct="1">
                        <a:defRPr kumimoji="1" sz="1800" kern="1200">
                          <a:solidFill>
                            <a:schemeClr val="dk1"/>
                          </a:solidFill>
                        </a:defRPr>
                      </a:lvl1pPr>
                      <a:lvl2pPr marL="457200" algn="l" defTabSz="914400" rtl="0" eaLnBrk="1" latinLnBrk="0" hangingPunct="1">
                        <a:defRPr kumimoji="1" sz="1800" kern="1200">
                          <a:solidFill>
                            <a:schemeClr val="dk1"/>
                          </a:solidFill>
                        </a:defRPr>
                      </a:lvl2pPr>
                      <a:lvl3pPr marL="914400" algn="l" defTabSz="914400" rtl="0" eaLnBrk="1" latinLnBrk="0" hangingPunct="1">
                        <a:defRPr kumimoji="1" sz="1800" kern="1200">
                          <a:solidFill>
                            <a:schemeClr val="dk1"/>
                          </a:solidFill>
                        </a:defRPr>
                      </a:lvl3pPr>
                      <a:lvl4pPr marL="1371600" algn="l" defTabSz="914400" rtl="0" eaLnBrk="1" latinLnBrk="0" hangingPunct="1">
                        <a:defRPr kumimoji="1" sz="1800" kern="1200">
                          <a:solidFill>
                            <a:schemeClr val="dk1"/>
                          </a:solidFill>
                        </a:defRPr>
                      </a:lvl4pPr>
                      <a:lvl5pPr marL="1828800" algn="l" defTabSz="914400" rtl="0" eaLnBrk="1" latinLnBrk="0" hangingPunct="1">
                        <a:defRPr kumimoji="1" sz="1800" kern="1200">
                          <a:solidFill>
                            <a:schemeClr val="dk1"/>
                          </a:solidFill>
                        </a:defRPr>
                      </a:lvl5pPr>
                      <a:lvl6pPr marL="2286000" algn="l" defTabSz="914400" rtl="0" eaLnBrk="1" latinLnBrk="0" hangingPunct="1">
                        <a:defRPr kumimoji="1" sz="1800" kern="1200">
                          <a:solidFill>
                            <a:schemeClr val="dk1"/>
                          </a:solidFill>
                        </a:defRPr>
                      </a:lvl6pPr>
                      <a:lvl7pPr marL="2743200" algn="l" defTabSz="914400" rtl="0" eaLnBrk="1" latinLnBrk="0" hangingPunct="1">
                        <a:defRPr kumimoji="1" sz="1800" kern="1200">
                          <a:solidFill>
                            <a:schemeClr val="dk1"/>
                          </a:solidFill>
                        </a:defRPr>
                      </a:lvl7pPr>
                      <a:lvl8pPr marL="3200400" algn="l" defTabSz="914400" rtl="0" eaLnBrk="1" latinLnBrk="0" hangingPunct="1">
                        <a:defRPr kumimoji="1" sz="1800" kern="1200">
                          <a:solidFill>
                            <a:schemeClr val="dk1"/>
                          </a:solidFill>
                        </a:defRPr>
                      </a:lvl8pPr>
                      <a:lvl9pPr marL="3657600" algn="l" defTabSz="914400" rtl="0" eaLnBrk="1" latinLnBrk="0" hangingPunct="1">
                        <a:defRPr kumimoji="1" sz="1800" kern="1200">
                          <a:solidFill>
                            <a:schemeClr val="dk1"/>
                          </a:solidFill>
                        </a:defRPr>
                      </a:lvl9pPr>
                    </a:lstStyle>
                    <a:p>
                      <a:pPr algn="ctr"/>
                      <a:endParaRPr kumimoji="1" lang="ja-JP" altLang="en-US" sz="11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BECFF">
                        <a:alpha val="40000"/>
                      </a:srgbClr>
                    </a:solidFill>
                  </a:tcPr>
                </a:tc>
                <a:tc>
                  <a:txBody>
                    <a:bodyPr/>
                    <a:lstStyle>
                      <a:lvl1pPr marL="0" algn="l" defTabSz="914400" rtl="0" eaLnBrk="1" latinLnBrk="0" hangingPunct="1">
                        <a:defRPr kumimoji="1" sz="1800" kern="1200">
                          <a:solidFill>
                            <a:schemeClr val="dk1"/>
                          </a:solidFill>
                        </a:defRPr>
                      </a:lvl1pPr>
                      <a:lvl2pPr marL="457200" algn="l" defTabSz="914400" rtl="0" eaLnBrk="1" latinLnBrk="0" hangingPunct="1">
                        <a:defRPr kumimoji="1" sz="1800" kern="1200">
                          <a:solidFill>
                            <a:schemeClr val="dk1"/>
                          </a:solidFill>
                        </a:defRPr>
                      </a:lvl2pPr>
                      <a:lvl3pPr marL="914400" algn="l" defTabSz="914400" rtl="0" eaLnBrk="1" latinLnBrk="0" hangingPunct="1">
                        <a:defRPr kumimoji="1" sz="1800" kern="1200">
                          <a:solidFill>
                            <a:schemeClr val="dk1"/>
                          </a:solidFill>
                        </a:defRPr>
                      </a:lvl3pPr>
                      <a:lvl4pPr marL="1371600" algn="l" defTabSz="914400" rtl="0" eaLnBrk="1" latinLnBrk="0" hangingPunct="1">
                        <a:defRPr kumimoji="1" sz="1800" kern="1200">
                          <a:solidFill>
                            <a:schemeClr val="dk1"/>
                          </a:solidFill>
                        </a:defRPr>
                      </a:lvl4pPr>
                      <a:lvl5pPr marL="1828800" algn="l" defTabSz="914400" rtl="0" eaLnBrk="1" latinLnBrk="0" hangingPunct="1">
                        <a:defRPr kumimoji="1" sz="1800" kern="1200">
                          <a:solidFill>
                            <a:schemeClr val="dk1"/>
                          </a:solidFill>
                        </a:defRPr>
                      </a:lvl5pPr>
                      <a:lvl6pPr marL="2286000" algn="l" defTabSz="914400" rtl="0" eaLnBrk="1" latinLnBrk="0" hangingPunct="1">
                        <a:defRPr kumimoji="1" sz="1800" kern="1200">
                          <a:solidFill>
                            <a:schemeClr val="dk1"/>
                          </a:solidFill>
                        </a:defRPr>
                      </a:lvl6pPr>
                      <a:lvl7pPr marL="2743200" algn="l" defTabSz="914400" rtl="0" eaLnBrk="1" latinLnBrk="0" hangingPunct="1">
                        <a:defRPr kumimoji="1" sz="1800" kern="1200">
                          <a:solidFill>
                            <a:schemeClr val="dk1"/>
                          </a:solidFill>
                        </a:defRPr>
                      </a:lvl7pPr>
                      <a:lvl8pPr marL="3200400" algn="l" defTabSz="914400" rtl="0" eaLnBrk="1" latinLnBrk="0" hangingPunct="1">
                        <a:defRPr kumimoji="1" sz="1800" kern="1200">
                          <a:solidFill>
                            <a:schemeClr val="dk1"/>
                          </a:solidFill>
                        </a:defRPr>
                      </a:lvl8pPr>
                      <a:lvl9pPr marL="3657600" algn="l" defTabSz="914400" rtl="0" eaLnBrk="1" latinLnBrk="0" hangingPunct="1">
                        <a:defRPr kumimoji="1" sz="1800" kern="1200">
                          <a:solidFill>
                            <a:schemeClr val="dk1"/>
                          </a:solidFill>
                        </a:defRPr>
                      </a:lvl9pPr>
                    </a:lstStyle>
                    <a:p>
                      <a:pPr algn="ctr"/>
                      <a:endParaRPr kumimoji="1" lang="ja-JP" altLang="en-US" sz="11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BECFF">
                        <a:alpha val="40000"/>
                      </a:srgbClr>
                    </a:solidFill>
                  </a:tcPr>
                </a:tc>
                <a:tc>
                  <a:txBody>
                    <a:bodyPr/>
                    <a:lstStyle/>
                    <a:p>
                      <a:pPr algn="ctr"/>
                      <a:endParaRPr kumimoji="1" lang="ja-JP" altLang="en-US" sz="11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BECFF">
                        <a:alpha val="40000"/>
                      </a:srgbClr>
                    </a:solidFill>
                  </a:tcPr>
                </a:tc>
                <a:tc>
                  <a:txBody>
                    <a:bodyPr/>
                    <a:lstStyle/>
                    <a:p>
                      <a:pPr algn="ctr"/>
                      <a:endParaRPr kumimoji="1" lang="ja-JP" altLang="en-US" sz="11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BECFF">
                        <a:alpha val="40000"/>
                      </a:srgbClr>
                    </a:solidFill>
                  </a:tcPr>
                </a:tc>
                <a:tc>
                  <a:txBody>
                    <a:bodyPr/>
                    <a:lstStyle/>
                    <a:p>
                      <a:pPr algn="ctr"/>
                      <a:endParaRPr kumimoji="1" lang="ja-JP" altLang="en-US" sz="11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BECFF">
                        <a:alpha val="40000"/>
                      </a:srgbClr>
                    </a:solidFill>
                  </a:tcPr>
                </a:tc>
                <a:tc>
                  <a:txBody>
                    <a:bodyPr/>
                    <a:lstStyle/>
                    <a:p>
                      <a:pPr algn="ctr"/>
                      <a:endParaRPr kumimoji="1" lang="ja-JP" altLang="en-US" sz="11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BECFF">
                        <a:alpha val="40000"/>
                      </a:srgbClr>
                    </a:solidFill>
                  </a:tcPr>
                </a:tc>
                <a:extLst>
                  <a:ext uri="{0D108BD9-81ED-4DB2-BD59-A6C34878D82A}">
                    <a16:rowId xmlns:a16="http://schemas.microsoft.com/office/drawing/2014/main" val="10001"/>
                  </a:ext>
                </a:extLst>
              </a:tr>
            </a:tbl>
          </a:graphicData>
        </a:graphic>
      </p:graphicFrame>
      <p:sp>
        <p:nvSpPr>
          <p:cNvPr id="113" name="ホームベース 78">
            <a:extLst>
              <a:ext uri="{FF2B5EF4-FFF2-40B4-BE49-F238E27FC236}">
                <a16:creationId xmlns:a16="http://schemas.microsoft.com/office/drawing/2014/main" id="{3083E2BA-F4D1-AB17-0622-6DCED4AF2F94}"/>
              </a:ext>
            </a:extLst>
          </p:cNvPr>
          <p:cNvSpPr/>
          <p:nvPr/>
        </p:nvSpPr>
        <p:spPr bwMode="auto">
          <a:xfrm>
            <a:off x="1388542" y="6200821"/>
            <a:ext cx="672029" cy="138269"/>
          </a:xfrm>
          <a:prstGeom prst="homePlate">
            <a:avLst/>
          </a:prstGeom>
          <a:solidFill>
            <a:srgbClr val="FFCC99"/>
          </a:solidFill>
          <a:ln w="12700">
            <a:solidFill>
              <a:srgbClr val="808080"/>
            </a:solidFill>
            <a:miter lim="800000"/>
            <a:headEnd/>
            <a:tailEnd/>
          </a:ln>
          <a:effectLst/>
        </p:spPr>
        <p:txBody>
          <a:bodyPr lIns="72000" tIns="72000" rIns="72000" bIns="72000" rtlCol="0" anchor="ctr"/>
          <a:lstStyle/>
          <a:p>
            <a:pPr algn="just" defTabSz="1395413" fontAlgn="ctr">
              <a:spcBef>
                <a:spcPct val="10000"/>
              </a:spcBef>
              <a:spcAft>
                <a:spcPct val="10000"/>
              </a:spcAft>
              <a:buClr>
                <a:srgbClr val="647E9E"/>
              </a:buClr>
              <a:buSzPct val="80000"/>
              <a:buFont typeface="Wingdings" pitchFamily="2" charset="2"/>
              <a:buNone/>
            </a:pP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機能分割</a:t>
            </a:r>
          </a:p>
        </p:txBody>
      </p:sp>
      <p:sp>
        <p:nvSpPr>
          <p:cNvPr id="115" name="ホームベース 90">
            <a:extLst>
              <a:ext uri="{FF2B5EF4-FFF2-40B4-BE49-F238E27FC236}">
                <a16:creationId xmlns:a16="http://schemas.microsoft.com/office/drawing/2014/main" id="{C53FBBC7-D9C3-06FD-AAE2-00AA869D025A}"/>
              </a:ext>
            </a:extLst>
          </p:cNvPr>
          <p:cNvSpPr/>
          <p:nvPr/>
        </p:nvSpPr>
        <p:spPr bwMode="auto">
          <a:xfrm>
            <a:off x="2089588" y="6242948"/>
            <a:ext cx="742780" cy="216027"/>
          </a:xfrm>
          <a:prstGeom prst="homePlate">
            <a:avLst/>
          </a:prstGeom>
          <a:solidFill>
            <a:srgbClr val="FFCC99"/>
          </a:solidFill>
          <a:ln w="12700">
            <a:solidFill>
              <a:srgbClr val="808080"/>
            </a:solidFill>
            <a:miter lim="800000"/>
            <a:headEnd/>
            <a:tailEnd/>
          </a:ln>
          <a:effectLst/>
        </p:spPr>
        <p:txBody>
          <a:bodyPr lIns="72000" tIns="72000" rIns="72000" bIns="72000" rtlCol="0" anchor="ctr"/>
          <a:lstStyle/>
          <a:p>
            <a:pPr algn="just" defTabSz="1395413" fontAlgn="ctr">
              <a:spcBef>
                <a:spcPct val="10000"/>
              </a:spcBef>
              <a:spcAft>
                <a:spcPct val="10000"/>
              </a:spcAft>
              <a:buClr>
                <a:srgbClr val="647E9E"/>
              </a:buClr>
              <a:buSzPct val="80000"/>
              <a:buFont typeface="Wingdings" pitchFamily="2" charset="2"/>
              <a:buNone/>
            </a:pP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バッチ</a:t>
            </a:r>
            <a:r>
              <a:rPr kumimoji="0" lang="en-US" altLang="ja-JP"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ACP</a:t>
            </a:r>
            <a:endPar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7" name="ホームベース 91">
            <a:extLst>
              <a:ext uri="{FF2B5EF4-FFF2-40B4-BE49-F238E27FC236}">
                <a16:creationId xmlns:a16="http://schemas.microsoft.com/office/drawing/2014/main" id="{5E92DD5E-EFD8-AE64-F872-10D280409A71}"/>
              </a:ext>
            </a:extLst>
          </p:cNvPr>
          <p:cNvSpPr/>
          <p:nvPr/>
        </p:nvSpPr>
        <p:spPr bwMode="auto">
          <a:xfrm>
            <a:off x="2847014" y="6242948"/>
            <a:ext cx="475589" cy="216027"/>
          </a:xfrm>
          <a:prstGeom prst="homePlate">
            <a:avLst/>
          </a:prstGeom>
          <a:solidFill>
            <a:srgbClr val="FFCC99"/>
          </a:solidFill>
          <a:ln w="12700">
            <a:solidFill>
              <a:srgbClr val="808080"/>
            </a:solidFill>
            <a:miter lim="800000"/>
            <a:headEnd/>
            <a:tailEnd/>
          </a:ln>
          <a:effectLst/>
        </p:spPr>
        <p:txBody>
          <a:bodyPr lIns="72000" tIns="72000" rIns="72000" bIns="72000" rtlCol="0" anchor="ctr"/>
          <a:lstStyle/>
          <a:p>
            <a:pPr algn="just" defTabSz="1395413" fontAlgn="ctr">
              <a:spcBef>
                <a:spcPct val="10000"/>
              </a:spcBef>
              <a:spcAft>
                <a:spcPct val="10000"/>
              </a:spcAft>
              <a:buClr>
                <a:srgbClr val="647E9E"/>
              </a:buClr>
              <a:buSzPct val="80000"/>
              <a:buFont typeface="Wingdings" pitchFamily="2" charset="2"/>
              <a:buNone/>
            </a:pP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部品</a:t>
            </a:r>
          </a:p>
        </p:txBody>
      </p:sp>
      <p:grpSp>
        <p:nvGrpSpPr>
          <p:cNvPr id="118" name="グループ化 117">
            <a:extLst>
              <a:ext uri="{FF2B5EF4-FFF2-40B4-BE49-F238E27FC236}">
                <a16:creationId xmlns:a16="http://schemas.microsoft.com/office/drawing/2014/main" id="{C3AC1EBC-753A-F00E-17EF-28FC5476B6F4}"/>
              </a:ext>
            </a:extLst>
          </p:cNvPr>
          <p:cNvGrpSpPr/>
          <p:nvPr/>
        </p:nvGrpSpPr>
        <p:grpSpPr>
          <a:xfrm>
            <a:off x="4831164" y="6135466"/>
            <a:ext cx="156121" cy="190783"/>
            <a:chOff x="6409926" y="2318043"/>
            <a:chExt cx="262005" cy="299920"/>
          </a:xfrm>
        </p:grpSpPr>
        <p:sp>
          <p:nvSpPr>
            <p:cNvPr id="120" name="AutoShape 258">
              <a:extLst>
                <a:ext uri="{FF2B5EF4-FFF2-40B4-BE49-F238E27FC236}">
                  <a16:creationId xmlns:a16="http://schemas.microsoft.com/office/drawing/2014/main" id="{71C1B992-ED73-35A7-E9B1-F861EE4355E0}"/>
                </a:ext>
              </a:extLst>
            </p:cNvPr>
            <p:cNvSpPr>
              <a:spLocks noChangeArrowheads="1"/>
            </p:cNvSpPr>
            <p:nvPr/>
          </p:nvSpPr>
          <p:spPr bwMode="auto">
            <a:xfrm rot="810998">
              <a:off x="6445887" y="2318043"/>
              <a:ext cx="226044" cy="184799"/>
            </a:xfrm>
            <a:prstGeom prst="wave">
              <a:avLst>
                <a:gd name="adj1" fmla="val 13005"/>
                <a:gd name="adj2" fmla="val 0"/>
              </a:avLst>
            </a:prstGeom>
            <a:solidFill>
              <a:srgbClr val="FF5050"/>
            </a:solidFill>
            <a:ln w="15875" algn="ctr">
              <a:solidFill>
                <a:srgbClr val="000000"/>
              </a:solidFill>
              <a:round/>
              <a:headEnd/>
              <a:tailEnd/>
            </a:ln>
          </p:spPr>
          <p:txBody>
            <a:bodyPr/>
            <a:lstStyle>
              <a:lvl1pPr algn="l" eaLnBrk="0" fontAlgn="base" hangingPunct="0">
                <a:spcBef>
                  <a:spcPct val="20000"/>
                </a:spcBef>
                <a:spcAft>
                  <a:spcPct val="0"/>
                </a:spcAft>
                <a:buClr>
                  <a:srgbClr val="33CCCC"/>
                </a:buClr>
                <a:buChar char="l"/>
                <a:defRPr kumimoji="1" sz="3400" b="1">
                  <a:solidFill>
                    <a:schemeClr val="bg2"/>
                  </a:solidFill>
                  <a:latin typeface="Arial" charset="0"/>
                  <a:ea typeface="ＭＳ Ｐゴシック" charset="-128"/>
                </a:defRPr>
              </a:lvl1pPr>
              <a:lvl2pPr marL="742950" indent="-285750" algn="l" eaLnBrk="0" fontAlgn="base" hangingPunct="0">
                <a:spcBef>
                  <a:spcPct val="20000"/>
                </a:spcBef>
                <a:spcAft>
                  <a:spcPct val="0"/>
                </a:spcAft>
                <a:buClr>
                  <a:srgbClr val="33CCCC"/>
                </a:buClr>
                <a:buChar char="–"/>
                <a:defRPr kumimoji="1" sz="3000" b="1">
                  <a:solidFill>
                    <a:schemeClr val="bg2"/>
                  </a:solidFill>
                  <a:latin typeface="Arial" charset="0"/>
                  <a:ea typeface="ＭＳ Ｐゴシック" charset="-128"/>
                </a:defRPr>
              </a:lvl2pPr>
              <a:lvl3pPr marL="1143000" indent="-228600" algn="l" eaLnBrk="0" fontAlgn="base" hangingPunct="0">
                <a:spcBef>
                  <a:spcPct val="20000"/>
                </a:spcBef>
                <a:spcAft>
                  <a:spcPct val="0"/>
                </a:spcAft>
                <a:buClr>
                  <a:srgbClr val="33CCCC"/>
                </a:buClr>
                <a:buChar char="•"/>
                <a:defRPr kumimoji="1" sz="2500" b="1">
                  <a:solidFill>
                    <a:schemeClr val="bg2"/>
                  </a:solidFill>
                  <a:latin typeface="Arial" charset="0"/>
                  <a:ea typeface="ＭＳ Ｐゴシック" charset="-128"/>
                </a:defRPr>
              </a:lvl3pPr>
              <a:lvl4pPr marL="1600200" indent="-228600" algn="l"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4pPr>
              <a:lvl5pPr marL="2057400" indent="-228600" algn="l"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5pPr>
              <a:lvl6pPr marL="25146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6pPr>
              <a:lvl7pPr marL="29718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7pPr>
              <a:lvl8pPr marL="34290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8pPr>
              <a:lvl9pPr marL="38862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9pPr>
            </a:lstStyle>
            <a:p>
              <a:pPr marL="0" marR="0" lvl="0" indent="0" algn="ctr" defTabSz="914400" eaLnBrk="1" fontAlgn="ctr" latinLnBrk="0" hangingPunct="1">
                <a:lnSpc>
                  <a:spcPct val="100000"/>
                </a:lnSpc>
                <a:spcBef>
                  <a:spcPct val="0"/>
                </a:spcBef>
                <a:spcAft>
                  <a:spcPct val="10000"/>
                </a:spcAft>
                <a:buClr>
                  <a:srgbClr val="000066"/>
                </a:buClr>
                <a:buSzTx/>
                <a:buFont typeface="Wingdings" pitchFamily="2" charset="2"/>
                <a:buNone/>
                <a:tabLst/>
                <a:defRPr/>
              </a:pPr>
              <a:endParaRPr kumimoji="1" lang="ja-JP" altLang="ja-JP" sz="1000" b="0" i="0" u="none" strike="noStrike" kern="0" cap="none" spc="0" normalizeH="0" baseline="0" noProof="0">
                <a:ln>
                  <a:noFill/>
                </a:ln>
                <a:solidFill>
                  <a:schemeClr val="tx1"/>
                </a:solidFill>
                <a:effectLst/>
                <a:uLnTx/>
                <a:uFillTx/>
                <a:latin typeface="Meiryo UI" panose="020B0604030504040204" pitchFamily="50" charset="-128"/>
                <a:ea typeface="Meiryo UI" panose="020B0604030504040204" pitchFamily="50" charset="-128"/>
              </a:endParaRPr>
            </a:p>
          </p:txBody>
        </p:sp>
        <p:sp>
          <p:nvSpPr>
            <p:cNvPr id="121" name="Line 259">
              <a:extLst>
                <a:ext uri="{FF2B5EF4-FFF2-40B4-BE49-F238E27FC236}">
                  <a16:creationId xmlns:a16="http://schemas.microsoft.com/office/drawing/2014/main" id="{ABCDFD57-961C-8A88-8E29-525D8884DFE0}"/>
                </a:ext>
              </a:extLst>
            </p:cNvPr>
            <p:cNvSpPr>
              <a:spLocks noChangeShapeType="1"/>
            </p:cNvSpPr>
            <p:nvPr/>
          </p:nvSpPr>
          <p:spPr bwMode="auto">
            <a:xfrm rot="810998">
              <a:off x="6409926" y="2448311"/>
              <a:ext cx="0" cy="16965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1000" b="0" i="0" u="none" strike="noStrike" kern="0" cap="none" spc="0" normalizeH="0" baseline="0" noProof="0">
                <a:ln>
                  <a:noFill/>
                </a:ln>
                <a:effectLst/>
                <a:uLnTx/>
                <a:uFillTx/>
                <a:latin typeface="Meiryo UI" panose="020B0604030504040204" pitchFamily="50" charset="-128"/>
                <a:ea typeface="Meiryo UI" panose="020B0604030504040204" pitchFamily="50" charset="-128"/>
              </a:endParaRPr>
            </a:p>
          </p:txBody>
        </p:sp>
      </p:grpSp>
      <p:sp>
        <p:nvSpPr>
          <p:cNvPr id="122" name="テキスト ボックス 121">
            <a:extLst>
              <a:ext uri="{FF2B5EF4-FFF2-40B4-BE49-F238E27FC236}">
                <a16:creationId xmlns:a16="http://schemas.microsoft.com/office/drawing/2014/main" id="{BDF60904-AD4F-3EFB-1C66-C6B80A156816}"/>
              </a:ext>
            </a:extLst>
          </p:cNvPr>
          <p:cNvSpPr txBox="1"/>
          <p:nvPr/>
        </p:nvSpPr>
        <p:spPr>
          <a:xfrm>
            <a:off x="4806975" y="6331974"/>
            <a:ext cx="1133861" cy="215446"/>
          </a:xfrm>
          <a:prstGeom prst="rect">
            <a:avLst/>
          </a:prstGeom>
          <a:noFill/>
        </p:spPr>
        <p:txBody>
          <a:bodyPr wrap="square" rtlCol="0">
            <a:spAutoFit/>
          </a:bodyPr>
          <a:lstStyle/>
          <a:p>
            <a:r>
              <a:rPr kumimoji="1" lang="ja-JP" altLang="en-US" sz="800" b="1" dirty="0">
                <a:latin typeface="Meiryo UI" panose="020B0604030504040204" pitchFamily="50" charset="-128"/>
                <a:ea typeface="Meiryo UI" panose="020B0604030504040204" pitchFamily="50" charset="-128"/>
              </a:rPr>
              <a:t>運用開始</a:t>
            </a:r>
          </a:p>
        </p:txBody>
      </p:sp>
      <p:sp>
        <p:nvSpPr>
          <p:cNvPr id="124" name="ホームベース 69">
            <a:extLst>
              <a:ext uri="{FF2B5EF4-FFF2-40B4-BE49-F238E27FC236}">
                <a16:creationId xmlns:a16="http://schemas.microsoft.com/office/drawing/2014/main" id="{16A00E7F-B9DC-213A-7ABC-12C7BE1B3620}"/>
              </a:ext>
            </a:extLst>
          </p:cNvPr>
          <p:cNvSpPr/>
          <p:nvPr/>
        </p:nvSpPr>
        <p:spPr bwMode="auto">
          <a:xfrm>
            <a:off x="3322603" y="6240184"/>
            <a:ext cx="862953" cy="216027"/>
          </a:xfrm>
          <a:prstGeom prst="homePlate">
            <a:avLst/>
          </a:prstGeom>
          <a:solidFill>
            <a:srgbClr val="FFCC99"/>
          </a:solidFill>
          <a:ln w="12700">
            <a:solidFill>
              <a:srgbClr val="808080"/>
            </a:solidFill>
            <a:miter lim="800000"/>
            <a:headEnd/>
            <a:tailEnd/>
          </a:ln>
          <a:effectLst/>
        </p:spPr>
        <p:txBody>
          <a:bodyPr lIns="72000" tIns="72000" rIns="72000" bIns="72000" rtlCol="0" anchor="ctr"/>
          <a:lstStyle/>
          <a:p>
            <a:pPr algn="just" defTabSz="1395413" fontAlgn="ctr">
              <a:spcBef>
                <a:spcPct val="10000"/>
              </a:spcBef>
              <a:spcAft>
                <a:spcPct val="10000"/>
              </a:spcAft>
              <a:buClr>
                <a:srgbClr val="647E9E"/>
              </a:buClr>
              <a:buSzPct val="80000"/>
              <a:buFont typeface="Wingdings" pitchFamily="2" charset="2"/>
              <a:buNone/>
            </a:pPr>
            <a:r>
              <a:rPr kumimoji="0" lang="ja-JP" altLang="en-US" sz="8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オンライン</a:t>
            </a:r>
            <a:r>
              <a:rPr kumimoji="0" lang="en-US" altLang="ja-JP" sz="8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ACP</a:t>
            </a:r>
            <a:endParaRPr kumimoji="0" lang="ja-JP" altLang="en-US" sz="8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125" name="直線コネクタ 124">
            <a:extLst>
              <a:ext uri="{FF2B5EF4-FFF2-40B4-BE49-F238E27FC236}">
                <a16:creationId xmlns:a16="http://schemas.microsoft.com/office/drawing/2014/main" id="{18C6C0C9-B9C7-191B-3FBE-A6AE56E0C7B7}"/>
              </a:ext>
            </a:extLst>
          </p:cNvPr>
          <p:cNvCxnSpPr>
            <a:cxnSpLocks/>
          </p:cNvCxnSpPr>
          <p:nvPr/>
        </p:nvCxnSpPr>
        <p:spPr bwMode="auto">
          <a:xfrm>
            <a:off x="1815961" y="5851929"/>
            <a:ext cx="0" cy="684000"/>
          </a:xfrm>
          <a:prstGeom prst="line">
            <a:avLst/>
          </a:prstGeom>
          <a:gradFill rotWithShape="1">
            <a:gsLst>
              <a:gs pos="0">
                <a:schemeClr val="bg1"/>
              </a:gs>
              <a:gs pos="100000">
                <a:srgbClr val="FFCCFF"/>
              </a:gs>
            </a:gsLst>
            <a:lin ang="2700000" scaled="1"/>
          </a:gradFill>
          <a:ln w="31750" cap="flat" cmpd="sng" algn="ctr">
            <a:solidFill>
              <a:srgbClr val="FF0000"/>
            </a:solidFill>
            <a:prstDash val="solid"/>
            <a:round/>
            <a:headEnd type="none" w="med" len="med"/>
            <a:tailEnd type="none" w="med" len="med"/>
          </a:ln>
          <a:effectLst/>
        </p:spPr>
      </p:cxnSp>
      <p:sp>
        <p:nvSpPr>
          <p:cNvPr id="126" name="テキスト ボックス 125">
            <a:extLst>
              <a:ext uri="{FF2B5EF4-FFF2-40B4-BE49-F238E27FC236}">
                <a16:creationId xmlns:a16="http://schemas.microsoft.com/office/drawing/2014/main" id="{1BAE0805-99DD-8C5B-136B-211B14AC78CE}"/>
              </a:ext>
            </a:extLst>
          </p:cNvPr>
          <p:cNvSpPr txBox="1"/>
          <p:nvPr/>
        </p:nvSpPr>
        <p:spPr>
          <a:xfrm>
            <a:off x="624308" y="5589240"/>
            <a:ext cx="3738816" cy="246221"/>
          </a:xfrm>
          <a:prstGeom prst="rect">
            <a:avLst/>
          </a:prstGeom>
          <a:noFill/>
        </p:spPr>
        <p:txBody>
          <a:bodyPr wrap="square" rtlCol="0" anchor="ctr">
            <a:spAutoFit/>
          </a:bodyPr>
          <a:lstStyle/>
          <a:p>
            <a:r>
              <a:rPr kumimoji="1" lang="ja-JP" altLang="en-US" sz="1000" dirty="0">
                <a:latin typeface="Meiryo UI" panose="020B0604030504040204" pitchFamily="50" charset="-128"/>
                <a:ea typeface="Meiryo UI" panose="020B0604030504040204" pitchFamily="50" charset="-128"/>
              </a:rPr>
              <a:t>◆</a:t>
            </a:r>
            <a:r>
              <a:rPr kumimoji="1" lang="en-US" altLang="ja-JP" sz="1000" dirty="0">
                <a:latin typeface="Meiryo UI" panose="020B0604030504040204" pitchFamily="50" charset="-128"/>
                <a:ea typeface="Meiryo UI" panose="020B0604030504040204" pitchFamily="50" charset="-128"/>
              </a:rPr>
              <a:t>PGM</a:t>
            </a:r>
            <a:r>
              <a:rPr kumimoji="1" lang="ja-JP" altLang="en-US" sz="1000" dirty="0">
                <a:latin typeface="Meiryo UI" panose="020B0604030504040204" pitchFamily="50" charset="-128"/>
                <a:ea typeface="Meiryo UI" panose="020B0604030504040204" pitchFamily="50" charset="-128"/>
              </a:rPr>
              <a:t>類型より、バッチ＝＞オンライン順次にツール化推進を行う。</a:t>
            </a:r>
          </a:p>
        </p:txBody>
      </p:sp>
      <p:sp>
        <p:nvSpPr>
          <p:cNvPr id="127" name="ホームベース 69">
            <a:extLst>
              <a:ext uri="{FF2B5EF4-FFF2-40B4-BE49-F238E27FC236}">
                <a16:creationId xmlns:a16="http://schemas.microsoft.com/office/drawing/2014/main" id="{E6CBBFE7-C974-0DD8-DC15-E781520CBC56}"/>
              </a:ext>
            </a:extLst>
          </p:cNvPr>
          <p:cNvSpPr/>
          <p:nvPr/>
        </p:nvSpPr>
        <p:spPr bwMode="auto">
          <a:xfrm>
            <a:off x="4208024" y="6263371"/>
            <a:ext cx="604263" cy="203293"/>
          </a:xfrm>
          <a:prstGeom prst="homePlate">
            <a:avLst/>
          </a:prstGeom>
          <a:solidFill>
            <a:srgbClr val="FFCC99"/>
          </a:solidFill>
          <a:ln w="12700">
            <a:solidFill>
              <a:srgbClr val="808080"/>
            </a:solidFill>
            <a:miter lim="800000"/>
            <a:headEnd/>
            <a:tailEnd/>
          </a:ln>
          <a:effectLst/>
        </p:spPr>
        <p:txBody>
          <a:bodyPr lIns="72000" tIns="72000" rIns="72000" bIns="72000" rtlCol="0" anchor="ctr"/>
          <a:lstStyle/>
          <a:p>
            <a:pPr algn="just" defTabSz="1395413" fontAlgn="ctr">
              <a:spcBef>
                <a:spcPct val="10000"/>
              </a:spcBef>
              <a:spcAft>
                <a:spcPct val="10000"/>
              </a:spcAft>
              <a:buClr>
                <a:srgbClr val="647E9E"/>
              </a:buClr>
              <a:buSzPct val="80000"/>
              <a:buFont typeface="Wingdings" pitchFamily="2" charset="2"/>
              <a:buNone/>
            </a:pPr>
            <a:r>
              <a:rPr kumimoji="0" lang="ja-JP" altLang="en-US" sz="9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試行</a:t>
            </a:r>
          </a:p>
        </p:txBody>
      </p:sp>
      <p:sp>
        <p:nvSpPr>
          <p:cNvPr id="128" name="正方形/長方形 127">
            <a:extLst>
              <a:ext uri="{FF2B5EF4-FFF2-40B4-BE49-F238E27FC236}">
                <a16:creationId xmlns:a16="http://schemas.microsoft.com/office/drawing/2014/main" id="{B9E1A397-777F-4522-62FD-E66A6CD42A0B}"/>
              </a:ext>
            </a:extLst>
          </p:cNvPr>
          <p:cNvSpPr/>
          <p:nvPr/>
        </p:nvSpPr>
        <p:spPr bwMode="auto">
          <a:xfrm>
            <a:off x="272480" y="5709528"/>
            <a:ext cx="399600" cy="855844"/>
          </a:xfrm>
          <a:prstGeom prst="rect">
            <a:avLst/>
          </a:prstGeom>
          <a:solidFill>
            <a:srgbClr val="376092"/>
          </a:solidFill>
          <a:ln w="12700" cap="flat" cmpd="sng" algn="ctr">
            <a:solidFill>
              <a:sysClr val="window" lastClr="FFFFFF">
                <a:lumMod val="50000"/>
              </a:sysClr>
            </a:solidFill>
            <a:prstDash val="solid"/>
            <a:headEnd type="none" w="med" len="med"/>
            <a:tailEnd type="none" w="med" len="med"/>
          </a:ln>
          <a:effectLst/>
        </p:spPr>
        <p:txBody>
          <a:bodyPr rot="0" spcFirstLastPara="0" vert="eaVert" wrap="none" lIns="90000" tIns="0" rIns="91440" bIns="0" numCol="1" spcCol="0" rtlCol="0" fromWordArt="0" anchor="ctr" anchorCtr="1"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推進計画</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p:txBody>
      </p:sp>
      <p:sp>
        <p:nvSpPr>
          <p:cNvPr id="129" name="正方形/長方形 128">
            <a:extLst>
              <a:ext uri="{FF2B5EF4-FFF2-40B4-BE49-F238E27FC236}">
                <a16:creationId xmlns:a16="http://schemas.microsoft.com/office/drawing/2014/main" id="{59D9B460-C538-311C-03E5-A53D26C4EE1A}"/>
              </a:ext>
            </a:extLst>
          </p:cNvPr>
          <p:cNvSpPr/>
          <p:nvPr/>
        </p:nvSpPr>
        <p:spPr bwMode="auto">
          <a:xfrm>
            <a:off x="5345488" y="5709528"/>
            <a:ext cx="399600" cy="881115"/>
          </a:xfrm>
          <a:prstGeom prst="rect">
            <a:avLst/>
          </a:prstGeom>
          <a:solidFill>
            <a:srgbClr val="376092"/>
          </a:solidFill>
          <a:ln w="12700" cap="flat" cmpd="sng" algn="ctr">
            <a:solidFill>
              <a:sysClr val="window" lastClr="FFFFFF">
                <a:lumMod val="50000"/>
              </a:sysClr>
            </a:solidFill>
            <a:prstDash val="solid"/>
            <a:headEnd type="none" w="med" len="med"/>
            <a:tailEnd type="none" w="med" len="med"/>
          </a:ln>
          <a:effectLst/>
        </p:spPr>
        <p:txBody>
          <a:bodyPr rot="0" spcFirstLastPara="0" vert="horz" wrap="none" lIns="90000" tIns="0" rIns="91440" bIns="0" numCol="1" spcCol="0" rtlCol="0" fromWordArt="0" anchor="ctr" anchorCtr="1"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期</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待</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効</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果</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p:txBody>
      </p:sp>
      <p:sp>
        <p:nvSpPr>
          <p:cNvPr id="130" name="正方形/長方形 129">
            <a:extLst>
              <a:ext uri="{FF2B5EF4-FFF2-40B4-BE49-F238E27FC236}">
                <a16:creationId xmlns:a16="http://schemas.microsoft.com/office/drawing/2014/main" id="{8DE161FD-5729-7D1B-CC3A-7D20E79AAAA9}"/>
              </a:ext>
            </a:extLst>
          </p:cNvPr>
          <p:cNvSpPr/>
          <p:nvPr/>
        </p:nvSpPr>
        <p:spPr bwMode="auto">
          <a:xfrm>
            <a:off x="5801196" y="5857292"/>
            <a:ext cx="3976340" cy="727890"/>
          </a:xfrm>
          <a:prstGeom prst="rect">
            <a:avLst/>
          </a:prstGeom>
          <a:noFill/>
          <a:ln w="9525" cap="flat" cmpd="sng" algn="ctr">
            <a:solidFill>
              <a:sysClr val="window" lastClr="FFFFFF">
                <a:lumMod val="50000"/>
              </a:sys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ja-JP" altLang="en-US" dirty="0">
                <a:latin typeface="Meiryo UI" panose="020B0604030504040204" pitchFamily="50" charset="-128"/>
                <a:ea typeface="Meiryo UI" panose="020B0604030504040204" pitchFamily="50" charset="-128"/>
              </a:rPr>
              <a:t>テスト報告書自動化に伴い、作業難易度を下げて、テストケース漏れや低級ミスを減少させる。さらに、テスト報告書作成時間を大幅に</a:t>
            </a:r>
            <a:r>
              <a:rPr lang="en-US" altLang="ja-JP" dirty="0">
                <a:latin typeface="Meiryo UI" panose="020B0604030504040204" pitchFamily="50" charset="-128"/>
                <a:ea typeface="Meiryo UI" panose="020B0604030504040204" pitchFamily="50" charset="-128"/>
              </a:rPr>
              <a:t>(20</a:t>
            </a:r>
            <a:r>
              <a:rPr lang="ja-JP" altLang="en-US" dirty="0">
                <a:latin typeface="Meiryo UI" panose="020B0604030504040204" pitchFamily="50" charset="-128"/>
                <a:ea typeface="Meiryo UI" panose="020B0604030504040204" pitchFamily="50" charset="-128"/>
              </a:rPr>
              <a:t>％～</a:t>
            </a:r>
            <a:r>
              <a:rPr lang="en-US" altLang="ja-JP" dirty="0">
                <a:latin typeface="Meiryo UI" panose="020B0604030504040204" pitchFamily="50" charset="-128"/>
                <a:ea typeface="Meiryo UI" panose="020B0604030504040204" pitchFamily="50" charset="-128"/>
              </a:rPr>
              <a:t>50</a:t>
            </a:r>
            <a:r>
              <a:rPr lang="ja-JP" altLang="en-US" dirty="0">
                <a:latin typeface="Meiryo UI" panose="020B0604030504040204" pitchFamily="50" charset="-128"/>
                <a:ea typeface="Meiryo UI" panose="020B0604030504040204" pitchFamily="50" charset="-128"/>
              </a:rPr>
              <a:t>％見込</a:t>
            </a:r>
            <a:r>
              <a:rPr lang="en-US" altLang="ja-JP" dirty="0">
                <a:latin typeface="Meiryo UI" panose="020B0604030504040204" pitchFamily="50" charset="-128"/>
                <a:ea typeface="Meiryo UI" panose="020B0604030504040204" pitchFamily="50" charset="-128"/>
              </a:rPr>
              <a:t>)</a:t>
            </a:r>
            <a:r>
              <a:rPr lang="ja-JP" altLang="en-US" dirty="0">
                <a:latin typeface="Meiryo UI" panose="020B0604030504040204" pitchFamily="50" charset="-128"/>
                <a:ea typeface="Meiryo UI" panose="020B0604030504040204" pitchFamily="50" charset="-128"/>
              </a:rPr>
              <a:t>短縮できる。</a:t>
            </a:r>
            <a:endParaRPr lang="en-US" altLang="ja-JP" sz="800" dirty="0">
              <a:latin typeface="Meiryo UI" panose="020B0604030504040204" pitchFamily="50" charset="-128"/>
              <a:ea typeface="Meiryo UI" panose="020B0604030504040204" pitchFamily="50" charset="-128"/>
            </a:endParaRPr>
          </a:p>
        </p:txBody>
      </p:sp>
      <p:sp>
        <p:nvSpPr>
          <p:cNvPr id="131" name="正方形/長方形 130">
            <a:extLst>
              <a:ext uri="{FF2B5EF4-FFF2-40B4-BE49-F238E27FC236}">
                <a16:creationId xmlns:a16="http://schemas.microsoft.com/office/drawing/2014/main" id="{655D03C8-C686-55A8-F1D2-99FC03C7AA71}"/>
              </a:ext>
            </a:extLst>
          </p:cNvPr>
          <p:cNvSpPr/>
          <p:nvPr/>
        </p:nvSpPr>
        <p:spPr bwMode="auto">
          <a:xfrm>
            <a:off x="5810153" y="5683143"/>
            <a:ext cx="1053642" cy="180000"/>
          </a:xfrm>
          <a:prstGeom prst="rect">
            <a:avLst/>
          </a:prstGeom>
          <a:solidFill>
            <a:srgbClr val="4BACC6">
              <a:lumMod val="75000"/>
            </a:srgbClr>
          </a:solidFill>
          <a:ln w="19050" cap="flat" cmpd="sng" algn="ctr">
            <a:solidFill>
              <a:srgbClr val="4BACC6">
                <a:lumMod val="75000"/>
              </a:srgbClr>
            </a:solidFill>
            <a:prstDash val="solid"/>
            <a:headEnd type="none" w="med" len="med"/>
            <a:tailEnd type="none" w="med" len="med"/>
          </a:ln>
          <a:effectLst/>
        </p:spPr>
        <p:txBody>
          <a:bodyPr vert="horz" wrap="none" lIns="90000" tIns="0" rIns="91440" bIns="0" numCol="1" rtlCol="0" anchor="ctr" anchorCtr="0" compatLnSpc="1">
            <a:prstTxWarp prst="textNoShape">
              <a:avLst/>
            </a:prstTxWarp>
          </a:bodyPr>
          <a:lstStyle/>
          <a:p>
            <a:pPr marL="0" marR="0" lvl="1" indent="0" defTabSz="914400" eaLnBrk="1" fontAlgn="auto" latinLnBrk="0" hangingPunct="1">
              <a:lnSpc>
                <a:spcPct val="100000"/>
              </a:lnSpc>
              <a:spcBef>
                <a:spcPts val="0"/>
              </a:spcBef>
              <a:spcAft>
                <a:spcPts val="400"/>
              </a:spcAft>
              <a:buClr>
                <a:srgbClr val="0070C0"/>
              </a:buClr>
              <a:buSzPct val="100000"/>
              <a:buFont typeface="Wingdings" pitchFamily="2" charset="2"/>
              <a:buNone/>
              <a:tabLst/>
              <a:defRPr/>
            </a:pPr>
            <a:r>
              <a:rPr kumimoji="0" lang="ja-JP" altLang="en-US" sz="1000" b="1" kern="0" noProof="0" dirty="0">
                <a:solidFill>
                  <a:prstClr val="white"/>
                </a:solidFill>
                <a:latin typeface="Meiryo UI" pitchFamily="50" charset="-128"/>
                <a:ea typeface="Meiryo UI" pitchFamily="50" charset="-128"/>
                <a:cs typeface="Meiryo UI" pitchFamily="50" charset="-128"/>
              </a:rPr>
              <a:t>品質・生産性向上</a:t>
            </a:r>
            <a:endParaRPr kumimoji="0" lang="ja-JP" altLang="en-US" sz="1000" b="1" i="0" u="none" strike="noStrike" kern="0" cap="none" spc="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p:txBody>
      </p:sp>
      <p:pic>
        <p:nvPicPr>
          <p:cNvPr id="2" name="Picture 37" descr="j0433941">
            <a:extLst>
              <a:ext uri="{FF2B5EF4-FFF2-40B4-BE49-F238E27FC236}">
                <a16:creationId xmlns:a16="http://schemas.microsoft.com/office/drawing/2014/main" id="{0F969853-985A-F683-5FE0-C9D92528675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49144" y="3413123"/>
            <a:ext cx="287842" cy="29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37" descr="j0433941">
            <a:extLst>
              <a:ext uri="{FF2B5EF4-FFF2-40B4-BE49-F238E27FC236}">
                <a16:creationId xmlns:a16="http://schemas.microsoft.com/office/drawing/2014/main" id="{97125637-9A5B-108F-5B64-9FB7B931BAE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13030" y="3413123"/>
            <a:ext cx="287842" cy="29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7" descr="j0433941">
            <a:extLst>
              <a:ext uri="{FF2B5EF4-FFF2-40B4-BE49-F238E27FC236}">
                <a16:creationId xmlns:a16="http://schemas.microsoft.com/office/drawing/2014/main" id="{17FFA46F-4A51-781A-008D-055EE92568B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05156" y="3401803"/>
            <a:ext cx="287842" cy="29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テキスト ボックス 16">
            <a:extLst>
              <a:ext uri="{FF2B5EF4-FFF2-40B4-BE49-F238E27FC236}">
                <a16:creationId xmlns:a16="http://schemas.microsoft.com/office/drawing/2014/main" id="{333EA456-7B79-EDE2-5D75-B8574599B8BC}"/>
              </a:ext>
            </a:extLst>
          </p:cNvPr>
          <p:cNvSpPr txBox="1">
            <a:spLocks noChangeArrowheads="1"/>
          </p:cNvSpPr>
          <p:nvPr/>
        </p:nvSpPr>
        <p:spPr bwMode="auto">
          <a:xfrm>
            <a:off x="7681048" y="3462185"/>
            <a:ext cx="1089084"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手作業で修正</a:t>
            </a:r>
          </a:p>
        </p:txBody>
      </p:sp>
      <p:sp>
        <p:nvSpPr>
          <p:cNvPr id="6" name="テキスト ボックス 16">
            <a:extLst>
              <a:ext uri="{FF2B5EF4-FFF2-40B4-BE49-F238E27FC236}">
                <a16:creationId xmlns:a16="http://schemas.microsoft.com/office/drawing/2014/main" id="{E676C3F4-E37E-3B65-5F77-FA90EF86A5BC}"/>
              </a:ext>
            </a:extLst>
          </p:cNvPr>
          <p:cNvSpPr txBox="1">
            <a:spLocks noChangeArrowheads="1"/>
          </p:cNvSpPr>
          <p:nvPr/>
        </p:nvSpPr>
        <p:spPr bwMode="auto">
          <a:xfrm>
            <a:off x="6595879" y="1871438"/>
            <a:ext cx="3310121" cy="230832"/>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en-US" altLang="ja-JP" sz="900" dirty="0">
                <a:solidFill>
                  <a:prstClr val="black"/>
                </a:solidFill>
                <a:latin typeface="Meiryo UI" pitchFamily="50" charset="-128"/>
                <a:ea typeface="Meiryo UI" pitchFamily="50" charset="-128"/>
                <a:cs typeface="Meiryo UI" pitchFamily="50" charset="-128"/>
              </a:rPr>
              <a:t>※</a:t>
            </a:r>
            <a:r>
              <a:rPr lang="ja-JP" altLang="en-US" sz="900" dirty="0">
                <a:solidFill>
                  <a:prstClr val="black"/>
                </a:solidFill>
                <a:latin typeface="Meiryo UI" pitchFamily="50" charset="-128"/>
                <a:ea typeface="Meiryo UI" pitchFamily="50" charset="-128"/>
                <a:cs typeface="Meiryo UI" pitchFamily="50" charset="-128"/>
              </a:rPr>
              <a:t>工数凡例：難易度高のオンライン</a:t>
            </a:r>
            <a:r>
              <a:rPr lang="en-US" altLang="ja-JP" sz="900" dirty="0">
                <a:solidFill>
                  <a:prstClr val="black"/>
                </a:solidFill>
                <a:latin typeface="Meiryo UI" pitchFamily="50" charset="-128"/>
                <a:ea typeface="Meiryo UI" pitchFamily="50" charset="-128"/>
                <a:cs typeface="Meiryo UI" pitchFamily="50" charset="-128"/>
              </a:rPr>
              <a:t>ACP</a:t>
            </a:r>
            <a:r>
              <a:rPr lang="ja-JP" altLang="en-US" sz="900" dirty="0">
                <a:solidFill>
                  <a:prstClr val="black"/>
                </a:solidFill>
                <a:latin typeface="Meiryo UI" pitchFamily="50" charset="-128"/>
                <a:ea typeface="Meiryo UI" pitchFamily="50" charset="-128"/>
                <a:cs typeface="Meiryo UI" pitchFamily="50" charset="-128"/>
              </a:rPr>
              <a:t>のテスト計画書作成</a:t>
            </a:r>
          </a:p>
        </p:txBody>
      </p:sp>
      <p:sp>
        <p:nvSpPr>
          <p:cNvPr id="8" name="AutoShape 257">
            <a:hlinkClick r:id="" action="ppaction://noaction"/>
            <a:extLst>
              <a:ext uri="{FF2B5EF4-FFF2-40B4-BE49-F238E27FC236}">
                <a16:creationId xmlns:a16="http://schemas.microsoft.com/office/drawing/2014/main" id="{BDC448B7-2BAB-E58F-E8D3-51CDCE90CFAA}"/>
              </a:ext>
            </a:extLst>
          </p:cNvPr>
          <p:cNvSpPr>
            <a:spLocks noChangeArrowheads="1"/>
          </p:cNvSpPr>
          <p:nvPr/>
        </p:nvSpPr>
        <p:spPr bwMode="auto">
          <a:xfrm>
            <a:off x="8867156" y="4267610"/>
            <a:ext cx="806199"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テスト</a:t>
            </a:r>
            <a:r>
              <a:rPr lang="zh-TW"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報告書</a:t>
            </a:r>
            <a:endPar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1103041718"/>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テキスト ボックス 28">
            <a:extLst>
              <a:ext uri="{FF2B5EF4-FFF2-40B4-BE49-F238E27FC236}">
                <a16:creationId xmlns:a16="http://schemas.microsoft.com/office/drawing/2014/main" id="{B0CCE073-D707-AC38-5A73-68FFF0CF6400}"/>
              </a:ext>
            </a:extLst>
          </p:cNvPr>
          <p:cNvSpPr txBox="1">
            <a:spLocks noChangeArrowheads="1"/>
          </p:cNvSpPr>
          <p:nvPr/>
        </p:nvSpPr>
        <p:spPr bwMode="auto">
          <a:xfrm>
            <a:off x="672080" y="785659"/>
            <a:ext cx="9123651" cy="5875332"/>
          </a:xfrm>
          <a:prstGeom prst="rect">
            <a:avLst/>
          </a:prstGeom>
          <a:solidFill>
            <a:schemeClr val="bg1"/>
          </a:solidFill>
          <a:ln w="12700">
            <a:solidFill>
              <a:schemeClr val="bg1">
                <a:lumMod val="65000"/>
              </a:schemeClr>
            </a:solidFill>
            <a:miter lim="800000"/>
            <a:headEnd/>
            <a:tailEnd/>
          </a:ln>
          <a:effectLst/>
        </p:spPr>
        <p:txBody>
          <a:bodyPr lIns="72000" tIns="36000" rIns="72000" bIns="36000" anchor="t"/>
          <a:lstStyle>
            <a:defPPr>
              <a:defRPr lang="ja-JP"/>
            </a:defPPr>
            <a:lvl1pPr marL="171450" indent="-171450" defTabSz="1395413" eaLnBrk="1" fontAlgn="ctr" latinLnBrk="0" hangingPunct="1">
              <a:spcAft>
                <a:spcPct val="10000"/>
              </a:spcAft>
              <a:buClr>
                <a:srgbClr val="6699FF"/>
              </a:buClr>
              <a:buSzPct val="100000"/>
              <a:buFont typeface="Wingdings" panose="05000000000000000000" pitchFamily="2" charset="2"/>
              <a:buChar char="ü"/>
              <a:defRPr sz="1400"/>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indent="0" fontAlgn="base">
              <a:spcAft>
                <a:spcPts val="300"/>
              </a:spcAft>
              <a:buClr>
                <a:srgbClr val="4F81BD"/>
              </a:buClr>
              <a:buNone/>
            </a:pPr>
            <a:endParaRPr lang="en-US" altLang="ja-JP"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3" name="テキスト ボックス 21"/>
          <p:cNvSpPr txBox="1">
            <a:spLocks noChangeArrowheads="1"/>
          </p:cNvSpPr>
          <p:nvPr/>
        </p:nvSpPr>
        <p:spPr bwMode="auto">
          <a:xfrm>
            <a:off x="179772" y="238125"/>
            <a:ext cx="804990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fontAlgn="base" hangingPunct="0">
              <a:spcBef>
                <a:spcPct val="20000"/>
              </a:spcBef>
              <a:spcAft>
                <a:spcPct val="0"/>
              </a:spcAft>
              <a:buClr>
                <a:srgbClr val="33CCCC"/>
              </a:buClr>
              <a:buChar char="l"/>
              <a:defRPr kumimoji="1" sz="3400" b="1">
                <a:solidFill>
                  <a:schemeClr val="bg2"/>
                </a:solidFill>
                <a:latin typeface="Arial" charset="0"/>
                <a:ea typeface="ＭＳ Ｐゴシック" charset="-128"/>
              </a:defRPr>
            </a:lvl1pPr>
            <a:lvl2pPr marL="742950" indent="-285750" algn="l" eaLnBrk="0" fontAlgn="base" hangingPunct="0">
              <a:spcBef>
                <a:spcPct val="20000"/>
              </a:spcBef>
              <a:spcAft>
                <a:spcPct val="0"/>
              </a:spcAft>
              <a:buClr>
                <a:srgbClr val="33CCCC"/>
              </a:buClr>
              <a:buChar char="–"/>
              <a:defRPr kumimoji="1" sz="3000" b="1">
                <a:solidFill>
                  <a:schemeClr val="bg2"/>
                </a:solidFill>
                <a:latin typeface="Arial" charset="0"/>
                <a:ea typeface="ＭＳ Ｐゴシック" charset="-128"/>
              </a:defRPr>
            </a:lvl2pPr>
            <a:lvl3pPr marL="1143000" indent="-228600" algn="l" eaLnBrk="0" fontAlgn="base" hangingPunct="0">
              <a:spcBef>
                <a:spcPct val="20000"/>
              </a:spcBef>
              <a:spcAft>
                <a:spcPct val="0"/>
              </a:spcAft>
              <a:buClr>
                <a:srgbClr val="33CCCC"/>
              </a:buClr>
              <a:buChar char="•"/>
              <a:defRPr kumimoji="1" sz="2500" b="1">
                <a:solidFill>
                  <a:schemeClr val="bg2"/>
                </a:solidFill>
                <a:latin typeface="Arial" charset="0"/>
                <a:ea typeface="ＭＳ Ｐゴシック" charset="-128"/>
              </a:defRPr>
            </a:lvl3pPr>
            <a:lvl4pPr marL="1600200" indent="-228600" algn="l"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4pPr>
            <a:lvl5pPr marL="2057400" indent="-228600" algn="l"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5pPr>
            <a:lvl6pPr marL="25146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6pPr>
            <a:lvl7pPr marL="29718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7pPr>
            <a:lvl8pPr marL="34290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8pPr>
            <a:lvl9pPr marL="38862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9pPr>
          </a:lstStyle>
          <a:p>
            <a:pPr fontAlgn="ctr">
              <a:lnSpc>
                <a:spcPct val="110000"/>
              </a:lnSpc>
              <a:spcAft>
                <a:spcPct val="10000"/>
              </a:spcAft>
              <a:buClr>
                <a:srgbClr val="647E9E"/>
              </a:buClr>
              <a:buSzPct val="80000"/>
              <a:buNone/>
              <a:defRPr/>
            </a:pPr>
            <a:r>
              <a:rPr kumimoji="1" lang="en-US" altLang="ja-JP"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lang="ja-JP" altLang="en-US" sz="2000" b="0" kern="0" spc="-1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別紙</a:t>
            </a:r>
            <a:r>
              <a:rPr kumimoji="1" lang="en-US" altLang="ja-JP"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】SMART</a:t>
            </a:r>
            <a:r>
              <a:rPr kumimoji="1" lang="ja-JP" altLang="en-US"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テスト計画作成</a:t>
            </a:r>
            <a:r>
              <a:rPr lang="ja-JP" altLang="ja-JP" sz="2000" b="0" dirty="0">
                <a:solidFill>
                  <a:schemeClr val="tx1"/>
                </a:solidFill>
                <a:latin typeface="Meiryo UI" panose="020B0604030504040204" pitchFamily="50" charset="-128"/>
                <a:ea typeface="Meiryo UI" panose="020B0604030504040204" pitchFamily="50" charset="-128"/>
              </a:rPr>
              <a:t>自動化</a:t>
            </a:r>
            <a:r>
              <a:rPr lang="ja-JP" altLang="en-US" sz="2000" b="0" dirty="0">
                <a:solidFill>
                  <a:schemeClr val="tx1"/>
                </a:solidFill>
                <a:latin typeface="Meiryo UI" panose="020B0604030504040204" pitchFamily="50" charset="-128"/>
                <a:ea typeface="Meiryo UI" panose="020B0604030504040204" pitchFamily="50" charset="-128"/>
              </a:rPr>
              <a:t>推進に関する報告</a:t>
            </a:r>
            <a:r>
              <a:rPr lang="ja-JP" altLang="ja-JP" sz="2000" b="0" dirty="0">
                <a:solidFill>
                  <a:schemeClr val="tx1"/>
                </a:solidFill>
                <a:latin typeface="Meiryo UI" panose="020B0604030504040204" pitchFamily="50" charset="-128"/>
                <a:ea typeface="Meiryo UI" panose="020B0604030504040204" pitchFamily="50" charset="-128"/>
              </a:rPr>
              <a:t>について</a:t>
            </a:r>
            <a:endParaRPr lang="ja-JP" altLang="en-US" sz="2000" b="0" kern="0" dirty="0">
              <a:solidFill>
                <a:prstClr val="black"/>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9FB6BBA8-1509-1E77-C15E-15DE81184FE0}"/>
              </a:ext>
            </a:extLst>
          </p:cNvPr>
          <p:cNvSpPr/>
          <p:nvPr/>
        </p:nvSpPr>
        <p:spPr bwMode="auto">
          <a:xfrm>
            <a:off x="251715" y="781557"/>
            <a:ext cx="399600" cy="5879434"/>
          </a:xfrm>
          <a:prstGeom prst="rect">
            <a:avLst/>
          </a:prstGeom>
          <a:solidFill>
            <a:srgbClr val="376092"/>
          </a:solidFill>
          <a:ln w="12700" cap="flat" cmpd="sng" algn="ctr">
            <a:solidFill>
              <a:sysClr val="window" lastClr="FFFFFF">
                <a:lumMod val="50000"/>
              </a:sysClr>
            </a:solidFill>
            <a:prstDash val="solid"/>
            <a:headEnd type="none" w="med" len="med"/>
            <a:tailEnd type="none" w="med" len="med"/>
          </a:ln>
          <a:effectLst/>
        </p:spPr>
        <p:txBody>
          <a:bodyPr rot="0" spcFirstLastPara="0" vert="eaVert" wrap="none" lIns="90000" tIns="0" rIns="91440" bIns="0" numCol="1" spcCol="0" rtlCol="0" fromWordArt="0" anchor="ctr" anchorCtr="1"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b="1" kern="0" spc="300" dirty="0">
                <a:solidFill>
                  <a:prstClr val="white"/>
                </a:solidFill>
                <a:latin typeface="Meiryo UI" pitchFamily="50" charset="-128"/>
                <a:ea typeface="Meiryo UI" pitchFamily="50" charset="-128"/>
                <a:cs typeface="Meiryo UI" pitchFamily="50" charset="-128"/>
              </a:rPr>
              <a:t>ツール</a:t>
            </a: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のイメージ</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p:txBody>
      </p:sp>
      <p:sp>
        <p:nvSpPr>
          <p:cNvPr id="38" name="テキスト ボックス 16">
            <a:extLst>
              <a:ext uri="{FF2B5EF4-FFF2-40B4-BE49-F238E27FC236}">
                <a16:creationId xmlns:a16="http://schemas.microsoft.com/office/drawing/2014/main" id="{5032B11F-8457-D722-D187-16C2AE59D940}"/>
              </a:ext>
            </a:extLst>
          </p:cNvPr>
          <p:cNvSpPr txBox="1">
            <a:spLocks noChangeArrowheads="1"/>
          </p:cNvSpPr>
          <p:nvPr/>
        </p:nvSpPr>
        <p:spPr bwMode="auto">
          <a:xfrm>
            <a:off x="632520" y="831107"/>
            <a:ext cx="1688632"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①</a:t>
            </a:r>
            <a:r>
              <a:rPr lang="en-US" altLang="ja-JP" sz="1000" b="1" dirty="0">
                <a:solidFill>
                  <a:prstClr val="black"/>
                </a:solidFill>
                <a:latin typeface="Meiryo UI" pitchFamily="50" charset="-128"/>
                <a:ea typeface="Meiryo UI" pitchFamily="50" charset="-128"/>
                <a:cs typeface="Meiryo UI" pitchFamily="50" charset="-128"/>
              </a:rPr>
              <a:t>PGM</a:t>
            </a:r>
            <a:r>
              <a:rPr lang="ja-JP" altLang="en-US" sz="1000" b="1" dirty="0">
                <a:solidFill>
                  <a:prstClr val="black"/>
                </a:solidFill>
                <a:latin typeface="Meiryo UI" pitchFamily="50" charset="-128"/>
                <a:ea typeface="Meiryo UI" pitchFamily="50" charset="-128"/>
                <a:cs typeface="Meiryo UI" pitchFamily="50" charset="-128"/>
              </a:rPr>
              <a:t>パターンを選択</a:t>
            </a:r>
          </a:p>
        </p:txBody>
      </p:sp>
      <p:sp>
        <p:nvSpPr>
          <p:cNvPr id="39" name="二等辺三角形 38">
            <a:extLst>
              <a:ext uri="{FF2B5EF4-FFF2-40B4-BE49-F238E27FC236}">
                <a16:creationId xmlns:a16="http://schemas.microsoft.com/office/drawing/2014/main" id="{FDAC2499-DB2B-DB22-1E73-1EA1C60C0F63}"/>
              </a:ext>
            </a:extLst>
          </p:cNvPr>
          <p:cNvSpPr/>
          <p:nvPr/>
        </p:nvSpPr>
        <p:spPr bwMode="auto">
          <a:xfrm rot="5400000">
            <a:off x="4422509" y="2034413"/>
            <a:ext cx="774629" cy="286353"/>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pic>
        <p:nvPicPr>
          <p:cNvPr id="44" name="図 43">
            <a:extLst>
              <a:ext uri="{FF2B5EF4-FFF2-40B4-BE49-F238E27FC236}">
                <a16:creationId xmlns:a16="http://schemas.microsoft.com/office/drawing/2014/main" id="{BEFC6C6B-3BC0-BA19-6CAF-693BD71E68C6}"/>
              </a:ext>
            </a:extLst>
          </p:cNvPr>
          <p:cNvPicPr>
            <a:picLocks noChangeAspect="1"/>
          </p:cNvPicPr>
          <p:nvPr/>
        </p:nvPicPr>
        <p:blipFill>
          <a:blip r:embed="rId3"/>
          <a:stretch>
            <a:fillRect/>
          </a:stretch>
        </p:blipFill>
        <p:spPr>
          <a:xfrm>
            <a:off x="704528" y="1042909"/>
            <a:ext cx="3904105" cy="2384934"/>
          </a:xfrm>
          <a:prstGeom prst="rect">
            <a:avLst/>
          </a:prstGeom>
        </p:spPr>
      </p:pic>
      <p:pic>
        <p:nvPicPr>
          <p:cNvPr id="56" name="図 55">
            <a:extLst>
              <a:ext uri="{FF2B5EF4-FFF2-40B4-BE49-F238E27FC236}">
                <a16:creationId xmlns:a16="http://schemas.microsoft.com/office/drawing/2014/main" id="{EFE63660-F205-3910-D550-F138098977D2}"/>
              </a:ext>
            </a:extLst>
          </p:cNvPr>
          <p:cNvPicPr>
            <a:picLocks noChangeAspect="1"/>
          </p:cNvPicPr>
          <p:nvPr/>
        </p:nvPicPr>
        <p:blipFill>
          <a:blip r:embed="rId4"/>
          <a:stretch>
            <a:fillRect/>
          </a:stretch>
        </p:blipFill>
        <p:spPr>
          <a:xfrm>
            <a:off x="4970185" y="1044065"/>
            <a:ext cx="4015263" cy="2384935"/>
          </a:xfrm>
          <a:prstGeom prst="rect">
            <a:avLst/>
          </a:prstGeom>
        </p:spPr>
      </p:pic>
      <p:sp>
        <p:nvSpPr>
          <p:cNvPr id="57" name="テキスト ボックス 16">
            <a:extLst>
              <a:ext uri="{FF2B5EF4-FFF2-40B4-BE49-F238E27FC236}">
                <a16:creationId xmlns:a16="http://schemas.microsoft.com/office/drawing/2014/main" id="{951A1F93-1F7C-FC95-7894-37EAAFBAF508}"/>
              </a:ext>
            </a:extLst>
          </p:cNvPr>
          <p:cNvSpPr txBox="1">
            <a:spLocks noChangeArrowheads="1"/>
          </p:cNvSpPr>
          <p:nvPr/>
        </p:nvSpPr>
        <p:spPr bwMode="auto">
          <a:xfrm>
            <a:off x="4880992" y="806515"/>
            <a:ext cx="3472567"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②入出力ファイル選択、テス報告書基本情報設定</a:t>
            </a:r>
          </a:p>
        </p:txBody>
      </p:sp>
      <p:sp>
        <p:nvSpPr>
          <p:cNvPr id="70" name="テキスト ボックス 16">
            <a:extLst>
              <a:ext uri="{FF2B5EF4-FFF2-40B4-BE49-F238E27FC236}">
                <a16:creationId xmlns:a16="http://schemas.microsoft.com/office/drawing/2014/main" id="{CB8C40E9-56AD-DC52-0D04-723C3DD37751}"/>
              </a:ext>
            </a:extLst>
          </p:cNvPr>
          <p:cNvSpPr txBox="1">
            <a:spLocks noChangeArrowheads="1"/>
          </p:cNvSpPr>
          <p:nvPr/>
        </p:nvSpPr>
        <p:spPr bwMode="auto">
          <a:xfrm>
            <a:off x="632520" y="3473170"/>
            <a:ext cx="3648736"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③中間成果物作成</a:t>
            </a:r>
            <a:r>
              <a:rPr lang="en-US" altLang="ja-JP" sz="1000" b="1" dirty="0">
                <a:solidFill>
                  <a:prstClr val="black"/>
                </a:solidFill>
                <a:latin typeface="Meiryo UI" pitchFamily="50" charset="-128"/>
                <a:ea typeface="Meiryo UI" pitchFamily="50" charset="-128"/>
                <a:cs typeface="Meiryo UI" pitchFamily="50" charset="-128"/>
              </a:rPr>
              <a:t>※</a:t>
            </a:r>
            <a:r>
              <a:rPr lang="ja-JP" altLang="en-US" sz="1000" b="1" dirty="0">
                <a:solidFill>
                  <a:prstClr val="black"/>
                </a:solidFill>
                <a:latin typeface="Meiryo UI" pitchFamily="50" charset="-128"/>
                <a:ea typeface="Meiryo UI" pitchFamily="50" charset="-128"/>
                <a:cs typeface="Meiryo UI" pitchFamily="50" charset="-128"/>
              </a:rPr>
              <a:t>編集、削除可能</a:t>
            </a:r>
          </a:p>
        </p:txBody>
      </p:sp>
      <p:pic>
        <p:nvPicPr>
          <p:cNvPr id="75" name="図 74">
            <a:extLst>
              <a:ext uri="{FF2B5EF4-FFF2-40B4-BE49-F238E27FC236}">
                <a16:creationId xmlns:a16="http://schemas.microsoft.com/office/drawing/2014/main" id="{F09EA743-26EA-C79C-2FFE-123C91A95874}"/>
              </a:ext>
            </a:extLst>
          </p:cNvPr>
          <p:cNvPicPr>
            <a:picLocks noChangeAspect="1"/>
          </p:cNvPicPr>
          <p:nvPr/>
        </p:nvPicPr>
        <p:blipFill>
          <a:blip r:embed="rId5"/>
          <a:stretch>
            <a:fillRect/>
          </a:stretch>
        </p:blipFill>
        <p:spPr>
          <a:xfrm>
            <a:off x="671260" y="5334894"/>
            <a:ext cx="4468956" cy="1309271"/>
          </a:xfrm>
          <a:prstGeom prst="rect">
            <a:avLst/>
          </a:prstGeom>
        </p:spPr>
      </p:pic>
      <p:sp>
        <p:nvSpPr>
          <p:cNvPr id="79" name="二等辺三角形 78">
            <a:extLst>
              <a:ext uri="{FF2B5EF4-FFF2-40B4-BE49-F238E27FC236}">
                <a16:creationId xmlns:a16="http://schemas.microsoft.com/office/drawing/2014/main" id="{D80C6624-A502-F944-C29C-F2D02C180408}"/>
              </a:ext>
            </a:extLst>
          </p:cNvPr>
          <p:cNvSpPr/>
          <p:nvPr/>
        </p:nvSpPr>
        <p:spPr bwMode="auto">
          <a:xfrm rot="5400000">
            <a:off x="8758495" y="2034412"/>
            <a:ext cx="774629" cy="286353"/>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84" name="二等辺三角形 83">
            <a:extLst>
              <a:ext uri="{FF2B5EF4-FFF2-40B4-BE49-F238E27FC236}">
                <a16:creationId xmlns:a16="http://schemas.microsoft.com/office/drawing/2014/main" id="{EE945FC5-1DED-2CA2-5E6F-A038D26D825D}"/>
              </a:ext>
            </a:extLst>
          </p:cNvPr>
          <p:cNvSpPr/>
          <p:nvPr/>
        </p:nvSpPr>
        <p:spPr bwMode="auto">
          <a:xfrm rot="5400000">
            <a:off x="4924886" y="5041290"/>
            <a:ext cx="774629" cy="286353"/>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pic>
        <p:nvPicPr>
          <p:cNvPr id="87" name="図 86">
            <a:extLst>
              <a:ext uri="{FF2B5EF4-FFF2-40B4-BE49-F238E27FC236}">
                <a16:creationId xmlns:a16="http://schemas.microsoft.com/office/drawing/2014/main" id="{E065A16C-F461-8D92-2D51-139F15E45F00}"/>
              </a:ext>
            </a:extLst>
          </p:cNvPr>
          <p:cNvPicPr>
            <a:picLocks noChangeAspect="1"/>
          </p:cNvPicPr>
          <p:nvPr/>
        </p:nvPicPr>
        <p:blipFill>
          <a:blip r:embed="rId6"/>
          <a:stretch>
            <a:fillRect/>
          </a:stretch>
        </p:blipFill>
        <p:spPr>
          <a:xfrm>
            <a:off x="710789" y="3933056"/>
            <a:ext cx="4437470" cy="1221017"/>
          </a:xfrm>
          <a:prstGeom prst="rect">
            <a:avLst/>
          </a:prstGeom>
        </p:spPr>
      </p:pic>
      <p:pic>
        <p:nvPicPr>
          <p:cNvPr id="91" name="図 90">
            <a:extLst>
              <a:ext uri="{FF2B5EF4-FFF2-40B4-BE49-F238E27FC236}">
                <a16:creationId xmlns:a16="http://schemas.microsoft.com/office/drawing/2014/main" id="{305660F4-3750-703D-9554-F2FDBBCE4F6C}"/>
              </a:ext>
            </a:extLst>
          </p:cNvPr>
          <p:cNvPicPr>
            <a:picLocks noChangeAspect="1"/>
          </p:cNvPicPr>
          <p:nvPr/>
        </p:nvPicPr>
        <p:blipFill>
          <a:blip r:embed="rId7"/>
          <a:stretch>
            <a:fillRect/>
          </a:stretch>
        </p:blipFill>
        <p:spPr>
          <a:xfrm>
            <a:off x="5514223" y="3933056"/>
            <a:ext cx="4222663" cy="1334526"/>
          </a:xfrm>
          <a:prstGeom prst="rect">
            <a:avLst/>
          </a:prstGeom>
        </p:spPr>
      </p:pic>
      <p:pic>
        <p:nvPicPr>
          <p:cNvPr id="116" name="図 115">
            <a:extLst>
              <a:ext uri="{FF2B5EF4-FFF2-40B4-BE49-F238E27FC236}">
                <a16:creationId xmlns:a16="http://schemas.microsoft.com/office/drawing/2014/main" id="{3EC71AF4-7050-D349-EF84-C464EC87137B}"/>
              </a:ext>
            </a:extLst>
          </p:cNvPr>
          <p:cNvPicPr>
            <a:picLocks noChangeAspect="1"/>
          </p:cNvPicPr>
          <p:nvPr/>
        </p:nvPicPr>
        <p:blipFill rotWithShape="1">
          <a:blip r:embed="rId8"/>
          <a:srcRect t="16765" b="12148"/>
          <a:stretch/>
        </p:blipFill>
        <p:spPr>
          <a:xfrm>
            <a:off x="5483885" y="5435427"/>
            <a:ext cx="3357547" cy="1225564"/>
          </a:xfrm>
          <a:prstGeom prst="rect">
            <a:avLst/>
          </a:prstGeom>
        </p:spPr>
      </p:pic>
      <p:sp>
        <p:nvSpPr>
          <p:cNvPr id="119" name="テキスト ボックス 16">
            <a:extLst>
              <a:ext uri="{FF2B5EF4-FFF2-40B4-BE49-F238E27FC236}">
                <a16:creationId xmlns:a16="http://schemas.microsoft.com/office/drawing/2014/main" id="{28E0CBE9-8C98-AADF-6996-A736BB234CB9}"/>
              </a:ext>
            </a:extLst>
          </p:cNvPr>
          <p:cNvSpPr txBox="1">
            <a:spLocks noChangeArrowheads="1"/>
          </p:cNvSpPr>
          <p:nvPr/>
        </p:nvSpPr>
        <p:spPr bwMode="auto">
          <a:xfrm>
            <a:off x="5353897" y="3420539"/>
            <a:ext cx="3648736"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④最終成果物作成（テスト報告書作成）</a:t>
            </a:r>
          </a:p>
        </p:txBody>
      </p:sp>
      <p:sp>
        <p:nvSpPr>
          <p:cNvPr id="132" name="テキスト ボックス 16">
            <a:extLst>
              <a:ext uri="{FF2B5EF4-FFF2-40B4-BE49-F238E27FC236}">
                <a16:creationId xmlns:a16="http://schemas.microsoft.com/office/drawing/2014/main" id="{D18D80E7-5BC8-1234-E81B-DE6D7172F356}"/>
              </a:ext>
            </a:extLst>
          </p:cNvPr>
          <p:cNvSpPr txBox="1">
            <a:spLocks noChangeArrowheads="1"/>
          </p:cNvSpPr>
          <p:nvPr/>
        </p:nvSpPr>
        <p:spPr bwMode="auto">
          <a:xfrm>
            <a:off x="625065" y="3706331"/>
            <a:ext cx="3648736"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ja-JP" altLang="en-US" sz="1000" dirty="0">
                <a:solidFill>
                  <a:prstClr val="black"/>
                </a:solidFill>
                <a:latin typeface="Meiryo UI" pitchFamily="50" charset="-128"/>
                <a:ea typeface="Meiryo UI" pitchFamily="50" charset="-128"/>
                <a:cs typeface="Meiryo UI" pitchFamily="50" charset="-128"/>
              </a:rPr>
              <a:t>◇ケース一覧作成</a:t>
            </a:r>
          </a:p>
        </p:txBody>
      </p:sp>
      <p:sp>
        <p:nvSpPr>
          <p:cNvPr id="134" name="テキスト ボックス 16">
            <a:extLst>
              <a:ext uri="{FF2B5EF4-FFF2-40B4-BE49-F238E27FC236}">
                <a16:creationId xmlns:a16="http://schemas.microsoft.com/office/drawing/2014/main" id="{DC4C33EA-E9DE-08CD-0FFE-786306F2FDAD}"/>
              </a:ext>
            </a:extLst>
          </p:cNvPr>
          <p:cNvSpPr txBox="1">
            <a:spLocks noChangeArrowheads="1"/>
          </p:cNvSpPr>
          <p:nvPr/>
        </p:nvSpPr>
        <p:spPr bwMode="auto">
          <a:xfrm>
            <a:off x="606119" y="5132821"/>
            <a:ext cx="3648736"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ja-JP" altLang="en-US" sz="1000" dirty="0">
                <a:solidFill>
                  <a:prstClr val="black"/>
                </a:solidFill>
                <a:latin typeface="Meiryo UI" pitchFamily="50" charset="-128"/>
                <a:ea typeface="Meiryo UI" pitchFamily="50" charset="-128"/>
                <a:cs typeface="Meiryo UI" pitchFamily="50" charset="-128"/>
              </a:rPr>
              <a:t>◇ケース詳細作成</a:t>
            </a:r>
          </a:p>
        </p:txBody>
      </p:sp>
      <p:sp>
        <p:nvSpPr>
          <p:cNvPr id="135" name="テキスト ボックス 16">
            <a:extLst>
              <a:ext uri="{FF2B5EF4-FFF2-40B4-BE49-F238E27FC236}">
                <a16:creationId xmlns:a16="http://schemas.microsoft.com/office/drawing/2014/main" id="{22196AF0-F5EF-1E82-34D9-898512907538}"/>
              </a:ext>
            </a:extLst>
          </p:cNvPr>
          <p:cNvSpPr txBox="1">
            <a:spLocks noChangeArrowheads="1"/>
          </p:cNvSpPr>
          <p:nvPr/>
        </p:nvSpPr>
        <p:spPr bwMode="auto">
          <a:xfrm>
            <a:off x="5442782" y="5260127"/>
            <a:ext cx="3648736"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ja-JP" altLang="en-US" sz="1000" dirty="0">
                <a:solidFill>
                  <a:prstClr val="black"/>
                </a:solidFill>
                <a:latin typeface="Meiryo UI" pitchFamily="50" charset="-128"/>
                <a:ea typeface="Meiryo UI" pitchFamily="50" charset="-128"/>
                <a:cs typeface="Meiryo UI" pitchFamily="50" charset="-128"/>
              </a:rPr>
              <a:t>◇ケース詳細シート作成</a:t>
            </a:r>
          </a:p>
        </p:txBody>
      </p:sp>
      <p:sp>
        <p:nvSpPr>
          <p:cNvPr id="136" name="テキスト ボックス 16">
            <a:extLst>
              <a:ext uri="{FF2B5EF4-FFF2-40B4-BE49-F238E27FC236}">
                <a16:creationId xmlns:a16="http://schemas.microsoft.com/office/drawing/2014/main" id="{47B02E22-F8CE-9F82-DCD1-65A26A07EA3B}"/>
              </a:ext>
            </a:extLst>
          </p:cNvPr>
          <p:cNvSpPr txBox="1">
            <a:spLocks noChangeArrowheads="1"/>
          </p:cNvSpPr>
          <p:nvPr/>
        </p:nvSpPr>
        <p:spPr bwMode="auto">
          <a:xfrm>
            <a:off x="5442782" y="3662255"/>
            <a:ext cx="1526442"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ja-JP" altLang="en-US" sz="1000" dirty="0">
                <a:solidFill>
                  <a:prstClr val="black"/>
                </a:solidFill>
                <a:latin typeface="Meiryo UI" pitchFamily="50" charset="-128"/>
                <a:ea typeface="Meiryo UI" pitchFamily="50" charset="-128"/>
                <a:cs typeface="Meiryo UI" pitchFamily="50" charset="-128"/>
              </a:rPr>
              <a:t>◇ケース一覧シート作成</a:t>
            </a:r>
          </a:p>
        </p:txBody>
      </p:sp>
    </p:spTree>
    <p:extLst>
      <p:ext uri="{BB962C8B-B14F-4D97-AF65-F5344CB8AC3E}">
        <p14:creationId xmlns:p14="http://schemas.microsoft.com/office/powerpoint/2010/main" val="880846498"/>
      </p:ext>
    </p:extLst>
  </p:cSld>
  <p:clrMapOvr>
    <a:masterClrMapping/>
  </p:clrMapOvr>
  <p:transition spd="med"/>
</p:sld>
</file>

<file path=ppt/theme/theme1.xml><?xml version="1.0" encoding="utf-8"?>
<a:theme xmlns:a="http://schemas.openxmlformats.org/drawingml/2006/main" name="【済南本部長報告会】2019年5月度_システム統括本部_v0.2 - コピー">
  <a:themeElements>
    <a:clrScheme name="">
      <a:dk1>
        <a:srgbClr val="000000"/>
      </a:dk1>
      <a:lt1>
        <a:srgbClr val="FFFFFF"/>
      </a:lt1>
      <a:dk2>
        <a:srgbClr val="000000"/>
      </a:dk2>
      <a:lt2>
        <a:srgbClr val="000000"/>
      </a:lt2>
      <a:accent1>
        <a:srgbClr val="00CCFF"/>
      </a:accent1>
      <a:accent2>
        <a:srgbClr val="00FFCC"/>
      </a:accent2>
      <a:accent3>
        <a:srgbClr val="FFFFFF"/>
      </a:accent3>
      <a:accent4>
        <a:srgbClr val="000000"/>
      </a:accent4>
      <a:accent5>
        <a:srgbClr val="AAE2FF"/>
      </a:accent5>
      <a:accent6>
        <a:srgbClr val="00E7B9"/>
      </a:accent6>
      <a:hlink>
        <a:srgbClr val="FF3300"/>
      </a:hlink>
      <a:folHlink>
        <a:srgbClr val="FF7C80"/>
      </a:folHlink>
    </a:clrScheme>
    <a:fontScheme name="プロジェクトの概要">
      <a:majorFont>
        <a:latin typeface="Times New Roman"/>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ja-JP" sz="1200" b="0" i="0" u="none" strike="noStrike" cap="none" normalizeH="0" baseline="0" smtClean="0">
            <a:ln>
              <a:noFill/>
            </a:ln>
            <a:solidFill>
              <a:schemeClr val="tx1"/>
            </a:solidFill>
            <a:effectLst/>
            <a:latin typeface="ＭＳ Ｐゴシック" pitchFamily="50" charset="-128"/>
            <a:ea typeface="ＭＳ Ｐゴシック" pitchFamily="50"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ja-JP" sz="1200" b="0" i="0" u="none" strike="noStrike" cap="none" normalizeH="0" baseline="0" smtClean="0">
            <a:ln>
              <a:noFill/>
            </a:ln>
            <a:solidFill>
              <a:schemeClr val="tx1"/>
            </a:solidFill>
            <a:effectLst/>
            <a:latin typeface="ＭＳ Ｐゴシック" pitchFamily="50" charset="-128"/>
            <a:ea typeface="ＭＳ Ｐゴシック" pitchFamily="50" charset="-128"/>
          </a:defRPr>
        </a:defPPr>
      </a:lstStyle>
    </a:lnDef>
  </a:objectDefaults>
  <a:extraClrSchemeLst>
    <a:extraClrScheme>
      <a:clrScheme name="プロジェクトの概要 1">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プロジェクトの概要 2">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
      <a:clrScheme name="プロジェクトの概要 3">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プロジェクトの概要">
  <a:themeElements>
    <a:clrScheme name="">
      <a:dk1>
        <a:srgbClr val="000000"/>
      </a:dk1>
      <a:lt1>
        <a:srgbClr val="FFFFFF"/>
      </a:lt1>
      <a:dk2>
        <a:srgbClr val="000000"/>
      </a:dk2>
      <a:lt2>
        <a:srgbClr val="000000"/>
      </a:lt2>
      <a:accent1>
        <a:srgbClr val="00CCFF"/>
      </a:accent1>
      <a:accent2>
        <a:srgbClr val="00FFCC"/>
      </a:accent2>
      <a:accent3>
        <a:srgbClr val="FFFFFF"/>
      </a:accent3>
      <a:accent4>
        <a:srgbClr val="000000"/>
      </a:accent4>
      <a:accent5>
        <a:srgbClr val="AAE2FF"/>
      </a:accent5>
      <a:accent6>
        <a:srgbClr val="00E7B9"/>
      </a:accent6>
      <a:hlink>
        <a:srgbClr val="FF3300"/>
      </a:hlink>
      <a:folHlink>
        <a:srgbClr val="FF7C80"/>
      </a:folHlink>
    </a:clrScheme>
    <a:fontScheme name="2_プロジェクトの概要">
      <a:majorFont>
        <a:latin typeface="Times New Roman"/>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0000"/>
        </a:solidFill>
        <a:ln w="9525" cap="flat" cmpd="sng" algn="ctr">
          <a:no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sz="1400" b="0" i="0" u="none" strike="noStrike" cap="none" normalizeH="0" baseline="0" dirty="0" smtClean="0">
            <a:ln>
              <a:noFill/>
            </a:ln>
            <a:solidFill>
              <a:schemeClr val="bg1"/>
            </a:solidFill>
            <a:effectLst/>
            <a:latin typeface="ＭＳ Ｐゴシック" pitchFamily="50" charset="-128"/>
            <a:ea typeface="ＭＳ Ｐゴシック" pitchFamily="50"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ja-JP" sz="1200" b="0" i="0" u="none" strike="noStrike" cap="none" normalizeH="0" baseline="0" smtClean="0">
            <a:ln>
              <a:noFill/>
            </a:ln>
            <a:solidFill>
              <a:schemeClr val="tx1"/>
            </a:solidFill>
            <a:effectLst/>
            <a:latin typeface="ＭＳ Ｐゴシック" pitchFamily="50" charset="-128"/>
            <a:ea typeface="ＭＳ Ｐゴシック" pitchFamily="50" charset="-128"/>
          </a:defRPr>
        </a:defPPr>
      </a:lstStyle>
    </a:lnDef>
    <a:txDef>
      <a:spPr>
        <a:solidFill>
          <a:schemeClr val="bg1"/>
        </a:solidFill>
      </a:spPr>
      <a:bodyPr wrap="square" rtlCol="0">
        <a:spAutoFit/>
      </a:bodyPr>
      <a:lstStyle>
        <a:defPPr algn="r">
          <a:defRPr sz="600" dirty="0"/>
        </a:defPPr>
      </a:lstStyle>
    </a:txDef>
  </a:objectDefaults>
  <a:extraClrSchemeLst>
    <a:extraClrScheme>
      <a:clrScheme name="2_プロジェクトの概要 1">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2_プロジェクトの概要 2">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
      <a:clrScheme name="2_プロジェクトの概要 3">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プロジェクトの概要">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プロジェクトの概要">
      <a:majorFont>
        <a:latin typeface="Times New Roman"/>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bg1">
              <a:lumMod val="50000"/>
            </a:schemeClr>
          </a:solidFill>
          <a:prstDash val="solid"/>
          <a:round/>
          <a:headEnd type="none" w="med" len="med"/>
          <a:tailEnd type="none" w="med" len="med"/>
        </a:ln>
        <a:effectLst/>
      </a:spPr>
      <a:bodyPr vert="horz" wrap="none" lIns="36000" tIns="36000" rIns="36000" bIns="36000" numCol="1" rtlCol="0" anchor="ctr" anchorCtr="0" compatLnSpc="1">
        <a:prstTxWarp prst="textNoShape">
          <a:avLst/>
        </a:prstTxWarp>
      </a:bodyPr>
      <a:lstStyle>
        <a:defPPr marL="0" marR="0" indent="0" algn="ctr" defTabSz="1395413" rtl="0" eaLnBrk="1" fontAlgn="ctr" latinLnBrk="0" hangingPunct="1">
          <a:lnSpc>
            <a:spcPct val="110000"/>
          </a:lnSpc>
          <a:spcBef>
            <a:spcPct val="10000"/>
          </a:spcBef>
          <a:spcAft>
            <a:spcPct val="10000"/>
          </a:spcAft>
          <a:buClr>
            <a:srgbClr val="647E9E"/>
          </a:buClr>
          <a:buSzPct val="80000"/>
          <a:buFont typeface="Wingdings" pitchFamily="2" charset="2"/>
          <a:buNone/>
          <a:tabLst/>
          <a:defRPr kumimoji="1" sz="1200" b="0" i="0" u="none" strike="noStrike" cap="none" normalizeH="0" baseline="0" smtClean="0">
            <a:ln>
              <a:noFill/>
            </a:ln>
            <a:solidFill>
              <a:schemeClr val="tx1"/>
            </a:solidFill>
            <a:effectLst/>
            <a:latin typeface="ＭＳ Ｐゴシック" pitchFamily="50" charset="-128"/>
            <a:ea typeface="ＭＳ Ｐゴシック" pitchFamily="50" charset="-128"/>
          </a:defRPr>
        </a:defPPr>
      </a:lstStyle>
    </a:spDef>
    <a:lnDef>
      <a:spPr bwMode="auto">
        <a:gradFill rotWithShape="1">
          <a:gsLst>
            <a:gs pos="0">
              <a:schemeClr val="bg1"/>
            </a:gs>
            <a:gs pos="100000">
              <a:srgbClr val="FFCCFF"/>
            </a:gs>
          </a:gsLst>
          <a:lin ang="2700000" scaled="1"/>
        </a:gradFill>
        <a:ln w="12700" cap="flat" cmpd="sng" algn="ctr">
          <a:solidFill>
            <a:srgbClr val="FF0000"/>
          </a:solidFill>
          <a:prstDash val="dash"/>
          <a:round/>
          <a:headEnd type="none" w="med" len="med"/>
          <a:tailEnd type="none" w="med" len="med"/>
        </a:ln>
        <a:effectLst/>
      </a:spPr>
      <a:bodyPr/>
      <a:lstStyle/>
    </a:lnDef>
  </a:objectDefaults>
  <a:extraClrSchemeLst>
    <a:extraClrScheme>
      <a:clrScheme name="プロジェクトの概要 1">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プロジェクトの概要 2">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
      <a:clrScheme name="プロジェクトの概要 3">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①cool9-s-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3_①cool9-s-1">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ja-JP" altLang="en-US" sz="1400" b="1" i="0" u="none" strike="noStrike" cap="none" normalizeH="0" baseline="0" smtClean="0">
            <a:ln>
              <a:noFill/>
            </a:ln>
            <a:solidFill>
              <a:schemeClr val="tx1"/>
            </a:solidFill>
            <a:effectLst/>
            <a:latin typeface="ＭＳ Ｐゴシック" pitchFamily="50" charset="-128"/>
            <a:ea typeface="ＭＳ Ｐゴシック" pitchFamily="50"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ja-JP" altLang="en-US" sz="1400" b="1" i="0" u="none" strike="noStrike" cap="none" normalizeH="0" baseline="0" smtClean="0">
            <a:ln>
              <a:noFill/>
            </a:ln>
            <a:solidFill>
              <a:schemeClr val="tx1"/>
            </a:solidFill>
            <a:effectLst/>
            <a:latin typeface="ＭＳ Ｐゴシック" pitchFamily="50" charset="-128"/>
            <a:ea typeface="ＭＳ Ｐゴシック" pitchFamily="50" charset="-128"/>
          </a:defRPr>
        </a:defPPr>
      </a:lstStyle>
    </a:lnDef>
  </a:objectDefaults>
  <a:extraClrSchemeLst>
    <a:extraClrScheme>
      <a:clrScheme name="①cool9-s-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①cool9-s-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①cool9-s-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①cool9-s-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①cool9-s-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①cool9-s-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①cool9-s-1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①cool9-s-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①cool9-s-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①cool9-s-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①cool9-s-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①cool9-s-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①cool9-s-1 13">
        <a:dk1>
          <a:srgbClr val="000000"/>
        </a:dk1>
        <a:lt1>
          <a:srgbClr val="FFFFFF"/>
        </a:lt1>
        <a:dk2>
          <a:srgbClr val="000000"/>
        </a:dk2>
        <a:lt2>
          <a:srgbClr val="808080"/>
        </a:lt2>
        <a:accent1>
          <a:srgbClr val="FFFFCC"/>
        </a:accent1>
        <a:accent2>
          <a:srgbClr val="FFCCCC"/>
        </a:accent2>
        <a:accent3>
          <a:srgbClr val="FFFFFF"/>
        </a:accent3>
        <a:accent4>
          <a:srgbClr val="000000"/>
        </a:accent4>
        <a:accent5>
          <a:srgbClr val="FFFFE2"/>
        </a:accent5>
        <a:accent6>
          <a:srgbClr val="E7B9B9"/>
        </a:accent6>
        <a:hlink>
          <a:srgbClr val="D8F5D7"/>
        </a:hlink>
        <a:folHlink>
          <a:srgbClr val="CDD9FF"/>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【済南本部長報告会】2019年5月度_システム統括本部_v0.2 - コピー</Template>
  <TotalTime>6640</TotalTime>
  <Words>483</Words>
  <Application>Microsoft Office PowerPoint</Application>
  <PresentationFormat>A4 210 x 297 mm</PresentationFormat>
  <Paragraphs>97</Paragraphs>
  <Slides>2</Slides>
  <Notes>2</Notes>
  <HiddenSlides>0</HiddenSlides>
  <MMClips>0</MMClips>
  <ScaleCrop>false</ScaleCrop>
  <HeadingPairs>
    <vt:vector size="6" baseType="variant">
      <vt:variant>
        <vt:lpstr>使用されているフォント</vt:lpstr>
      </vt:variant>
      <vt:variant>
        <vt:i4>7</vt:i4>
      </vt:variant>
      <vt:variant>
        <vt:lpstr>テーマ</vt:lpstr>
      </vt:variant>
      <vt:variant>
        <vt:i4>4</vt:i4>
      </vt:variant>
      <vt:variant>
        <vt:lpstr>スライド タイトル</vt:lpstr>
      </vt:variant>
      <vt:variant>
        <vt:i4>2</vt:i4>
      </vt:variant>
    </vt:vector>
  </HeadingPairs>
  <TitlesOfParts>
    <vt:vector size="13" baseType="lpstr">
      <vt:lpstr>Meiryo UI</vt:lpstr>
      <vt:lpstr>ＭＳ Ｐゴシック</vt:lpstr>
      <vt:lpstr>MS UI Gothic</vt:lpstr>
      <vt:lpstr>Arial</vt:lpstr>
      <vt:lpstr>Century Gothic</vt:lpstr>
      <vt:lpstr>Times New Roman</vt:lpstr>
      <vt:lpstr>Wingdings</vt:lpstr>
      <vt:lpstr>【済南本部長報告会】2019年5月度_システム統括本部_v0.2 - コピー</vt:lpstr>
      <vt:lpstr>2_プロジェクトの概要</vt:lpstr>
      <vt:lpstr>3_プロジェクトの概要</vt:lpstr>
      <vt:lpstr>3_①cool9-s-1</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段爱华</dc:creator>
  <cp:lastModifiedBy>徐 暁明/DIRリテール基幹システム第一部</cp:lastModifiedBy>
  <cp:revision>333</cp:revision>
  <cp:lastPrinted>2019-06-12T07:33:00Z</cp:lastPrinted>
  <dcterms:created xsi:type="dcterms:W3CDTF">2019-06-03T09:13:36Z</dcterms:created>
  <dcterms:modified xsi:type="dcterms:W3CDTF">2025-07-31T02:41:22Z</dcterms:modified>
</cp:coreProperties>
</file>