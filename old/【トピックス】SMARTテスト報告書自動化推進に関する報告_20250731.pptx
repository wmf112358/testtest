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5989" r:id="rId2"/>
    <p:sldMasterId id="2147486094" r:id="rId3"/>
    <p:sldMasterId id="2147486121" r:id="rId4"/>
  </p:sldMasterIdLst>
  <p:notesMasterIdLst>
    <p:notesMasterId r:id="rId11"/>
  </p:notesMasterIdLst>
  <p:handoutMasterIdLst>
    <p:handoutMasterId r:id="rId12"/>
  </p:handoutMasterIdLst>
  <p:sldIdLst>
    <p:sldId id="2255" r:id="rId5"/>
    <p:sldId id="2258" r:id="rId6"/>
    <p:sldId id="2257" r:id="rId7"/>
    <p:sldId id="2256" r:id="rId8"/>
    <p:sldId id="2251" r:id="rId9"/>
    <p:sldId id="2254" r:id="rId10"/>
  </p:sldIdLst>
  <p:sldSz cx="9906000" cy="6858000" type="A4"/>
  <p:notesSz cx="6805613" cy="9939338"/>
  <p:defaultTextStyle>
    <a:defPPr>
      <a:defRPr lang="ja-JP"/>
    </a:defPPr>
    <a:lvl1pPr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1pPr>
    <a:lvl2pPr marL="4572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2pPr>
    <a:lvl3pPr marL="9144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3pPr>
    <a:lvl4pPr marL="13716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4pPr>
    <a:lvl5pPr marL="18288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5pPr>
    <a:lvl6pPr marL="2286000" algn="l" defTabSz="914400" rtl="0" eaLnBrk="1" latinLnBrk="0" hangingPunct="1">
      <a:defRPr kumimoji="1" sz="1200" kern="1200">
        <a:solidFill>
          <a:schemeClr val="tx1"/>
        </a:solidFill>
        <a:latin typeface="ＭＳ Ｐゴシック" charset="-128"/>
        <a:ea typeface="ＭＳ Ｐゴシック" charset="-128"/>
        <a:cs typeface="+mn-cs"/>
      </a:defRPr>
    </a:lvl6pPr>
    <a:lvl7pPr marL="2743200" algn="l" defTabSz="914400" rtl="0" eaLnBrk="1" latinLnBrk="0" hangingPunct="1">
      <a:defRPr kumimoji="1" sz="1200" kern="1200">
        <a:solidFill>
          <a:schemeClr val="tx1"/>
        </a:solidFill>
        <a:latin typeface="ＭＳ Ｐゴシック" charset="-128"/>
        <a:ea typeface="ＭＳ Ｐゴシック" charset="-128"/>
        <a:cs typeface="+mn-cs"/>
      </a:defRPr>
    </a:lvl7pPr>
    <a:lvl8pPr marL="3200400" algn="l" defTabSz="914400" rtl="0" eaLnBrk="1" latinLnBrk="0" hangingPunct="1">
      <a:defRPr kumimoji="1" sz="1200" kern="1200">
        <a:solidFill>
          <a:schemeClr val="tx1"/>
        </a:solidFill>
        <a:latin typeface="ＭＳ Ｐゴシック" charset="-128"/>
        <a:ea typeface="ＭＳ Ｐゴシック" charset="-128"/>
        <a:cs typeface="+mn-cs"/>
      </a:defRPr>
    </a:lvl8pPr>
    <a:lvl9pPr marL="3657600" algn="l" defTabSz="914400" rtl="0" eaLnBrk="1" latinLnBrk="0" hangingPunct="1">
      <a:defRPr kumimoji="1" sz="1200" kern="1200">
        <a:solidFill>
          <a:schemeClr val="tx1"/>
        </a:solidFill>
        <a:latin typeface="ＭＳ Ｐゴシック" charset="-128"/>
        <a:ea typeface="ＭＳ Ｐゴシック" charset="-128"/>
        <a:cs typeface="+mn-cs"/>
      </a:defRPr>
    </a:lvl9pPr>
  </p:defaultTextStyle>
  <p:extLst>
    <p:ext uri="{EFAFB233-063F-42B5-8137-9DF3F51BA10A}">
      <p15:sldGuideLst xmlns:p15="http://schemas.microsoft.com/office/powerpoint/2012/main">
        <p15:guide id="1" orient="horz" pos="2795" userDrawn="1">
          <p15:clr>
            <a:srgbClr val="A4A3A4"/>
          </p15:clr>
        </p15:guide>
        <p15:guide id="2" orient="horz" pos="1525" userDrawn="1">
          <p15:clr>
            <a:srgbClr val="A4A3A4"/>
          </p15:clr>
        </p15:guide>
        <p15:guide id="3" pos="18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6FF"/>
    <a:srgbClr val="0000FF"/>
    <a:srgbClr val="376092"/>
    <a:srgbClr val="CBECFF"/>
    <a:srgbClr val="C6D9F1"/>
    <a:srgbClr val="FFCCFF"/>
    <a:srgbClr val="FFCCCC"/>
    <a:srgbClr val="7F7F7F"/>
    <a:srgbClr val="4F81BD"/>
    <a:srgbClr val="948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9669" autoAdjust="0"/>
  </p:normalViewPr>
  <p:slideViewPr>
    <p:cSldViewPr snapToObjects="1">
      <p:cViewPr>
        <p:scale>
          <a:sx n="130" d="100"/>
          <a:sy n="130" d="100"/>
        </p:scale>
        <p:origin x="96" y="-1470"/>
      </p:cViewPr>
      <p:guideLst>
        <p:guide orient="horz" pos="2795"/>
        <p:guide orient="horz" pos="1525"/>
        <p:guide pos="180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8E6419-4268-47C7-8784-2DF93DCE2D6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4BF91069-988E-4F06-8C47-58A0DA17AF33}">
      <dgm:prSet phldrT="[テキスト]" custT="1"/>
      <dgm:spPr/>
      <dgm:t>
        <a:bodyPr/>
        <a:lstStyle/>
        <a:p>
          <a:r>
            <a:rPr kumimoji="1" lang="ja-JP" altLang="en-US" sz="1000" b="1" dirty="0"/>
            <a:t>仕様理解</a:t>
          </a:r>
        </a:p>
      </dgm:t>
    </dgm:pt>
    <dgm:pt modelId="{BF4A9D2E-39E7-47F8-8166-E2CFCFE83143}" type="parTrans" cxnId="{0780F008-F57B-49E7-8954-3003273297F1}">
      <dgm:prSet/>
      <dgm:spPr/>
      <dgm:t>
        <a:bodyPr/>
        <a:lstStyle/>
        <a:p>
          <a:endParaRPr kumimoji="1" lang="ja-JP" altLang="en-US" sz="1000"/>
        </a:p>
      </dgm:t>
    </dgm:pt>
    <dgm:pt modelId="{70DD6C58-198C-41EC-A9B3-06CE2304AA5C}" type="sibTrans" cxnId="{0780F008-F57B-49E7-8954-3003273297F1}">
      <dgm:prSet custT="1"/>
      <dgm:spPr/>
      <dgm:t>
        <a:bodyPr/>
        <a:lstStyle/>
        <a:p>
          <a:endParaRPr kumimoji="1" lang="ja-JP" altLang="en-US" sz="1000"/>
        </a:p>
      </dgm:t>
    </dgm:pt>
    <dgm:pt modelId="{39492381-8284-423C-9100-67473D1E55DE}">
      <dgm:prSet phldrT="[テキスト]" custT="1"/>
      <dgm:spPr/>
      <dgm:t>
        <a:bodyPr/>
        <a:lstStyle/>
        <a:p>
          <a:pPr>
            <a:buFontTx/>
            <a:buNone/>
          </a:pPr>
          <a:r>
            <a:rPr kumimoji="1" lang="en-US" altLang="ja-JP" sz="1000" dirty="0"/>
            <a:t>※</a:t>
          </a:r>
          <a:r>
            <a:rPr kumimoji="1" lang="ja-JP" altLang="en-US" sz="900" dirty="0"/>
            <a:t>ポイント</a:t>
          </a:r>
        </a:p>
      </dgm:t>
    </dgm:pt>
    <dgm:pt modelId="{D7219FA5-DE08-4DB0-A953-746B4F854B69}" type="parTrans" cxnId="{2689A251-A0FD-4025-B06F-152056331D10}">
      <dgm:prSet/>
      <dgm:spPr/>
      <dgm:t>
        <a:bodyPr/>
        <a:lstStyle/>
        <a:p>
          <a:endParaRPr kumimoji="1" lang="ja-JP" altLang="en-US" sz="1000"/>
        </a:p>
      </dgm:t>
    </dgm:pt>
    <dgm:pt modelId="{EFE389B8-5BC5-4132-8A42-44BF89E0AAEF}" type="sibTrans" cxnId="{2689A251-A0FD-4025-B06F-152056331D10}">
      <dgm:prSet/>
      <dgm:spPr/>
      <dgm:t>
        <a:bodyPr/>
        <a:lstStyle/>
        <a:p>
          <a:endParaRPr kumimoji="1" lang="ja-JP" altLang="en-US" sz="1000"/>
        </a:p>
      </dgm:t>
    </dgm:pt>
    <dgm:pt modelId="{A947F7CD-955B-4FB8-A205-36F576890B2F}">
      <dgm:prSet phldrT="[テキスト]" custT="1"/>
      <dgm:spPr/>
      <dgm:t>
        <a:bodyPr/>
        <a:lstStyle/>
        <a:p>
          <a:r>
            <a:rPr kumimoji="1" lang="ja-JP" altLang="en-US" sz="1000" b="1" dirty="0"/>
            <a:t>テスト項目抽出</a:t>
          </a:r>
        </a:p>
      </dgm:t>
    </dgm:pt>
    <dgm:pt modelId="{CE3BF29B-70CC-40F2-82F9-FBC00DBAC9D4}" type="parTrans" cxnId="{4607D6DA-B3FB-47D4-ADF3-73AEB42001AE}">
      <dgm:prSet/>
      <dgm:spPr/>
      <dgm:t>
        <a:bodyPr/>
        <a:lstStyle/>
        <a:p>
          <a:endParaRPr kumimoji="1" lang="ja-JP" altLang="en-US" sz="1000"/>
        </a:p>
      </dgm:t>
    </dgm:pt>
    <dgm:pt modelId="{164FCE94-22EA-4AE5-82D0-F31CCBE41818}" type="sibTrans" cxnId="{4607D6DA-B3FB-47D4-ADF3-73AEB42001AE}">
      <dgm:prSet custT="1"/>
      <dgm:spPr/>
      <dgm:t>
        <a:bodyPr/>
        <a:lstStyle/>
        <a:p>
          <a:endParaRPr kumimoji="1" lang="ja-JP" altLang="en-US" sz="1000"/>
        </a:p>
      </dgm:t>
    </dgm:pt>
    <dgm:pt modelId="{FB02FB84-C087-4743-9845-F357C0E81E48}">
      <dgm:prSet phldrT="[テキスト]" custT="1"/>
      <dgm:spPr/>
      <dgm:t>
        <a:bodyPr/>
        <a:lstStyle/>
        <a:p>
          <a:pPr>
            <a:buFontTx/>
            <a:buNone/>
          </a:pPr>
          <a:r>
            <a:rPr kumimoji="1" lang="en-US" altLang="ja-JP" sz="1000" dirty="0"/>
            <a:t>※</a:t>
          </a:r>
          <a:r>
            <a:rPr kumimoji="1" lang="ja-JP" altLang="en-US" sz="1000" dirty="0"/>
            <a:t>テストパータン</a:t>
          </a:r>
        </a:p>
      </dgm:t>
    </dgm:pt>
    <dgm:pt modelId="{CBC0090F-17DF-42A7-B766-57F7181C329A}" type="parTrans" cxnId="{6D1E98D3-C1D2-43E9-886E-742BCBB86AB9}">
      <dgm:prSet/>
      <dgm:spPr/>
      <dgm:t>
        <a:bodyPr/>
        <a:lstStyle/>
        <a:p>
          <a:endParaRPr kumimoji="1" lang="ja-JP" altLang="en-US" sz="1000"/>
        </a:p>
      </dgm:t>
    </dgm:pt>
    <dgm:pt modelId="{36B5AB98-1FAA-46DF-BBC7-4CFE52317B07}" type="sibTrans" cxnId="{6D1E98D3-C1D2-43E9-886E-742BCBB86AB9}">
      <dgm:prSet/>
      <dgm:spPr/>
      <dgm:t>
        <a:bodyPr/>
        <a:lstStyle/>
        <a:p>
          <a:endParaRPr kumimoji="1" lang="ja-JP" altLang="en-US" sz="1000"/>
        </a:p>
      </dgm:t>
    </dgm:pt>
    <dgm:pt modelId="{52DDAB45-8A38-441D-9CC2-40593F17F625}">
      <dgm:prSet phldrT="[テキスト]" custT="1"/>
      <dgm:spPr/>
      <dgm:t>
        <a:bodyPr/>
        <a:lstStyle/>
        <a:p>
          <a:r>
            <a:rPr kumimoji="1" lang="ja-JP" altLang="en-US" sz="1000" b="1" dirty="0"/>
            <a:t>書式生成</a:t>
          </a:r>
        </a:p>
      </dgm:t>
    </dgm:pt>
    <dgm:pt modelId="{44EB1723-A065-4A9B-9F99-C4EFA5EBBFB9}" type="parTrans" cxnId="{14EBFADC-365B-464D-A07B-D295B039B420}">
      <dgm:prSet/>
      <dgm:spPr/>
      <dgm:t>
        <a:bodyPr/>
        <a:lstStyle/>
        <a:p>
          <a:endParaRPr kumimoji="1" lang="ja-JP" altLang="en-US" sz="1000"/>
        </a:p>
      </dgm:t>
    </dgm:pt>
    <dgm:pt modelId="{6D4BFE05-030D-4755-B939-3BFB0D75F79D}" type="sibTrans" cxnId="{14EBFADC-365B-464D-A07B-D295B039B420}">
      <dgm:prSet custT="1"/>
      <dgm:spPr/>
      <dgm:t>
        <a:bodyPr/>
        <a:lstStyle/>
        <a:p>
          <a:endParaRPr kumimoji="1" lang="ja-JP" altLang="en-US" sz="1000"/>
        </a:p>
      </dgm:t>
    </dgm:pt>
    <dgm:pt modelId="{6652A19A-0A49-4151-9CB9-F64099D160FC}">
      <dgm:prSet phldrT="[テキスト]" custT="1"/>
      <dgm:spPr/>
      <dgm:t>
        <a:bodyPr/>
        <a:lstStyle/>
        <a:p>
          <a:pPr>
            <a:buFontTx/>
            <a:buNone/>
          </a:pPr>
          <a:r>
            <a:rPr kumimoji="1" lang="en-US" altLang="ja-JP" sz="1000" dirty="0"/>
            <a:t>※</a:t>
          </a:r>
          <a:r>
            <a:rPr kumimoji="1" lang="ja-JP" altLang="en-US" sz="1000" dirty="0"/>
            <a:t>詳細設計に分岐条件</a:t>
          </a:r>
        </a:p>
      </dgm:t>
    </dgm:pt>
    <dgm:pt modelId="{6931D8BB-D4AB-4F51-B19B-167A5CF52954}" type="parTrans" cxnId="{BBC39A99-4565-4621-9550-55F11F8A2BB2}">
      <dgm:prSet/>
      <dgm:spPr/>
      <dgm:t>
        <a:bodyPr/>
        <a:lstStyle/>
        <a:p>
          <a:endParaRPr kumimoji="1" lang="ja-JP" altLang="en-US" sz="1000"/>
        </a:p>
      </dgm:t>
    </dgm:pt>
    <dgm:pt modelId="{88ECD2BA-1415-4D05-B3B7-0607A438B691}" type="sibTrans" cxnId="{BBC39A99-4565-4621-9550-55F11F8A2BB2}">
      <dgm:prSet/>
      <dgm:spPr/>
      <dgm:t>
        <a:bodyPr/>
        <a:lstStyle/>
        <a:p>
          <a:endParaRPr kumimoji="1" lang="ja-JP" altLang="en-US" sz="1000"/>
        </a:p>
      </dgm:t>
    </dgm:pt>
    <dgm:pt modelId="{F7BEAA1E-45DB-419C-A536-96DDB96F3F5E}">
      <dgm:prSet custT="1"/>
      <dgm:spPr/>
      <dgm:t>
        <a:bodyPr/>
        <a:lstStyle/>
        <a:p>
          <a:r>
            <a:rPr kumimoji="1" lang="ja-JP" altLang="en-US" sz="1000" b="1" dirty="0"/>
            <a:t>入力データ設計・出力結果想定</a:t>
          </a:r>
        </a:p>
      </dgm:t>
    </dgm:pt>
    <dgm:pt modelId="{63E1CDA2-A0EA-4F0A-93EF-8297166AD752}" type="parTrans" cxnId="{5ECEB22A-D657-4398-854D-47882A9C59EC}">
      <dgm:prSet/>
      <dgm:spPr/>
      <dgm:t>
        <a:bodyPr/>
        <a:lstStyle/>
        <a:p>
          <a:endParaRPr kumimoji="1" lang="ja-JP" altLang="en-US" sz="1000"/>
        </a:p>
      </dgm:t>
    </dgm:pt>
    <dgm:pt modelId="{7FFD5DBE-35F1-4006-A316-A393C8B5FDA7}" type="sibTrans" cxnId="{5ECEB22A-D657-4398-854D-47882A9C59EC}">
      <dgm:prSet/>
      <dgm:spPr/>
      <dgm:t>
        <a:bodyPr/>
        <a:lstStyle/>
        <a:p>
          <a:endParaRPr kumimoji="1" lang="ja-JP" altLang="en-US" sz="1000"/>
        </a:p>
      </dgm:t>
    </dgm:pt>
    <dgm:pt modelId="{38DDFAD5-2176-453F-8803-F631A80B6021}">
      <dgm:prSet phldrT="[テキスト]" custT="1"/>
      <dgm:spPr/>
      <dgm:t>
        <a:bodyPr/>
        <a:lstStyle/>
        <a:p>
          <a:pPr>
            <a:buFontTx/>
            <a:buNone/>
          </a:pPr>
          <a:r>
            <a:rPr kumimoji="1" lang="ja-JP" altLang="en-US" sz="1000" dirty="0"/>
            <a:t>・機能概要</a:t>
          </a:r>
        </a:p>
      </dgm:t>
    </dgm:pt>
    <dgm:pt modelId="{962520D1-04EE-419B-B0AC-AFE0A2B2FEB6}" type="parTrans" cxnId="{B1830A3A-1329-4A21-BAD6-B32A2A1DB6EF}">
      <dgm:prSet/>
      <dgm:spPr/>
      <dgm:t>
        <a:bodyPr/>
        <a:lstStyle/>
        <a:p>
          <a:endParaRPr kumimoji="1" lang="ja-JP" altLang="en-US"/>
        </a:p>
      </dgm:t>
    </dgm:pt>
    <dgm:pt modelId="{05D4EDDC-84A6-4922-A282-5BF769CBA573}" type="sibTrans" cxnId="{B1830A3A-1329-4A21-BAD6-B32A2A1DB6EF}">
      <dgm:prSet/>
      <dgm:spPr/>
      <dgm:t>
        <a:bodyPr/>
        <a:lstStyle/>
        <a:p>
          <a:endParaRPr kumimoji="1" lang="ja-JP" altLang="en-US"/>
        </a:p>
      </dgm:t>
    </dgm:pt>
    <dgm:pt modelId="{DFC8A7A3-579A-487D-A512-0DCE34DA3FFE}">
      <dgm:prSet phldrT="[テキスト]" custT="1"/>
      <dgm:spPr/>
      <dgm:t>
        <a:bodyPr/>
        <a:lstStyle/>
        <a:p>
          <a:pPr>
            <a:buFontTx/>
            <a:buNone/>
          </a:pPr>
          <a:r>
            <a:rPr kumimoji="1" lang="ja-JP" altLang="en-US" sz="1000" dirty="0"/>
            <a:t>・編集仕様</a:t>
          </a:r>
        </a:p>
      </dgm:t>
    </dgm:pt>
    <dgm:pt modelId="{2C9B9A7E-CD7D-4864-977B-796D9FA25399}" type="parTrans" cxnId="{9F84BFE9-D192-436A-9570-9138C8772FC1}">
      <dgm:prSet/>
      <dgm:spPr/>
      <dgm:t>
        <a:bodyPr/>
        <a:lstStyle/>
        <a:p>
          <a:endParaRPr kumimoji="1" lang="ja-JP" altLang="en-US"/>
        </a:p>
      </dgm:t>
    </dgm:pt>
    <dgm:pt modelId="{379BB69F-C708-4D3A-ABB9-E7AB155E7A12}" type="sibTrans" cxnId="{9F84BFE9-D192-436A-9570-9138C8772FC1}">
      <dgm:prSet/>
      <dgm:spPr/>
      <dgm:t>
        <a:bodyPr/>
        <a:lstStyle/>
        <a:p>
          <a:endParaRPr kumimoji="1" lang="ja-JP" altLang="en-US"/>
        </a:p>
      </dgm:t>
    </dgm:pt>
    <dgm:pt modelId="{05630804-CF94-4D3E-BC80-8EE0BD73FA92}">
      <dgm:prSet phldrT="[テキスト]" custT="1"/>
      <dgm:spPr/>
      <dgm:t>
        <a:bodyPr/>
        <a:lstStyle/>
        <a:p>
          <a:pPr>
            <a:buFontTx/>
            <a:buNone/>
          </a:pPr>
          <a:r>
            <a:rPr kumimoji="1" lang="ja-JP" altLang="en-US" sz="1000" dirty="0"/>
            <a:t>・処理条件</a:t>
          </a:r>
        </a:p>
      </dgm:t>
    </dgm:pt>
    <dgm:pt modelId="{7C65D361-27FB-409D-BC2C-F917F4AF8635}" type="parTrans" cxnId="{EFA40558-AE9D-4144-9BA5-1BA24732EC95}">
      <dgm:prSet/>
      <dgm:spPr/>
      <dgm:t>
        <a:bodyPr/>
        <a:lstStyle/>
        <a:p>
          <a:endParaRPr kumimoji="1" lang="ja-JP" altLang="en-US"/>
        </a:p>
      </dgm:t>
    </dgm:pt>
    <dgm:pt modelId="{228430EC-C954-42DC-B4FE-016B8EB955AA}" type="sibTrans" cxnId="{EFA40558-AE9D-4144-9BA5-1BA24732EC95}">
      <dgm:prSet/>
      <dgm:spPr/>
      <dgm:t>
        <a:bodyPr/>
        <a:lstStyle/>
        <a:p>
          <a:endParaRPr kumimoji="1" lang="ja-JP" altLang="en-US"/>
        </a:p>
      </dgm:t>
    </dgm:pt>
    <dgm:pt modelId="{49396A2A-D796-41AD-B899-3C3AB5A557CD}">
      <dgm:prSet phldrT="[テキスト]" custT="1"/>
      <dgm:spPr/>
      <dgm:t>
        <a:bodyPr/>
        <a:lstStyle/>
        <a:p>
          <a:pPr>
            <a:buFontTx/>
            <a:buNone/>
          </a:pPr>
          <a:r>
            <a:rPr kumimoji="1" lang="ja-JP" altLang="en-US" sz="1000" dirty="0"/>
            <a:t>・チェック仕様</a:t>
          </a:r>
        </a:p>
      </dgm:t>
    </dgm:pt>
    <dgm:pt modelId="{B02C0228-1703-46C5-A7D9-CF32674E586B}" type="parTrans" cxnId="{A9DB1ED1-EB98-45EE-9EB7-C1E73AD17048}">
      <dgm:prSet/>
      <dgm:spPr/>
      <dgm:t>
        <a:bodyPr/>
        <a:lstStyle/>
        <a:p>
          <a:endParaRPr kumimoji="1" lang="ja-JP" altLang="en-US"/>
        </a:p>
      </dgm:t>
    </dgm:pt>
    <dgm:pt modelId="{63A1DA9A-54C6-478B-AF23-59AF1697A662}" type="sibTrans" cxnId="{A9DB1ED1-EB98-45EE-9EB7-C1E73AD17048}">
      <dgm:prSet/>
      <dgm:spPr/>
      <dgm:t>
        <a:bodyPr/>
        <a:lstStyle/>
        <a:p>
          <a:endParaRPr kumimoji="1" lang="ja-JP" altLang="en-US"/>
        </a:p>
      </dgm:t>
    </dgm:pt>
    <dgm:pt modelId="{D29F9FED-B90B-461A-B634-164D51C517F0}">
      <dgm:prSet phldrT="[テキスト]" custT="1"/>
      <dgm:spPr/>
      <dgm:t>
        <a:bodyPr/>
        <a:lstStyle/>
        <a:p>
          <a:pPr>
            <a:buFont typeface="Arial" panose="020B0604020202020204" pitchFamily="34" charset="0"/>
            <a:buChar char="•"/>
          </a:pPr>
          <a:r>
            <a:rPr kumimoji="1" lang="ja-JP" altLang="en-US" sz="1000" dirty="0"/>
            <a:t>０件</a:t>
          </a:r>
        </a:p>
      </dgm:t>
    </dgm:pt>
    <dgm:pt modelId="{170F1880-999E-43ED-8BC1-9014F607C154}" type="parTrans" cxnId="{EE2B3E7E-35D1-474E-B041-AF0CC41B7818}">
      <dgm:prSet/>
      <dgm:spPr/>
      <dgm:t>
        <a:bodyPr/>
        <a:lstStyle/>
        <a:p>
          <a:endParaRPr kumimoji="1" lang="ja-JP" altLang="en-US"/>
        </a:p>
      </dgm:t>
    </dgm:pt>
    <dgm:pt modelId="{F2FE922E-9F94-4A52-B756-AA98DF4866DB}" type="sibTrans" cxnId="{EE2B3E7E-35D1-474E-B041-AF0CC41B7818}">
      <dgm:prSet/>
      <dgm:spPr/>
      <dgm:t>
        <a:bodyPr/>
        <a:lstStyle/>
        <a:p>
          <a:endParaRPr kumimoji="1" lang="ja-JP" altLang="en-US"/>
        </a:p>
      </dgm:t>
    </dgm:pt>
    <dgm:pt modelId="{567B815C-7882-4E2C-A995-D0EF2CFBAFF8}">
      <dgm:prSet phldrT="[テキスト]" custT="1"/>
      <dgm:spPr/>
      <dgm:t>
        <a:bodyPr/>
        <a:lstStyle/>
        <a:p>
          <a:pPr>
            <a:buFont typeface="Arial" panose="020B0604020202020204" pitchFamily="34" charset="0"/>
            <a:buChar char="•"/>
          </a:pPr>
          <a:r>
            <a:rPr kumimoji="1" lang="ja-JP" altLang="en-US" sz="1000" dirty="0"/>
            <a:t>正常</a:t>
          </a:r>
        </a:p>
      </dgm:t>
    </dgm:pt>
    <dgm:pt modelId="{3A8587BD-5CFE-4136-AF9B-EF0F448B0E21}" type="parTrans" cxnId="{E5C08D0E-C358-480C-B6FC-7856C776C555}">
      <dgm:prSet/>
      <dgm:spPr/>
      <dgm:t>
        <a:bodyPr/>
        <a:lstStyle/>
        <a:p>
          <a:endParaRPr kumimoji="1" lang="ja-JP" altLang="en-US"/>
        </a:p>
      </dgm:t>
    </dgm:pt>
    <dgm:pt modelId="{D3DA9DDA-458F-44A6-BCDF-F614C90487E4}" type="sibTrans" cxnId="{E5C08D0E-C358-480C-B6FC-7856C776C555}">
      <dgm:prSet/>
      <dgm:spPr/>
      <dgm:t>
        <a:bodyPr/>
        <a:lstStyle/>
        <a:p>
          <a:endParaRPr kumimoji="1" lang="ja-JP" altLang="en-US"/>
        </a:p>
      </dgm:t>
    </dgm:pt>
    <dgm:pt modelId="{BF9B8201-3393-4E41-95EE-12149F8A31D4}">
      <dgm:prSet phldrT="[テキスト]" custT="1"/>
      <dgm:spPr/>
      <dgm:t>
        <a:bodyPr/>
        <a:lstStyle/>
        <a:p>
          <a:pPr>
            <a:buFont typeface="Arial" panose="020B0604020202020204" pitchFamily="34" charset="0"/>
            <a:buChar char="•"/>
          </a:pPr>
          <a:r>
            <a:rPr kumimoji="1" lang="ja-JP" altLang="en-US" sz="1000" dirty="0"/>
            <a:t>異常</a:t>
          </a:r>
        </a:p>
      </dgm:t>
    </dgm:pt>
    <dgm:pt modelId="{1EF6B432-5388-4FEB-AF32-1D6428DB53D0}" type="parTrans" cxnId="{8C2AAB03-EFC4-4E9C-807E-4B75AF5AA6B1}">
      <dgm:prSet/>
      <dgm:spPr/>
      <dgm:t>
        <a:bodyPr/>
        <a:lstStyle/>
        <a:p>
          <a:endParaRPr kumimoji="1" lang="ja-JP" altLang="en-US"/>
        </a:p>
      </dgm:t>
    </dgm:pt>
    <dgm:pt modelId="{431BA4EF-07B9-4130-BC9A-11690A8E614E}" type="sibTrans" cxnId="{8C2AAB03-EFC4-4E9C-807E-4B75AF5AA6B1}">
      <dgm:prSet/>
      <dgm:spPr/>
      <dgm:t>
        <a:bodyPr/>
        <a:lstStyle/>
        <a:p>
          <a:endParaRPr kumimoji="1" lang="ja-JP" altLang="en-US"/>
        </a:p>
      </dgm:t>
    </dgm:pt>
    <dgm:pt modelId="{92602144-2707-41A2-8DBE-0C6D60E5A427}">
      <dgm:prSet phldrT="[テキスト]" custT="1"/>
      <dgm:spPr/>
      <dgm:t>
        <a:bodyPr/>
        <a:lstStyle/>
        <a:p>
          <a:pPr>
            <a:buFont typeface="Arial" panose="020B0604020202020204" pitchFamily="34" charset="0"/>
            <a:buChar char="•"/>
          </a:pPr>
          <a:r>
            <a:rPr kumimoji="1" lang="ja-JP" altLang="en-US" sz="1000" dirty="0"/>
            <a:t>・・・</a:t>
          </a:r>
        </a:p>
      </dgm:t>
    </dgm:pt>
    <dgm:pt modelId="{080205A3-B2C0-4F88-B75E-F71731A9B286}" type="parTrans" cxnId="{87B40455-1322-4422-91BA-5E42FB13DACB}">
      <dgm:prSet/>
      <dgm:spPr/>
      <dgm:t>
        <a:bodyPr/>
        <a:lstStyle/>
        <a:p>
          <a:endParaRPr kumimoji="1" lang="ja-JP" altLang="en-US"/>
        </a:p>
      </dgm:t>
    </dgm:pt>
    <dgm:pt modelId="{19D6BEBE-39CB-4A1A-96A0-B96B57153B55}" type="sibTrans" cxnId="{87B40455-1322-4422-91BA-5E42FB13DACB}">
      <dgm:prSet/>
      <dgm:spPr/>
      <dgm:t>
        <a:bodyPr/>
        <a:lstStyle/>
        <a:p>
          <a:endParaRPr kumimoji="1" lang="ja-JP" altLang="en-US"/>
        </a:p>
      </dgm:t>
    </dgm:pt>
    <dgm:pt modelId="{05399AEE-7367-48CD-8918-2A7E6C9F13FA}">
      <dgm:prSet phldrT="[テキスト]" custT="1"/>
      <dgm:spPr/>
      <dgm:t>
        <a:bodyPr/>
        <a:lstStyle/>
        <a:p>
          <a:pPr>
            <a:buFontTx/>
            <a:buNone/>
          </a:pPr>
          <a:r>
            <a:rPr kumimoji="1" lang="ja-JP" altLang="en-US" sz="1000" dirty="0"/>
            <a:t>・</a:t>
          </a:r>
        </a:p>
      </dgm:t>
    </dgm:pt>
    <dgm:pt modelId="{4E14BF86-DB1B-4366-8954-EC1669F8855C}" type="parTrans" cxnId="{B67975C6-92B5-4D0A-BDA0-0614A945571B}">
      <dgm:prSet/>
      <dgm:spPr/>
      <dgm:t>
        <a:bodyPr/>
        <a:lstStyle/>
        <a:p>
          <a:endParaRPr kumimoji="1" lang="ja-JP" altLang="en-US"/>
        </a:p>
      </dgm:t>
    </dgm:pt>
    <dgm:pt modelId="{1796B4AD-BCD2-45C3-BB5B-97A5D668A746}" type="sibTrans" cxnId="{B67975C6-92B5-4D0A-BDA0-0614A945571B}">
      <dgm:prSet/>
      <dgm:spPr/>
      <dgm:t>
        <a:bodyPr/>
        <a:lstStyle/>
        <a:p>
          <a:endParaRPr kumimoji="1" lang="ja-JP" altLang="en-US"/>
        </a:p>
      </dgm:t>
    </dgm:pt>
    <dgm:pt modelId="{899C99DB-18F6-4C84-8EDA-DDC7F2290A67}" type="pres">
      <dgm:prSet presAssocID="{DC8E6419-4268-47C7-8784-2DF93DCE2D66}" presName="linearFlow" presStyleCnt="0">
        <dgm:presLayoutVars>
          <dgm:dir/>
          <dgm:animLvl val="lvl"/>
          <dgm:resizeHandles val="exact"/>
        </dgm:presLayoutVars>
      </dgm:prSet>
      <dgm:spPr/>
    </dgm:pt>
    <dgm:pt modelId="{363ED554-E543-44C3-9F88-1FE0DF8F07B4}" type="pres">
      <dgm:prSet presAssocID="{4BF91069-988E-4F06-8C47-58A0DA17AF33}" presName="composite" presStyleCnt="0"/>
      <dgm:spPr/>
    </dgm:pt>
    <dgm:pt modelId="{6581709D-6307-490A-992C-F4B806575101}" type="pres">
      <dgm:prSet presAssocID="{4BF91069-988E-4F06-8C47-58A0DA17AF33}" presName="parTx" presStyleLbl="node1" presStyleIdx="0" presStyleCnt="4">
        <dgm:presLayoutVars>
          <dgm:chMax val="0"/>
          <dgm:chPref val="0"/>
          <dgm:bulletEnabled val="1"/>
        </dgm:presLayoutVars>
      </dgm:prSet>
      <dgm:spPr/>
    </dgm:pt>
    <dgm:pt modelId="{8429F9C1-4CAF-4BA1-B12D-2E23428CAA0D}" type="pres">
      <dgm:prSet presAssocID="{4BF91069-988E-4F06-8C47-58A0DA17AF33}" presName="parSh" presStyleLbl="node1" presStyleIdx="0" presStyleCnt="4"/>
      <dgm:spPr/>
    </dgm:pt>
    <dgm:pt modelId="{EF8CEFF7-0F44-4F12-B5A3-FBA53892F773}" type="pres">
      <dgm:prSet presAssocID="{4BF91069-988E-4F06-8C47-58A0DA17AF33}" presName="desTx" presStyleLbl="fgAcc1" presStyleIdx="0" presStyleCnt="4">
        <dgm:presLayoutVars>
          <dgm:bulletEnabled val="1"/>
        </dgm:presLayoutVars>
      </dgm:prSet>
      <dgm:spPr/>
    </dgm:pt>
    <dgm:pt modelId="{5392F0E3-4E7B-4A4C-A575-79A60FB6D52B}" type="pres">
      <dgm:prSet presAssocID="{70DD6C58-198C-41EC-A9B3-06CE2304AA5C}" presName="sibTrans" presStyleLbl="sibTrans2D1" presStyleIdx="0" presStyleCnt="3"/>
      <dgm:spPr/>
    </dgm:pt>
    <dgm:pt modelId="{67ED6C8D-2E42-4439-AC20-398D6CC5FF63}" type="pres">
      <dgm:prSet presAssocID="{70DD6C58-198C-41EC-A9B3-06CE2304AA5C}" presName="connTx" presStyleLbl="sibTrans2D1" presStyleIdx="0" presStyleCnt="3"/>
      <dgm:spPr/>
    </dgm:pt>
    <dgm:pt modelId="{334C49F1-1075-4846-8208-B10662ADD28B}" type="pres">
      <dgm:prSet presAssocID="{A947F7CD-955B-4FB8-A205-36F576890B2F}" presName="composite" presStyleCnt="0"/>
      <dgm:spPr/>
    </dgm:pt>
    <dgm:pt modelId="{3D5BF72E-7ADE-4C9F-A937-DAE0204E0452}" type="pres">
      <dgm:prSet presAssocID="{A947F7CD-955B-4FB8-A205-36F576890B2F}" presName="parTx" presStyleLbl="node1" presStyleIdx="0" presStyleCnt="4">
        <dgm:presLayoutVars>
          <dgm:chMax val="0"/>
          <dgm:chPref val="0"/>
          <dgm:bulletEnabled val="1"/>
        </dgm:presLayoutVars>
      </dgm:prSet>
      <dgm:spPr/>
    </dgm:pt>
    <dgm:pt modelId="{3A3A9402-BF18-4FBE-ACAF-E57499DAB22A}" type="pres">
      <dgm:prSet presAssocID="{A947F7CD-955B-4FB8-A205-36F576890B2F}" presName="parSh" presStyleLbl="node1" presStyleIdx="1" presStyleCnt="4"/>
      <dgm:spPr/>
    </dgm:pt>
    <dgm:pt modelId="{005AD228-2C86-42C2-BA0F-FC2AD883711C}" type="pres">
      <dgm:prSet presAssocID="{A947F7CD-955B-4FB8-A205-36F576890B2F}" presName="desTx" presStyleLbl="fgAcc1" presStyleIdx="1" presStyleCnt="4">
        <dgm:presLayoutVars>
          <dgm:bulletEnabled val="1"/>
        </dgm:presLayoutVars>
      </dgm:prSet>
      <dgm:spPr/>
    </dgm:pt>
    <dgm:pt modelId="{9CEFBDA5-E98B-4EA3-8159-B2DA452DBC45}" type="pres">
      <dgm:prSet presAssocID="{164FCE94-22EA-4AE5-82D0-F31CCBE41818}" presName="sibTrans" presStyleLbl="sibTrans2D1" presStyleIdx="1" presStyleCnt="3"/>
      <dgm:spPr/>
    </dgm:pt>
    <dgm:pt modelId="{44F6BED2-8714-4233-B03B-0A62DB25F937}" type="pres">
      <dgm:prSet presAssocID="{164FCE94-22EA-4AE5-82D0-F31CCBE41818}" presName="connTx" presStyleLbl="sibTrans2D1" presStyleIdx="1" presStyleCnt="3"/>
      <dgm:spPr/>
    </dgm:pt>
    <dgm:pt modelId="{682DA0D9-AFEE-4909-A6AD-70E608BF16B1}" type="pres">
      <dgm:prSet presAssocID="{52DDAB45-8A38-441D-9CC2-40593F17F625}" presName="composite" presStyleCnt="0"/>
      <dgm:spPr/>
    </dgm:pt>
    <dgm:pt modelId="{55251979-E301-400D-89C1-60982AC4F094}" type="pres">
      <dgm:prSet presAssocID="{52DDAB45-8A38-441D-9CC2-40593F17F625}" presName="parTx" presStyleLbl="node1" presStyleIdx="1" presStyleCnt="4">
        <dgm:presLayoutVars>
          <dgm:chMax val="0"/>
          <dgm:chPref val="0"/>
          <dgm:bulletEnabled val="1"/>
        </dgm:presLayoutVars>
      </dgm:prSet>
      <dgm:spPr/>
    </dgm:pt>
    <dgm:pt modelId="{35F3AAA3-6F79-43B9-9761-133EE8B4F469}" type="pres">
      <dgm:prSet presAssocID="{52DDAB45-8A38-441D-9CC2-40593F17F625}" presName="parSh" presStyleLbl="node1" presStyleIdx="2" presStyleCnt="4"/>
      <dgm:spPr/>
    </dgm:pt>
    <dgm:pt modelId="{36965DA2-9C2D-488A-A381-DB0AC9123B25}" type="pres">
      <dgm:prSet presAssocID="{52DDAB45-8A38-441D-9CC2-40593F17F625}" presName="desTx" presStyleLbl="fgAcc1" presStyleIdx="2" presStyleCnt="4">
        <dgm:presLayoutVars>
          <dgm:bulletEnabled val="1"/>
        </dgm:presLayoutVars>
      </dgm:prSet>
      <dgm:spPr/>
    </dgm:pt>
    <dgm:pt modelId="{60EDE07B-4A20-45CA-8305-CE07F40E51ED}" type="pres">
      <dgm:prSet presAssocID="{6D4BFE05-030D-4755-B939-3BFB0D75F79D}" presName="sibTrans" presStyleLbl="sibTrans2D1" presStyleIdx="2" presStyleCnt="3"/>
      <dgm:spPr/>
    </dgm:pt>
    <dgm:pt modelId="{E302EED9-726C-4CB1-93B0-19F9D5709C61}" type="pres">
      <dgm:prSet presAssocID="{6D4BFE05-030D-4755-B939-3BFB0D75F79D}" presName="connTx" presStyleLbl="sibTrans2D1" presStyleIdx="2" presStyleCnt="3"/>
      <dgm:spPr/>
    </dgm:pt>
    <dgm:pt modelId="{2B30C93C-070E-4C78-B66A-04DF7CD14B23}" type="pres">
      <dgm:prSet presAssocID="{F7BEAA1E-45DB-419C-A536-96DDB96F3F5E}" presName="composite" presStyleCnt="0"/>
      <dgm:spPr/>
    </dgm:pt>
    <dgm:pt modelId="{8EFADB66-7898-4DB8-BE66-7BF64F11A6DA}" type="pres">
      <dgm:prSet presAssocID="{F7BEAA1E-45DB-419C-A536-96DDB96F3F5E}" presName="parTx" presStyleLbl="node1" presStyleIdx="2" presStyleCnt="4">
        <dgm:presLayoutVars>
          <dgm:chMax val="0"/>
          <dgm:chPref val="0"/>
          <dgm:bulletEnabled val="1"/>
        </dgm:presLayoutVars>
      </dgm:prSet>
      <dgm:spPr/>
    </dgm:pt>
    <dgm:pt modelId="{F4D463F0-2D4D-40D1-96F9-0182514A3E4D}" type="pres">
      <dgm:prSet presAssocID="{F7BEAA1E-45DB-419C-A536-96DDB96F3F5E}" presName="parSh" presStyleLbl="node1" presStyleIdx="3" presStyleCnt="4"/>
      <dgm:spPr/>
    </dgm:pt>
    <dgm:pt modelId="{37908F19-6DF8-4B11-86B9-91F2431BF9C7}" type="pres">
      <dgm:prSet presAssocID="{F7BEAA1E-45DB-419C-A536-96DDB96F3F5E}" presName="desTx" presStyleLbl="fgAcc1" presStyleIdx="3" presStyleCnt="4">
        <dgm:presLayoutVars>
          <dgm:bulletEnabled val="1"/>
        </dgm:presLayoutVars>
      </dgm:prSet>
      <dgm:spPr/>
    </dgm:pt>
  </dgm:ptLst>
  <dgm:cxnLst>
    <dgm:cxn modelId="{53878D02-465C-4948-98C0-C384BDE98E9B}" type="presOf" srcId="{92602144-2707-41A2-8DBE-0C6D60E5A427}" destId="{005AD228-2C86-42C2-BA0F-FC2AD883711C}" srcOrd="0" destOrd="4" presId="urn:microsoft.com/office/officeart/2005/8/layout/process3"/>
    <dgm:cxn modelId="{8C2AAB03-EFC4-4E9C-807E-4B75AF5AA6B1}" srcId="{A947F7CD-955B-4FB8-A205-36F576890B2F}" destId="{BF9B8201-3393-4E41-95EE-12149F8A31D4}" srcOrd="3" destOrd="0" parTransId="{1EF6B432-5388-4FEB-AF32-1D6428DB53D0}" sibTransId="{431BA4EF-07B9-4130-BC9A-11690A8E614E}"/>
    <dgm:cxn modelId="{731ED405-7E42-4353-AFCE-CF79D4BB5529}" type="presOf" srcId="{A947F7CD-955B-4FB8-A205-36F576890B2F}" destId="{3A3A9402-BF18-4FBE-ACAF-E57499DAB22A}" srcOrd="1" destOrd="0" presId="urn:microsoft.com/office/officeart/2005/8/layout/process3"/>
    <dgm:cxn modelId="{0780F008-F57B-49E7-8954-3003273297F1}" srcId="{DC8E6419-4268-47C7-8784-2DF93DCE2D66}" destId="{4BF91069-988E-4F06-8C47-58A0DA17AF33}" srcOrd="0" destOrd="0" parTransId="{BF4A9D2E-39E7-47F8-8166-E2CFCFE83143}" sibTransId="{70DD6C58-198C-41EC-A9B3-06CE2304AA5C}"/>
    <dgm:cxn modelId="{E5C08D0E-C358-480C-B6FC-7856C776C555}" srcId="{A947F7CD-955B-4FB8-A205-36F576890B2F}" destId="{567B815C-7882-4E2C-A995-D0EF2CFBAFF8}" srcOrd="2" destOrd="0" parTransId="{3A8587BD-5CFE-4136-AF9B-EF0F448B0E21}" sibTransId="{D3DA9DDA-458F-44A6-BCDF-F614C90487E4}"/>
    <dgm:cxn modelId="{84706621-455A-43DC-9F00-E0E9A21C7AC6}" type="presOf" srcId="{39492381-8284-423C-9100-67473D1E55DE}" destId="{EF8CEFF7-0F44-4F12-B5A3-FBA53892F773}" srcOrd="0" destOrd="0" presId="urn:microsoft.com/office/officeart/2005/8/layout/process3"/>
    <dgm:cxn modelId="{2DE02822-BAE1-4684-A003-DD988CA99EDC}" type="presOf" srcId="{D29F9FED-B90B-461A-B634-164D51C517F0}" destId="{005AD228-2C86-42C2-BA0F-FC2AD883711C}" srcOrd="0" destOrd="1" presId="urn:microsoft.com/office/officeart/2005/8/layout/process3"/>
    <dgm:cxn modelId="{5DD1DB24-44DC-4085-A1C5-A1A9FC746F75}" type="presOf" srcId="{52DDAB45-8A38-441D-9CC2-40593F17F625}" destId="{55251979-E301-400D-89C1-60982AC4F094}" srcOrd="0" destOrd="0" presId="urn:microsoft.com/office/officeart/2005/8/layout/process3"/>
    <dgm:cxn modelId="{A39C7C25-A960-4ABA-A30D-F06D08B0983B}" type="presOf" srcId="{6D4BFE05-030D-4755-B939-3BFB0D75F79D}" destId="{60EDE07B-4A20-45CA-8305-CE07F40E51ED}" srcOrd="0" destOrd="0" presId="urn:microsoft.com/office/officeart/2005/8/layout/process3"/>
    <dgm:cxn modelId="{5ECEB22A-D657-4398-854D-47882A9C59EC}" srcId="{DC8E6419-4268-47C7-8784-2DF93DCE2D66}" destId="{F7BEAA1E-45DB-419C-A536-96DDB96F3F5E}" srcOrd="3" destOrd="0" parTransId="{63E1CDA2-A0EA-4F0A-93EF-8297166AD752}" sibTransId="{7FFD5DBE-35F1-4006-A316-A393C8B5FDA7}"/>
    <dgm:cxn modelId="{1A099E2E-2266-4476-96C5-38D146B803E3}" type="presOf" srcId="{DC8E6419-4268-47C7-8784-2DF93DCE2D66}" destId="{899C99DB-18F6-4C84-8EDA-DDC7F2290A67}" srcOrd="0" destOrd="0" presId="urn:microsoft.com/office/officeart/2005/8/layout/process3"/>
    <dgm:cxn modelId="{4A961830-E6A8-4911-A9B3-C979B73CAD2F}" type="presOf" srcId="{6652A19A-0A49-4151-9CB9-F64099D160FC}" destId="{36965DA2-9C2D-488A-A381-DB0AC9123B25}" srcOrd="0" destOrd="0" presId="urn:microsoft.com/office/officeart/2005/8/layout/process3"/>
    <dgm:cxn modelId="{8B102931-CF2F-4A4D-8A1D-A1E0EA71286F}" type="presOf" srcId="{A947F7CD-955B-4FB8-A205-36F576890B2F}" destId="{3D5BF72E-7ADE-4C9F-A937-DAE0204E0452}" srcOrd="0" destOrd="0" presId="urn:microsoft.com/office/officeart/2005/8/layout/process3"/>
    <dgm:cxn modelId="{31339833-A425-4F9C-9576-919C94CEDC34}" type="presOf" srcId="{164FCE94-22EA-4AE5-82D0-F31CCBE41818}" destId="{44F6BED2-8714-4233-B03B-0A62DB25F937}" srcOrd="1" destOrd="0" presId="urn:microsoft.com/office/officeart/2005/8/layout/process3"/>
    <dgm:cxn modelId="{4B34D934-0BF9-48E3-9B31-23A903AC40EA}" type="presOf" srcId="{F7BEAA1E-45DB-419C-A536-96DDB96F3F5E}" destId="{F4D463F0-2D4D-40D1-96F9-0182514A3E4D}" srcOrd="1" destOrd="0" presId="urn:microsoft.com/office/officeart/2005/8/layout/process3"/>
    <dgm:cxn modelId="{4FDDAF36-B452-40A3-BFD5-B93D0CF584F5}" type="presOf" srcId="{52DDAB45-8A38-441D-9CC2-40593F17F625}" destId="{35F3AAA3-6F79-43B9-9761-133EE8B4F469}" srcOrd="1" destOrd="0" presId="urn:microsoft.com/office/officeart/2005/8/layout/process3"/>
    <dgm:cxn modelId="{B1830A3A-1329-4A21-BAD6-B32A2A1DB6EF}" srcId="{4BF91069-988E-4F06-8C47-58A0DA17AF33}" destId="{38DDFAD5-2176-453F-8803-F631A80B6021}" srcOrd="1" destOrd="0" parTransId="{962520D1-04EE-419B-B0AC-AFE0A2B2FEB6}" sibTransId="{05D4EDDC-84A6-4922-A282-5BF769CBA573}"/>
    <dgm:cxn modelId="{9DA57C3A-6C35-44EB-82F5-5C3F1A6487F4}" type="presOf" srcId="{05630804-CF94-4D3E-BC80-8EE0BD73FA92}" destId="{EF8CEFF7-0F44-4F12-B5A3-FBA53892F773}" srcOrd="0" destOrd="3" presId="urn:microsoft.com/office/officeart/2005/8/layout/process3"/>
    <dgm:cxn modelId="{14EBCA3F-FF9F-4D9D-81CA-7DA90FCA3C0D}" type="presOf" srcId="{164FCE94-22EA-4AE5-82D0-F31CCBE41818}" destId="{9CEFBDA5-E98B-4EA3-8159-B2DA452DBC45}" srcOrd="0" destOrd="0" presId="urn:microsoft.com/office/officeart/2005/8/layout/process3"/>
    <dgm:cxn modelId="{2689A251-A0FD-4025-B06F-152056331D10}" srcId="{4BF91069-988E-4F06-8C47-58A0DA17AF33}" destId="{39492381-8284-423C-9100-67473D1E55DE}" srcOrd="0" destOrd="0" parTransId="{D7219FA5-DE08-4DB0-A953-746B4F854B69}" sibTransId="{EFE389B8-5BC5-4132-8A42-44BF89E0AAEF}"/>
    <dgm:cxn modelId="{87B40455-1322-4422-91BA-5E42FB13DACB}" srcId="{A947F7CD-955B-4FB8-A205-36F576890B2F}" destId="{92602144-2707-41A2-8DBE-0C6D60E5A427}" srcOrd="4" destOrd="0" parTransId="{080205A3-B2C0-4F88-B75E-F71731A9B286}" sibTransId="{19D6BEBE-39CB-4A1A-96A0-B96B57153B55}"/>
    <dgm:cxn modelId="{EFA40558-AE9D-4144-9BA5-1BA24732EC95}" srcId="{4BF91069-988E-4F06-8C47-58A0DA17AF33}" destId="{05630804-CF94-4D3E-BC80-8EE0BD73FA92}" srcOrd="3" destOrd="0" parTransId="{7C65D361-27FB-409D-BC2C-F917F4AF8635}" sibTransId="{228430EC-C954-42DC-B4FE-016B8EB955AA}"/>
    <dgm:cxn modelId="{564C467C-2234-4828-B1B0-87C718B7A502}" type="presOf" srcId="{38DDFAD5-2176-453F-8803-F631A80B6021}" destId="{EF8CEFF7-0F44-4F12-B5A3-FBA53892F773}" srcOrd="0" destOrd="1" presId="urn:microsoft.com/office/officeart/2005/8/layout/process3"/>
    <dgm:cxn modelId="{F6BFC87C-51A7-48B2-8B05-62539F0F73D8}" type="presOf" srcId="{4BF91069-988E-4F06-8C47-58A0DA17AF33}" destId="{6581709D-6307-490A-992C-F4B806575101}" srcOrd="0" destOrd="0" presId="urn:microsoft.com/office/officeart/2005/8/layout/process3"/>
    <dgm:cxn modelId="{EE2B3E7E-35D1-474E-B041-AF0CC41B7818}" srcId="{A947F7CD-955B-4FB8-A205-36F576890B2F}" destId="{D29F9FED-B90B-461A-B634-164D51C517F0}" srcOrd="1" destOrd="0" parTransId="{170F1880-999E-43ED-8BC1-9014F607C154}" sibTransId="{F2FE922E-9F94-4A52-B756-AA98DF4866DB}"/>
    <dgm:cxn modelId="{930EFD80-9729-4056-8252-8FA0377FA542}" type="presOf" srcId="{DFC8A7A3-579A-487D-A512-0DCE34DA3FFE}" destId="{EF8CEFF7-0F44-4F12-B5A3-FBA53892F773}" srcOrd="0" destOrd="2" presId="urn:microsoft.com/office/officeart/2005/8/layout/process3"/>
    <dgm:cxn modelId="{BA0CF986-CFB6-4008-BFB6-660A2B6842C1}" type="presOf" srcId="{70DD6C58-198C-41EC-A9B3-06CE2304AA5C}" destId="{5392F0E3-4E7B-4A4C-A575-79A60FB6D52B}" srcOrd="0" destOrd="0" presId="urn:microsoft.com/office/officeart/2005/8/layout/process3"/>
    <dgm:cxn modelId="{C85FA88F-B755-4765-AF25-9694F20E95EF}" type="presOf" srcId="{4BF91069-988E-4F06-8C47-58A0DA17AF33}" destId="{8429F9C1-4CAF-4BA1-B12D-2E23428CAA0D}" srcOrd="1" destOrd="0" presId="urn:microsoft.com/office/officeart/2005/8/layout/process3"/>
    <dgm:cxn modelId="{BBC39A99-4565-4621-9550-55F11F8A2BB2}" srcId="{52DDAB45-8A38-441D-9CC2-40593F17F625}" destId="{6652A19A-0A49-4151-9CB9-F64099D160FC}" srcOrd="0" destOrd="0" parTransId="{6931D8BB-D4AB-4F51-B19B-167A5CF52954}" sibTransId="{88ECD2BA-1415-4D05-B3B7-0607A438B691}"/>
    <dgm:cxn modelId="{D9D36CA1-7B9A-4E6C-9FF3-C8C764310D9E}" type="presOf" srcId="{6D4BFE05-030D-4755-B939-3BFB0D75F79D}" destId="{E302EED9-726C-4CB1-93B0-19F9D5709C61}" srcOrd="1" destOrd="0" presId="urn:microsoft.com/office/officeart/2005/8/layout/process3"/>
    <dgm:cxn modelId="{D284DCA9-8A81-4F95-A533-8090D9768FA7}" type="presOf" srcId="{FB02FB84-C087-4743-9845-F357C0E81E48}" destId="{005AD228-2C86-42C2-BA0F-FC2AD883711C}" srcOrd="0" destOrd="0" presId="urn:microsoft.com/office/officeart/2005/8/layout/process3"/>
    <dgm:cxn modelId="{139F15AB-4D19-4E85-9D6F-3D477BA05C74}" type="presOf" srcId="{70DD6C58-198C-41EC-A9B3-06CE2304AA5C}" destId="{67ED6C8D-2E42-4439-AC20-398D6CC5FF63}" srcOrd="1" destOrd="0" presId="urn:microsoft.com/office/officeart/2005/8/layout/process3"/>
    <dgm:cxn modelId="{BF82BCC4-B106-4691-8047-9FFB88161396}" type="presOf" srcId="{BF9B8201-3393-4E41-95EE-12149F8A31D4}" destId="{005AD228-2C86-42C2-BA0F-FC2AD883711C}" srcOrd="0" destOrd="3" presId="urn:microsoft.com/office/officeart/2005/8/layout/process3"/>
    <dgm:cxn modelId="{B67975C6-92B5-4D0A-BDA0-0614A945571B}" srcId="{52DDAB45-8A38-441D-9CC2-40593F17F625}" destId="{05399AEE-7367-48CD-8918-2A7E6C9F13FA}" srcOrd="1" destOrd="0" parTransId="{4E14BF86-DB1B-4366-8954-EC1669F8855C}" sibTransId="{1796B4AD-BCD2-45C3-BB5B-97A5D668A746}"/>
    <dgm:cxn modelId="{A9DB1ED1-EB98-45EE-9EB7-C1E73AD17048}" srcId="{4BF91069-988E-4F06-8C47-58A0DA17AF33}" destId="{49396A2A-D796-41AD-B899-3C3AB5A557CD}" srcOrd="4" destOrd="0" parTransId="{B02C0228-1703-46C5-A7D9-CF32674E586B}" sibTransId="{63A1DA9A-54C6-478B-AF23-59AF1697A662}"/>
    <dgm:cxn modelId="{6D1E98D3-C1D2-43E9-886E-742BCBB86AB9}" srcId="{A947F7CD-955B-4FB8-A205-36F576890B2F}" destId="{FB02FB84-C087-4743-9845-F357C0E81E48}" srcOrd="0" destOrd="0" parTransId="{CBC0090F-17DF-42A7-B766-57F7181C329A}" sibTransId="{36B5AB98-1FAA-46DF-BBC7-4CFE52317B07}"/>
    <dgm:cxn modelId="{4607D6DA-B3FB-47D4-ADF3-73AEB42001AE}" srcId="{DC8E6419-4268-47C7-8784-2DF93DCE2D66}" destId="{A947F7CD-955B-4FB8-A205-36F576890B2F}" srcOrd="1" destOrd="0" parTransId="{CE3BF29B-70CC-40F2-82F9-FBC00DBAC9D4}" sibTransId="{164FCE94-22EA-4AE5-82D0-F31CCBE41818}"/>
    <dgm:cxn modelId="{C25FE3DA-4B1E-4B63-86F6-F32BF2085182}" type="presOf" srcId="{49396A2A-D796-41AD-B899-3C3AB5A557CD}" destId="{EF8CEFF7-0F44-4F12-B5A3-FBA53892F773}" srcOrd="0" destOrd="4" presId="urn:microsoft.com/office/officeart/2005/8/layout/process3"/>
    <dgm:cxn modelId="{14EBFADC-365B-464D-A07B-D295B039B420}" srcId="{DC8E6419-4268-47C7-8784-2DF93DCE2D66}" destId="{52DDAB45-8A38-441D-9CC2-40593F17F625}" srcOrd="2" destOrd="0" parTransId="{44EB1723-A065-4A9B-9F99-C4EFA5EBBFB9}" sibTransId="{6D4BFE05-030D-4755-B939-3BFB0D75F79D}"/>
    <dgm:cxn modelId="{9F84BFE9-D192-436A-9570-9138C8772FC1}" srcId="{4BF91069-988E-4F06-8C47-58A0DA17AF33}" destId="{DFC8A7A3-579A-487D-A512-0DCE34DA3FFE}" srcOrd="2" destOrd="0" parTransId="{2C9B9A7E-CD7D-4864-977B-796D9FA25399}" sibTransId="{379BB69F-C708-4D3A-ABB9-E7AB155E7A12}"/>
    <dgm:cxn modelId="{D9DE59F6-C366-473A-B097-36712C21C519}" type="presOf" srcId="{567B815C-7882-4E2C-A995-D0EF2CFBAFF8}" destId="{005AD228-2C86-42C2-BA0F-FC2AD883711C}" srcOrd="0" destOrd="2" presId="urn:microsoft.com/office/officeart/2005/8/layout/process3"/>
    <dgm:cxn modelId="{5C1255FA-6994-4F16-9A29-7DFEED41D09C}" type="presOf" srcId="{F7BEAA1E-45DB-419C-A536-96DDB96F3F5E}" destId="{8EFADB66-7898-4DB8-BE66-7BF64F11A6DA}" srcOrd="0" destOrd="0" presId="urn:microsoft.com/office/officeart/2005/8/layout/process3"/>
    <dgm:cxn modelId="{E5886FFF-471D-4E97-BD85-07C5B8014524}" type="presOf" srcId="{05399AEE-7367-48CD-8918-2A7E6C9F13FA}" destId="{36965DA2-9C2D-488A-A381-DB0AC9123B25}" srcOrd="0" destOrd="1" presId="urn:microsoft.com/office/officeart/2005/8/layout/process3"/>
    <dgm:cxn modelId="{DD7CEDA5-6E28-4211-921E-0ED3CBE09038}" type="presParOf" srcId="{899C99DB-18F6-4C84-8EDA-DDC7F2290A67}" destId="{363ED554-E543-44C3-9F88-1FE0DF8F07B4}" srcOrd="0" destOrd="0" presId="urn:microsoft.com/office/officeart/2005/8/layout/process3"/>
    <dgm:cxn modelId="{5724EC38-AC39-4C55-A33E-EDD45A29D1DD}" type="presParOf" srcId="{363ED554-E543-44C3-9F88-1FE0DF8F07B4}" destId="{6581709D-6307-490A-992C-F4B806575101}" srcOrd="0" destOrd="0" presId="urn:microsoft.com/office/officeart/2005/8/layout/process3"/>
    <dgm:cxn modelId="{CC677DC9-F559-411A-9D28-4B8F91EAED59}" type="presParOf" srcId="{363ED554-E543-44C3-9F88-1FE0DF8F07B4}" destId="{8429F9C1-4CAF-4BA1-B12D-2E23428CAA0D}" srcOrd="1" destOrd="0" presId="urn:microsoft.com/office/officeart/2005/8/layout/process3"/>
    <dgm:cxn modelId="{F1256F4A-BA03-4113-ACAD-A2641DC4A8E5}" type="presParOf" srcId="{363ED554-E543-44C3-9F88-1FE0DF8F07B4}" destId="{EF8CEFF7-0F44-4F12-B5A3-FBA53892F773}" srcOrd="2" destOrd="0" presId="urn:microsoft.com/office/officeart/2005/8/layout/process3"/>
    <dgm:cxn modelId="{C8B74EE8-7C09-4FE6-907A-DD3E310769AF}" type="presParOf" srcId="{899C99DB-18F6-4C84-8EDA-DDC7F2290A67}" destId="{5392F0E3-4E7B-4A4C-A575-79A60FB6D52B}" srcOrd="1" destOrd="0" presId="urn:microsoft.com/office/officeart/2005/8/layout/process3"/>
    <dgm:cxn modelId="{54B327C2-00E8-429E-BA33-4151840B4E55}" type="presParOf" srcId="{5392F0E3-4E7B-4A4C-A575-79A60FB6D52B}" destId="{67ED6C8D-2E42-4439-AC20-398D6CC5FF63}" srcOrd="0" destOrd="0" presId="urn:microsoft.com/office/officeart/2005/8/layout/process3"/>
    <dgm:cxn modelId="{B1C720FD-A9DA-49A8-A650-EF04743B3502}" type="presParOf" srcId="{899C99DB-18F6-4C84-8EDA-DDC7F2290A67}" destId="{334C49F1-1075-4846-8208-B10662ADD28B}" srcOrd="2" destOrd="0" presId="urn:microsoft.com/office/officeart/2005/8/layout/process3"/>
    <dgm:cxn modelId="{8EB51211-E102-47D6-82F5-C4E0EDBE4501}" type="presParOf" srcId="{334C49F1-1075-4846-8208-B10662ADD28B}" destId="{3D5BF72E-7ADE-4C9F-A937-DAE0204E0452}" srcOrd="0" destOrd="0" presId="urn:microsoft.com/office/officeart/2005/8/layout/process3"/>
    <dgm:cxn modelId="{2106D92B-C864-43EF-9C2B-10FB1C76F626}" type="presParOf" srcId="{334C49F1-1075-4846-8208-B10662ADD28B}" destId="{3A3A9402-BF18-4FBE-ACAF-E57499DAB22A}" srcOrd="1" destOrd="0" presId="urn:microsoft.com/office/officeart/2005/8/layout/process3"/>
    <dgm:cxn modelId="{1FB2A00D-A0AF-41F8-9B42-7FB95107C6B9}" type="presParOf" srcId="{334C49F1-1075-4846-8208-B10662ADD28B}" destId="{005AD228-2C86-42C2-BA0F-FC2AD883711C}" srcOrd="2" destOrd="0" presId="urn:microsoft.com/office/officeart/2005/8/layout/process3"/>
    <dgm:cxn modelId="{26D1CAEB-36E4-4410-8FEA-9F599DCED360}" type="presParOf" srcId="{899C99DB-18F6-4C84-8EDA-DDC7F2290A67}" destId="{9CEFBDA5-E98B-4EA3-8159-B2DA452DBC45}" srcOrd="3" destOrd="0" presId="urn:microsoft.com/office/officeart/2005/8/layout/process3"/>
    <dgm:cxn modelId="{C295780F-70A4-4AE2-97F3-733B6D6A229C}" type="presParOf" srcId="{9CEFBDA5-E98B-4EA3-8159-B2DA452DBC45}" destId="{44F6BED2-8714-4233-B03B-0A62DB25F937}" srcOrd="0" destOrd="0" presId="urn:microsoft.com/office/officeart/2005/8/layout/process3"/>
    <dgm:cxn modelId="{1BBF32B4-0012-4CBF-9158-00D16C7D88FE}" type="presParOf" srcId="{899C99DB-18F6-4C84-8EDA-DDC7F2290A67}" destId="{682DA0D9-AFEE-4909-A6AD-70E608BF16B1}" srcOrd="4" destOrd="0" presId="urn:microsoft.com/office/officeart/2005/8/layout/process3"/>
    <dgm:cxn modelId="{4679B268-D4E1-431A-B422-5FF04B283BB0}" type="presParOf" srcId="{682DA0D9-AFEE-4909-A6AD-70E608BF16B1}" destId="{55251979-E301-400D-89C1-60982AC4F094}" srcOrd="0" destOrd="0" presId="urn:microsoft.com/office/officeart/2005/8/layout/process3"/>
    <dgm:cxn modelId="{89B429FC-3D31-42E9-A9AD-EC2DA1B83A8A}" type="presParOf" srcId="{682DA0D9-AFEE-4909-A6AD-70E608BF16B1}" destId="{35F3AAA3-6F79-43B9-9761-133EE8B4F469}" srcOrd="1" destOrd="0" presId="urn:microsoft.com/office/officeart/2005/8/layout/process3"/>
    <dgm:cxn modelId="{B78EBA30-A9D2-4D23-A57D-C53F249572E4}" type="presParOf" srcId="{682DA0D9-AFEE-4909-A6AD-70E608BF16B1}" destId="{36965DA2-9C2D-488A-A381-DB0AC9123B25}" srcOrd="2" destOrd="0" presId="urn:microsoft.com/office/officeart/2005/8/layout/process3"/>
    <dgm:cxn modelId="{33274901-61B3-4CA8-B009-278EAA827ECA}" type="presParOf" srcId="{899C99DB-18F6-4C84-8EDA-DDC7F2290A67}" destId="{60EDE07B-4A20-45CA-8305-CE07F40E51ED}" srcOrd="5" destOrd="0" presId="urn:microsoft.com/office/officeart/2005/8/layout/process3"/>
    <dgm:cxn modelId="{6C39AD7D-223C-48B1-9A17-F1BA0C999017}" type="presParOf" srcId="{60EDE07B-4A20-45CA-8305-CE07F40E51ED}" destId="{E302EED9-726C-4CB1-93B0-19F9D5709C61}" srcOrd="0" destOrd="0" presId="urn:microsoft.com/office/officeart/2005/8/layout/process3"/>
    <dgm:cxn modelId="{70DABF51-0F3A-439F-AC27-9376A3FEBDD0}" type="presParOf" srcId="{899C99DB-18F6-4C84-8EDA-DDC7F2290A67}" destId="{2B30C93C-070E-4C78-B66A-04DF7CD14B23}" srcOrd="6" destOrd="0" presId="urn:microsoft.com/office/officeart/2005/8/layout/process3"/>
    <dgm:cxn modelId="{574BD2D2-D173-44E1-9461-ACAAEC0E1164}" type="presParOf" srcId="{2B30C93C-070E-4C78-B66A-04DF7CD14B23}" destId="{8EFADB66-7898-4DB8-BE66-7BF64F11A6DA}" srcOrd="0" destOrd="0" presId="urn:microsoft.com/office/officeart/2005/8/layout/process3"/>
    <dgm:cxn modelId="{F6B377BA-CCCC-4C47-84E8-9FD281A5D72F}" type="presParOf" srcId="{2B30C93C-070E-4C78-B66A-04DF7CD14B23}" destId="{F4D463F0-2D4D-40D1-96F9-0182514A3E4D}" srcOrd="1" destOrd="0" presId="urn:microsoft.com/office/officeart/2005/8/layout/process3"/>
    <dgm:cxn modelId="{07E9A701-9AF4-497E-8BB1-6D9E76BAD611}" type="presParOf" srcId="{2B30C93C-070E-4C78-B66A-04DF7CD14B23}" destId="{37908F19-6DF8-4B11-86B9-91F2431BF9C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8E6419-4268-47C7-8784-2DF93DCE2D6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4BF91069-988E-4F06-8C47-58A0DA17AF33}">
      <dgm:prSet phldrT="[テキスト]"/>
      <dgm:spPr/>
      <dgm:t>
        <a:bodyPr/>
        <a:lstStyle/>
        <a:p>
          <a:r>
            <a:rPr kumimoji="1" lang="ja-JP" altLang="en-US" b="1" dirty="0"/>
            <a:t>仕様理解</a:t>
          </a:r>
        </a:p>
      </dgm:t>
    </dgm:pt>
    <dgm:pt modelId="{BF4A9D2E-39E7-47F8-8166-E2CFCFE83143}" type="parTrans" cxnId="{0780F008-F57B-49E7-8954-3003273297F1}">
      <dgm:prSet/>
      <dgm:spPr/>
      <dgm:t>
        <a:bodyPr/>
        <a:lstStyle/>
        <a:p>
          <a:endParaRPr kumimoji="1" lang="ja-JP" altLang="en-US"/>
        </a:p>
      </dgm:t>
    </dgm:pt>
    <dgm:pt modelId="{70DD6C58-198C-41EC-A9B3-06CE2304AA5C}" type="sibTrans" cxnId="{0780F008-F57B-49E7-8954-3003273297F1}">
      <dgm:prSet/>
      <dgm:spPr/>
      <dgm:t>
        <a:bodyPr/>
        <a:lstStyle/>
        <a:p>
          <a:endParaRPr kumimoji="1" lang="ja-JP" altLang="en-US"/>
        </a:p>
      </dgm:t>
    </dgm:pt>
    <dgm:pt modelId="{39492381-8284-423C-9100-67473D1E55DE}">
      <dgm:prSet phldrT="[テキスト]" phldr="1"/>
      <dgm:spPr/>
      <dgm:t>
        <a:bodyPr/>
        <a:lstStyle/>
        <a:p>
          <a:endParaRPr kumimoji="1" lang="ja-JP" altLang="en-US" dirty="0"/>
        </a:p>
      </dgm:t>
    </dgm:pt>
    <dgm:pt modelId="{D7219FA5-DE08-4DB0-A953-746B4F854B69}" type="parTrans" cxnId="{2689A251-A0FD-4025-B06F-152056331D10}">
      <dgm:prSet/>
      <dgm:spPr/>
      <dgm:t>
        <a:bodyPr/>
        <a:lstStyle/>
        <a:p>
          <a:endParaRPr kumimoji="1" lang="ja-JP" altLang="en-US"/>
        </a:p>
      </dgm:t>
    </dgm:pt>
    <dgm:pt modelId="{EFE389B8-5BC5-4132-8A42-44BF89E0AAEF}" type="sibTrans" cxnId="{2689A251-A0FD-4025-B06F-152056331D10}">
      <dgm:prSet/>
      <dgm:spPr/>
      <dgm:t>
        <a:bodyPr/>
        <a:lstStyle/>
        <a:p>
          <a:endParaRPr kumimoji="1" lang="ja-JP" altLang="en-US"/>
        </a:p>
      </dgm:t>
    </dgm:pt>
    <dgm:pt modelId="{A947F7CD-955B-4FB8-A205-36F576890B2F}">
      <dgm:prSet phldrT="[テキスト]"/>
      <dgm:spPr/>
      <dgm:t>
        <a:bodyPr/>
        <a:lstStyle/>
        <a:p>
          <a:r>
            <a:rPr kumimoji="1" lang="ja-JP" altLang="en-US" b="1" dirty="0"/>
            <a:t>テスト項目抽出</a:t>
          </a:r>
        </a:p>
      </dgm:t>
    </dgm:pt>
    <dgm:pt modelId="{CE3BF29B-70CC-40F2-82F9-FBC00DBAC9D4}" type="parTrans" cxnId="{4607D6DA-B3FB-47D4-ADF3-73AEB42001AE}">
      <dgm:prSet/>
      <dgm:spPr/>
      <dgm:t>
        <a:bodyPr/>
        <a:lstStyle/>
        <a:p>
          <a:endParaRPr kumimoji="1" lang="ja-JP" altLang="en-US"/>
        </a:p>
      </dgm:t>
    </dgm:pt>
    <dgm:pt modelId="{164FCE94-22EA-4AE5-82D0-F31CCBE41818}" type="sibTrans" cxnId="{4607D6DA-B3FB-47D4-ADF3-73AEB42001AE}">
      <dgm:prSet/>
      <dgm:spPr/>
      <dgm:t>
        <a:bodyPr/>
        <a:lstStyle/>
        <a:p>
          <a:endParaRPr kumimoji="1" lang="ja-JP" altLang="en-US"/>
        </a:p>
      </dgm:t>
    </dgm:pt>
    <dgm:pt modelId="{FB02FB84-C087-4743-9845-F357C0E81E48}">
      <dgm:prSet phldrT="[テキスト]" phldr="1"/>
      <dgm:spPr/>
      <dgm:t>
        <a:bodyPr/>
        <a:lstStyle/>
        <a:p>
          <a:endParaRPr kumimoji="1" lang="ja-JP" altLang="en-US" dirty="0"/>
        </a:p>
      </dgm:t>
    </dgm:pt>
    <dgm:pt modelId="{CBC0090F-17DF-42A7-B766-57F7181C329A}" type="parTrans" cxnId="{6D1E98D3-C1D2-43E9-886E-742BCBB86AB9}">
      <dgm:prSet/>
      <dgm:spPr/>
      <dgm:t>
        <a:bodyPr/>
        <a:lstStyle/>
        <a:p>
          <a:endParaRPr kumimoji="1" lang="ja-JP" altLang="en-US"/>
        </a:p>
      </dgm:t>
    </dgm:pt>
    <dgm:pt modelId="{36B5AB98-1FAA-46DF-BBC7-4CFE52317B07}" type="sibTrans" cxnId="{6D1E98D3-C1D2-43E9-886E-742BCBB86AB9}">
      <dgm:prSet/>
      <dgm:spPr/>
      <dgm:t>
        <a:bodyPr/>
        <a:lstStyle/>
        <a:p>
          <a:endParaRPr kumimoji="1" lang="ja-JP" altLang="en-US"/>
        </a:p>
      </dgm:t>
    </dgm:pt>
    <dgm:pt modelId="{52DDAB45-8A38-441D-9CC2-40593F17F625}">
      <dgm:prSet phldrT="[テキスト]"/>
      <dgm:spPr/>
      <dgm:t>
        <a:bodyPr/>
        <a:lstStyle/>
        <a:p>
          <a:r>
            <a:rPr kumimoji="1" lang="ja-JP" altLang="en-US" b="1" dirty="0"/>
            <a:t>書式生成</a:t>
          </a:r>
        </a:p>
      </dgm:t>
    </dgm:pt>
    <dgm:pt modelId="{44EB1723-A065-4A9B-9F99-C4EFA5EBBFB9}" type="parTrans" cxnId="{14EBFADC-365B-464D-A07B-D295B039B420}">
      <dgm:prSet/>
      <dgm:spPr/>
      <dgm:t>
        <a:bodyPr/>
        <a:lstStyle/>
        <a:p>
          <a:endParaRPr kumimoji="1" lang="ja-JP" altLang="en-US"/>
        </a:p>
      </dgm:t>
    </dgm:pt>
    <dgm:pt modelId="{6D4BFE05-030D-4755-B939-3BFB0D75F79D}" type="sibTrans" cxnId="{14EBFADC-365B-464D-A07B-D295B039B420}">
      <dgm:prSet/>
      <dgm:spPr/>
      <dgm:t>
        <a:bodyPr/>
        <a:lstStyle/>
        <a:p>
          <a:endParaRPr kumimoji="1" lang="ja-JP" altLang="en-US"/>
        </a:p>
      </dgm:t>
    </dgm:pt>
    <dgm:pt modelId="{6652A19A-0A49-4151-9CB9-F64099D160FC}">
      <dgm:prSet phldrT="[テキスト]" phldr="1"/>
      <dgm:spPr/>
      <dgm:t>
        <a:bodyPr/>
        <a:lstStyle/>
        <a:p>
          <a:endParaRPr kumimoji="1" lang="ja-JP" altLang="en-US"/>
        </a:p>
      </dgm:t>
    </dgm:pt>
    <dgm:pt modelId="{6931D8BB-D4AB-4F51-B19B-167A5CF52954}" type="parTrans" cxnId="{BBC39A99-4565-4621-9550-55F11F8A2BB2}">
      <dgm:prSet/>
      <dgm:spPr/>
      <dgm:t>
        <a:bodyPr/>
        <a:lstStyle/>
        <a:p>
          <a:endParaRPr kumimoji="1" lang="ja-JP" altLang="en-US"/>
        </a:p>
      </dgm:t>
    </dgm:pt>
    <dgm:pt modelId="{88ECD2BA-1415-4D05-B3B7-0607A438B691}" type="sibTrans" cxnId="{BBC39A99-4565-4621-9550-55F11F8A2BB2}">
      <dgm:prSet/>
      <dgm:spPr/>
      <dgm:t>
        <a:bodyPr/>
        <a:lstStyle/>
        <a:p>
          <a:endParaRPr kumimoji="1" lang="ja-JP" altLang="en-US"/>
        </a:p>
      </dgm:t>
    </dgm:pt>
    <dgm:pt modelId="{F7BEAA1E-45DB-419C-A536-96DDB96F3F5E}">
      <dgm:prSet/>
      <dgm:spPr/>
      <dgm:t>
        <a:bodyPr/>
        <a:lstStyle/>
        <a:p>
          <a:r>
            <a:rPr kumimoji="1" lang="ja-JP" altLang="en-US" b="1" dirty="0"/>
            <a:t>入力データ設計・出力結果想定</a:t>
          </a:r>
        </a:p>
      </dgm:t>
    </dgm:pt>
    <dgm:pt modelId="{63E1CDA2-A0EA-4F0A-93EF-8297166AD752}" type="parTrans" cxnId="{5ECEB22A-D657-4398-854D-47882A9C59EC}">
      <dgm:prSet/>
      <dgm:spPr/>
      <dgm:t>
        <a:bodyPr/>
        <a:lstStyle/>
        <a:p>
          <a:endParaRPr kumimoji="1" lang="ja-JP" altLang="en-US"/>
        </a:p>
      </dgm:t>
    </dgm:pt>
    <dgm:pt modelId="{7FFD5DBE-35F1-4006-A316-A393C8B5FDA7}" type="sibTrans" cxnId="{5ECEB22A-D657-4398-854D-47882A9C59EC}">
      <dgm:prSet/>
      <dgm:spPr/>
      <dgm:t>
        <a:bodyPr/>
        <a:lstStyle/>
        <a:p>
          <a:endParaRPr kumimoji="1" lang="ja-JP" altLang="en-US"/>
        </a:p>
      </dgm:t>
    </dgm:pt>
    <dgm:pt modelId="{899C99DB-18F6-4C84-8EDA-DDC7F2290A67}" type="pres">
      <dgm:prSet presAssocID="{DC8E6419-4268-47C7-8784-2DF93DCE2D66}" presName="linearFlow" presStyleCnt="0">
        <dgm:presLayoutVars>
          <dgm:dir/>
          <dgm:animLvl val="lvl"/>
          <dgm:resizeHandles val="exact"/>
        </dgm:presLayoutVars>
      </dgm:prSet>
      <dgm:spPr/>
    </dgm:pt>
    <dgm:pt modelId="{363ED554-E543-44C3-9F88-1FE0DF8F07B4}" type="pres">
      <dgm:prSet presAssocID="{4BF91069-988E-4F06-8C47-58A0DA17AF33}" presName="composite" presStyleCnt="0"/>
      <dgm:spPr/>
    </dgm:pt>
    <dgm:pt modelId="{6581709D-6307-490A-992C-F4B806575101}" type="pres">
      <dgm:prSet presAssocID="{4BF91069-988E-4F06-8C47-58A0DA17AF33}" presName="parTx" presStyleLbl="node1" presStyleIdx="0" presStyleCnt="4">
        <dgm:presLayoutVars>
          <dgm:chMax val="0"/>
          <dgm:chPref val="0"/>
          <dgm:bulletEnabled val="1"/>
        </dgm:presLayoutVars>
      </dgm:prSet>
      <dgm:spPr/>
    </dgm:pt>
    <dgm:pt modelId="{8429F9C1-4CAF-4BA1-B12D-2E23428CAA0D}" type="pres">
      <dgm:prSet presAssocID="{4BF91069-988E-4F06-8C47-58A0DA17AF33}" presName="parSh" presStyleLbl="node1" presStyleIdx="0" presStyleCnt="4"/>
      <dgm:spPr/>
    </dgm:pt>
    <dgm:pt modelId="{EF8CEFF7-0F44-4F12-B5A3-FBA53892F773}" type="pres">
      <dgm:prSet presAssocID="{4BF91069-988E-4F06-8C47-58A0DA17AF33}" presName="desTx" presStyleLbl="fgAcc1" presStyleIdx="0" presStyleCnt="4">
        <dgm:presLayoutVars>
          <dgm:bulletEnabled val="1"/>
        </dgm:presLayoutVars>
      </dgm:prSet>
      <dgm:spPr/>
    </dgm:pt>
    <dgm:pt modelId="{5392F0E3-4E7B-4A4C-A575-79A60FB6D52B}" type="pres">
      <dgm:prSet presAssocID="{70DD6C58-198C-41EC-A9B3-06CE2304AA5C}" presName="sibTrans" presStyleLbl="sibTrans2D1" presStyleIdx="0" presStyleCnt="3"/>
      <dgm:spPr/>
    </dgm:pt>
    <dgm:pt modelId="{67ED6C8D-2E42-4439-AC20-398D6CC5FF63}" type="pres">
      <dgm:prSet presAssocID="{70DD6C58-198C-41EC-A9B3-06CE2304AA5C}" presName="connTx" presStyleLbl="sibTrans2D1" presStyleIdx="0" presStyleCnt="3"/>
      <dgm:spPr/>
    </dgm:pt>
    <dgm:pt modelId="{334C49F1-1075-4846-8208-B10662ADD28B}" type="pres">
      <dgm:prSet presAssocID="{A947F7CD-955B-4FB8-A205-36F576890B2F}" presName="composite" presStyleCnt="0"/>
      <dgm:spPr/>
    </dgm:pt>
    <dgm:pt modelId="{3D5BF72E-7ADE-4C9F-A937-DAE0204E0452}" type="pres">
      <dgm:prSet presAssocID="{A947F7CD-955B-4FB8-A205-36F576890B2F}" presName="parTx" presStyleLbl="node1" presStyleIdx="0" presStyleCnt="4">
        <dgm:presLayoutVars>
          <dgm:chMax val="0"/>
          <dgm:chPref val="0"/>
          <dgm:bulletEnabled val="1"/>
        </dgm:presLayoutVars>
      </dgm:prSet>
      <dgm:spPr/>
    </dgm:pt>
    <dgm:pt modelId="{3A3A9402-BF18-4FBE-ACAF-E57499DAB22A}" type="pres">
      <dgm:prSet presAssocID="{A947F7CD-955B-4FB8-A205-36F576890B2F}" presName="parSh" presStyleLbl="node1" presStyleIdx="1" presStyleCnt="4"/>
      <dgm:spPr/>
    </dgm:pt>
    <dgm:pt modelId="{005AD228-2C86-42C2-BA0F-FC2AD883711C}" type="pres">
      <dgm:prSet presAssocID="{A947F7CD-955B-4FB8-A205-36F576890B2F}" presName="desTx" presStyleLbl="fgAcc1" presStyleIdx="1" presStyleCnt="4">
        <dgm:presLayoutVars>
          <dgm:bulletEnabled val="1"/>
        </dgm:presLayoutVars>
      </dgm:prSet>
      <dgm:spPr/>
    </dgm:pt>
    <dgm:pt modelId="{9CEFBDA5-E98B-4EA3-8159-B2DA452DBC45}" type="pres">
      <dgm:prSet presAssocID="{164FCE94-22EA-4AE5-82D0-F31CCBE41818}" presName="sibTrans" presStyleLbl="sibTrans2D1" presStyleIdx="1" presStyleCnt="3"/>
      <dgm:spPr/>
    </dgm:pt>
    <dgm:pt modelId="{44F6BED2-8714-4233-B03B-0A62DB25F937}" type="pres">
      <dgm:prSet presAssocID="{164FCE94-22EA-4AE5-82D0-F31CCBE41818}" presName="connTx" presStyleLbl="sibTrans2D1" presStyleIdx="1" presStyleCnt="3"/>
      <dgm:spPr/>
    </dgm:pt>
    <dgm:pt modelId="{682DA0D9-AFEE-4909-A6AD-70E608BF16B1}" type="pres">
      <dgm:prSet presAssocID="{52DDAB45-8A38-441D-9CC2-40593F17F625}" presName="composite" presStyleCnt="0"/>
      <dgm:spPr/>
    </dgm:pt>
    <dgm:pt modelId="{55251979-E301-400D-89C1-60982AC4F094}" type="pres">
      <dgm:prSet presAssocID="{52DDAB45-8A38-441D-9CC2-40593F17F625}" presName="parTx" presStyleLbl="node1" presStyleIdx="1" presStyleCnt="4">
        <dgm:presLayoutVars>
          <dgm:chMax val="0"/>
          <dgm:chPref val="0"/>
          <dgm:bulletEnabled val="1"/>
        </dgm:presLayoutVars>
      </dgm:prSet>
      <dgm:spPr/>
    </dgm:pt>
    <dgm:pt modelId="{35F3AAA3-6F79-43B9-9761-133EE8B4F469}" type="pres">
      <dgm:prSet presAssocID="{52DDAB45-8A38-441D-9CC2-40593F17F625}" presName="parSh" presStyleLbl="node1" presStyleIdx="2" presStyleCnt="4"/>
      <dgm:spPr/>
    </dgm:pt>
    <dgm:pt modelId="{36965DA2-9C2D-488A-A381-DB0AC9123B25}" type="pres">
      <dgm:prSet presAssocID="{52DDAB45-8A38-441D-9CC2-40593F17F625}" presName="desTx" presStyleLbl="fgAcc1" presStyleIdx="2" presStyleCnt="4">
        <dgm:presLayoutVars>
          <dgm:bulletEnabled val="1"/>
        </dgm:presLayoutVars>
      </dgm:prSet>
      <dgm:spPr/>
    </dgm:pt>
    <dgm:pt modelId="{60EDE07B-4A20-45CA-8305-CE07F40E51ED}" type="pres">
      <dgm:prSet presAssocID="{6D4BFE05-030D-4755-B939-3BFB0D75F79D}" presName="sibTrans" presStyleLbl="sibTrans2D1" presStyleIdx="2" presStyleCnt="3"/>
      <dgm:spPr/>
    </dgm:pt>
    <dgm:pt modelId="{E302EED9-726C-4CB1-93B0-19F9D5709C61}" type="pres">
      <dgm:prSet presAssocID="{6D4BFE05-030D-4755-B939-3BFB0D75F79D}" presName="connTx" presStyleLbl="sibTrans2D1" presStyleIdx="2" presStyleCnt="3"/>
      <dgm:spPr/>
    </dgm:pt>
    <dgm:pt modelId="{2B30C93C-070E-4C78-B66A-04DF7CD14B23}" type="pres">
      <dgm:prSet presAssocID="{F7BEAA1E-45DB-419C-A536-96DDB96F3F5E}" presName="composite" presStyleCnt="0"/>
      <dgm:spPr/>
    </dgm:pt>
    <dgm:pt modelId="{8EFADB66-7898-4DB8-BE66-7BF64F11A6DA}" type="pres">
      <dgm:prSet presAssocID="{F7BEAA1E-45DB-419C-A536-96DDB96F3F5E}" presName="parTx" presStyleLbl="node1" presStyleIdx="2" presStyleCnt="4">
        <dgm:presLayoutVars>
          <dgm:chMax val="0"/>
          <dgm:chPref val="0"/>
          <dgm:bulletEnabled val="1"/>
        </dgm:presLayoutVars>
      </dgm:prSet>
      <dgm:spPr/>
    </dgm:pt>
    <dgm:pt modelId="{F4D463F0-2D4D-40D1-96F9-0182514A3E4D}" type="pres">
      <dgm:prSet presAssocID="{F7BEAA1E-45DB-419C-A536-96DDB96F3F5E}" presName="parSh" presStyleLbl="node1" presStyleIdx="3" presStyleCnt="4"/>
      <dgm:spPr/>
    </dgm:pt>
    <dgm:pt modelId="{37908F19-6DF8-4B11-86B9-91F2431BF9C7}" type="pres">
      <dgm:prSet presAssocID="{F7BEAA1E-45DB-419C-A536-96DDB96F3F5E}" presName="desTx" presStyleLbl="fgAcc1" presStyleIdx="3" presStyleCnt="4">
        <dgm:presLayoutVars>
          <dgm:bulletEnabled val="1"/>
        </dgm:presLayoutVars>
      </dgm:prSet>
      <dgm:spPr/>
    </dgm:pt>
  </dgm:ptLst>
  <dgm:cxnLst>
    <dgm:cxn modelId="{731ED405-7E42-4353-AFCE-CF79D4BB5529}" type="presOf" srcId="{A947F7CD-955B-4FB8-A205-36F576890B2F}" destId="{3A3A9402-BF18-4FBE-ACAF-E57499DAB22A}" srcOrd="1" destOrd="0" presId="urn:microsoft.com/office/officeart/2005/8/layout/process3"/>
    <dgm:cxn modelId="{0780F008-F57B-49E7-8954-3003273297F1}" srcId="{DC8E6419-4268-47C7-8784-2DF93DCE2D66}" destId="{4BF91069-988E-4F06-8C47-58A0DA17AF33}" srcOrd="0" destOrd="0" parTransId="{BF4A9D2E-39E7-47F8-8166-E2CFCFE83143}" sibTransId="{70DD6C58-198C-41EC-A9B3-06CE2304AA5C}"/>
    <dgm:cxn modelId="{84706621-455A-43DC-9F00-E0E9A21C7AC6}" type="presOf" srcId="{39492381-8284-423C-9100-67473D1E55DE}" destId="{EF8CEFF7-0F44-4F12-B5A3-FBA53892F773}" srcOrd="0" destOrd="0" presId="urn:microsoft.com/office/officeart/2005/8/layout/process3"/>
    <dgm:cxn modelId="{5DD1DB24-44DC-4085-A1C5-A1A9FC746F75}" type="presOf" srcId="{52DDAB45-8A38-441D-9CC2-40593F17F625}" destId="{55251979-E301-400D-89C1-60982AC4F094}" srcOrd="0" destOrd="0" presId="urn:microsoft.com/office/officeart/2005/8/layout/process3"/>
    <dgm:cxn modelId="{A39C7C25-A960-4ABA-A30D-F06D08B0983B}" type="presOf" srcId="{6D4BFE05-030D-4755-B939-3BFB0D75F79D}" destId="{60EDE07B-4A20-45CA-8305-CE07F40E51ED}" srcOrd="0" destOrd="0" presId="urn:microsoft.com/office/officeart/2005/8/layout/process3"/>
    <dgm:cxn modelId="{5ECEB22A-D657-4398-854D-47882A9C59EC}" srcId="{DC8E6419-4268-47C7-8784-2DF93DCE2D66}" destId="{F7BEAA1E-45DB-419C-A536-96DDB96F3F5E}" srcOrd="3" destOrd="0" parTransId="{63E1CDA2-A0EA-4F0A-93EF-8297166AD752}" sibTransId="{7FFD5DBE-35F1-4006-A316-A393C8B5FDA7}"/>
    <dgm:cxn modelId="{1A099E2E-2266-4476-96C5-38D146B803E3}" type="presOf" srcId="{DC8E6419-4268-47C7-8784-2DF93DCE2D66}" destId="{899C99DB-18F6-4C84-8EDA-DDC7F2290A67}" srcOrd="0" destOrd="0" presId="urn:microsoft.com/office/officeart/2005/8/layout/process3"/>
    <dgm:cxn modelId="{4A961830-E6A8-4911-A9B3-C979B73CAD2F}" type="presOf" srcId="{6652A19A-0A49-4151-9CB9-F64099D160FC}" destId="{36965DA2-9C2D-488A-A381-DB0AC9123B25}" srcOrd="0" destOrd="0" presId="urn:microsoft.com/office/officeart/2005/8/layout/process3"/>
    <dgm:cxn modelId="{8B102931-CF2F-4A4D-8A1D-A1E0EA71286F}" type="presOf" srcId="{A947F7CD-955B-4FB8-A205-36F576890B2F}" destId="{3D5BF72E-7ADE-4C9F-A937-DAE0204E0452}" srcOrd="0" destOrd="0" presId="urn:microsoft.com/office/officeart/2005/8/layout/process3"/>
    <dgm:cxn modelId="{31339833-A425-4F9C-9576-919C94CEDC34}" type="presOf" srcId="{164FCE94-22EA-4AE5-82D0-F31CCBE41818}" destId="{44F6BED2-8714-4233-B03B-0A62DB25F937}" srcOrd="1" destOrd="0" presId="urn:microsoft.com/office/officeart/2005/8/layout/process3"/>
    <dgm:cxn modelId="{4B34D934-0BF9-48E3-9B31-23A903AC40EA}" type="presOf" srcId="{F7BEAA1E-45DB-419C-A536-96DDB96F3F5E}" destId="{F4D463F0-2D4D-40D1-96F9-0182514A3E4D}" srcOrd="1" destOrd="0" presId="urn:microsoft.com/office/officeart/2005/8/layout/process3"/>
    <dgm:cxn modelId="{4FDDAF36-B452-40A3-BFD5-B93D0CF584F5}" type="presOf" srcId="{52DDAB45-8A38-441D-9CC2-40593F17F625}" destId="{35F3AAA3-6F79-43B9-9761-133EE8B4F469}" srcOrd="1" destOrd="0" presId="urn:microsoft.com/office/officeart/2005/8/layout/process3"/>
    <dgm:cxn modelId="{14EBCA3F-FF9F-4D9D-81CA-7DA90FCA3C0D}" type="presOf" srcId="{164FCE94-22EA-4AE5-82D0-F31CCBE41818}" destId="{9CEFBDA5-E98B-4EA3-8159-B2DA452DBC45}" srcOrd="0" destOrd="0" presId="urn:microsoft.com/office/officeart/2005/8/layout/process3"/>
    <dgm:cxn modelId="{2689A251-A0FD-4025-B06F-152056331D10}" srcId="{4BF91069-988E-4F06-8C47-58A0DA17AF33}" destId="{39492381-8284-423C-9100-67473D1E55DE}" srcOrd="0" destOrd="0" parTransId="{D7219FA5-DE08-4DB0-A953-746B4F854B69}" sibTransId="{EFE389B8-5BC5-4132-8A42-44BF89E0AAEF}"/>
    <dgm:cxn modelId="{F6BFC87C-51A7-48B2-8B05-62539F0F73D8}" type="presOf" srcId="{4BF91069-988E-4F06-8C47-58A0DA17AF33}" destId="{6581709D-6307-490A-992C-F4B806575101}" srcOrd="0" destOrd="0" presId="urn:microsoft.com/office/officeart/2005/8/layout/process3"/>
    <dgm:cxn modelId="{BA0CF986-CFB6-4008-BFB6-660A2B6842C1}" type="presOf" srcId="{70DD6C58-198C-41EC-A9B3-06CE2304AA5C}" destId="{5392F0E3-4E7B-4A4C-A575-79A60FB6D52B}" srcOrd="0" destOrd="0" presId="urn:microsoft.com/office/officeart/2005/8/layout/process3"/>
    <dgm:cxn modelId="{C85FA88F-B755-4765-AF25-9694F20E95EF}" type="presOf" srcId="{4BF91069-988E-4F06-8C47-58A0DA17AF33}" destId="{8429F9C1-4CAF-4BA1-B12D-2E23428CAA0D}" srcOrd="1" destOrd="0" presId="urn:microsoft.com/office/officeart/2005/8/layout/process3"/>
    <dgm:cxn modelId="{BBC39A99-4565-4621-9550-55F11F8A2BB2}" srcId="{52DDAB45-8A38-441D-9CC2-40593F17F625}" destId="{6652A19A-0A49-4151-9CB9-F64099D160FC}" srcOrd="0" destOrd="0" parTransId="{6931D8BB-D4AB-4F51-B19B-167A5CF52954}" sibTransId="{88ECD2BA-1415-4D05-B3B7-0607A438B691}"/>
    <dgm:cxn modelId="{D9D36CA1-7B9A-4E6C-9FF3-C8C764310D9E}" type="presOf" srcId="{6D4BFE05-030D-4755-B939-3BFB0D75F79D}" destId="{E302EED9-726C-4CB1-93B0-19F9D5709C61}" srcOrd="1" destOrd="0" presId="urn:microsoft.com/office/officeart/2005/8/layout/process3"/>
    <dgm:cxn modelId="{D284DCA9-8A81-4F95-A533-8090D9768FA7}" type="presOf" srcId="{FB02FB84-C087-4743-9845-F357C0E81E48}" destId="{005AD228-2C86-42C2-BA0F-FC2AD883711C}" srcOrd="0" destOrd="0" presId="urn:microsoft.com/office/officeart/2005/8/layout/process3"/>
    <dgm:cxn modelId="{139F15AB-4D19-4E85-9D6F-3D477BA05C74}" type="presOf" srcId="{70DD6C58-198C-41EC-A9B3-06CE2304AA5C}" destId="{67ED6C8D-2E42-4439-AC20-398D6CC5FF63}" srcOrd="1" destOrd="0" presId="urn:microsoft.com/office/officeart/2005/8/layout/process3"/>
    <dgm:cxn modelId="{6D1E98D3-C1D2-43E9-886E-742BCBB86AB9}" srcId="{A947F7CD-955B-4FB8-A205-36F576890B2F}" destId="{FB02FB84-C087-4743-9845-F357C0E81E48}" srcOrd="0" destOrd="0" parTransId="{CBC0090F-17DF-42A7-B766-57F7181C329A}" sibTransId="{36B5AB98-1FAA-46DF-BBC7-4CFE52317B07}"/>
    <dgm:cxn modelId="{4607D6DA-B3FB-47D4-ADF3-73AEB42001AE}" srcId="{DC8E6419-4268-47C7-8784-2DF93DCE2D66}" destId="{A947F7CD-955B-4FB8-A205-36F576890B2F}" srcOrd="1" destOrd="0" parTransId="{CE3BF29B-70CC-40F2-82F9-FBC00DBAC9D4}" sibTransId="{164FCE94-22EA-4AE5-82D0-F31CCBE41818}"/>
    <dgm:cxn modelId="{14EBFADC-365B-464D-A07B-D295B039B420}" srcId="{DC8E6419-4268-47C7-8784-2DF93DCE2D66}" destId="{52DDAB45-8A38-441D-9CC2-40593F17F625}" srcOrd="2" destOrd="0" parTransId="{44EB1723-A065-4A9B-9F99-C4EFA5EBBFB9}" sibTransId="{6D4BFE05-030D-4755-B939-3BFB0D75F79D}"/>
    <dgm:cxn modelId="{5C1255FA-6994-4F16-9A29-7DFEED41D09C}" type="presOf" srcId="{F7BEAA1E-45DB-419C-A536-96DDB96F3F5E}" destId="{8EFADB66-7898-4DB8-BE66-7BF64F11A6DA}" srcOrd="0" destOrd="0" presId="urn:microsoft.com/office/officeart/2005/8/layout/process3"/>
    <dgm:cxn modelId="{DD7CEDA5-6E28-4211-921E-0ED3CBE09038}" type="presParOf" srcId="{899C99DB-18F6-4C84-8EDA-DDC7F2290A67}" destId="{363ED554-E543-44C3-9F88-1FE0DF8F07B4}" srcOrd="0" destOrd="0" presId="urn:microsoft.com/office/officeart/2005/8/layout/process3"/>
    <dgm:cxn modelId="{5724EC38-AC39-4C55-A33E-EDD45A29D1DD}" type="presParOf" srcId="{363ED554-E543-44C3-9F88-1FE0DF8F07B4}" destId="{6581709D-6307-490A-992C-F4B806575101}" srcOrd="0" destOrd="0" presId="urn:microsoft.com/office/officeart/2005/8/layout/process3"/>
    <dgm:cxn modelId="{CC677DC9-F559-411A-9D28-4B8F91EAED59}" type="presParOf" srcId="{363ED554-E543-44C3-9F88-1FE0DF8F07B4}" destId="{8429F9C1-4CAF-4BA1-B12D-2E23428CAA0D}" srcOrd="1" destOrd="0" presId="urn:microsoft.com/office/officeart/2005/8/layout/process3"/>
    <dgm:cxn modelId="{F1256F4A-BA03-4113-ACAD-A2641DC4A8E5}" type="presParOf" srcId="{363ED554-E543-44C3-9F88-1FE0DF8F07B4}" destId="{EF8CEFF7-0F44-4F12-B5A3-FBA53892F773}" srcOrd="2" destOrd="0" presId="urn:microsoft.com/office/officeart/2005/8/layout/process3"/>
    <dgm:cxn modelId="{C8B74EE8-7C09-4FE6-907A-DD3E310769AF}" type="presParOf" srcId="{899C99DB-18F6-4C84-8EDA-DDC7F2290A67}" destId="{5392F0E3-4E7B-4A4C-A575-79A60FB6D52B}" srcOrd="1" destOrd="0" presId="urn:microsoft.com/office/officeart/2005/8/layout/process3"/>
    <dgm:cxn modelId="{54B327C2-00E8-429E-BA33-4151840B4E55}" type="presParOf" srcId="{5392F0E3-4E7B-4A4C-A575-79A60FB6D52B}" destId="{67ED6C8D-2E42-4439-AC20-398D6CC5FF63}" srcOrd="0" destOrd="0" presId="urn:microsoft.com/office/officeart/2005/8/layout/process3"/>
    <dgm:cxn modelId="{B1C720FD-A9DA-49A8-A650-EF04743B3502}" type="presParOf" srcId="{899C99DB-18F6-4C84-8EDA-DDC7F2290A67}" destId="{334C49F1-1075-4846-8208-B10662ADD28B}" srcOrd="2" destOrd="0" presId="urn:microsoft.com/office/officeart/2005/8/layout/process3"/>
    <dgm:cxn modelId="{8EB51211-E102-47D6-82F5-C4E0EDBE4501}" type="presParOf" srcId="{334C49F1-1075-4846-8208-B10662ADD28B}" destId="{3D5BF72E-7ADE-4C9F-A937-DAE0204E0452}" srcOrd="0" destOrd="0" presId="urn:microsoft.com/office/officeart/2005/8/layout/process3"/>
    <dgm:cxn modelId="{2106D92B-C864-43EF-9C2B-10FB1C76F626}" type="presParOf" srcId="{334C49F1-1075-4846-8208-B10662ADD28B}" destId="{3A3A9402-BF18-4FBE-ACAF-E57499DAB22A}" srcOrd="1" destOrd="0" presId="urn:microsoft.com/office/officeart/2005/8/layout/process3"/>
    <dgm:cxn modelId="{1FB2A00D-A0AF-41F8-9B42-7FB95107C6B9}" type="presParOf" srcId="{334C49F1-1075-4846-8208-B10662ADD28B}" destId="{005AD228-2C86-42C2-BA0F-FC2AD883711C}" srcOrd="2" destOrd="0" presId="urn:microsoft.com/office/officeart/2005/8/layout/process3"/>
    <dgm:cxn modelId="{26D1CAEB-36E4-4410-8FEA-9F599DCED360}" type="presParOf" srcId="{899C99DB-18F6-4C84-8EDA-DDC7F2290A67}" destId="{9CEFBDA5-E98B-4EA3-8159-B2DA452DBC45}" srcOrd="3" destOrd="0" presId="urn:microsoft.com/office/officeart/2005/8/layout/process3"/>
    <dgm:cxn modelId="{C295780F-70A4-4AE2-97F3-733B6D6A229C}" type="presParOf" srcId="{9CEFBDA5-E98B-4EA3-8159-B2DA452DBC45}" destId="{44F6BED2-8714-4233-B03B-0A62DB25F937}" srcOrd="0" destOrd="0" presId="urn:microsoft.com/office/officeart/2005/8/layout/process3"/>
    <dgm:cxn modelId="{1BBF32B4-0012-4CBF-9158-00D16C7D88FE}" type="presParOf" srcId="{899C99DB-18F6-4C84-8EDA-DDC7F2290A67}" destId="{682DA0D9-AFEE-4909-A6AD-70E608BF16B1}" srcOrd="4" destOrd="0" presId="urn:microsoft.com/office/officeart/2005/8/layout/process3"/>
    <dgm:cxn modelId="{4679B268-D4E1-431A-B422-5FF04B283BB0}" type="presParOf" srcId="{682DA0D9-AFEE-4909-A6AD-70E608BF16B1}" destId="{55251979-E301-400D-89C1-60982AC4F094}" srcOrd="0" destOrd="0" presId="urn:microsoft.com/office/officeart/2005/8/layout/process3"/>
    <dgm:cxn modelId="{89B429FC-3D31-42E9-A9AD-EC2DA1B83A8A}" type="presParOf" srcId="{682DA0D9-AFEE-4909-A6AD-70E608BF16B1}" destId="{35F3AAA3-6F79-43B9-9761-133EE8B4F469}" srcOrd="1" destOrd="0" presId="urn:microsoft.com/office/officeart/2005/8/layout/process3"/>
    <dgm:cxn modelId="{B78EBA30-A9D2-4D23-A57D-C53F249572E4}" type="presParOf" srcId="{682DA0D9-AFEE-4909-A6AD-70E608BF16B1}" destId="{36965DA2-9C2D-488A-A381-DB0AC9123B25}" srcOrd="2" destOrd="0" presId="urn:microsoft.com/office/officeart/2005/8/layout/process3"/>
    <dgm:cxn modelId="{33274901-61B3-4CA8-B009-278EAA827ECA}" type="presParOf" srcId="{899C99DB-18F6-4C84-8EDA-DDC7F2290A67}" destId="{60EDE07B-4A20-45CA-8305-CE07F40E51ED}" srcOrd="5" destOrd="0" presId="urn:microsoft.com/office/officeart/2005/8/layout/process3"/>
    <dgm:cxn modelId="{6C39AD7D-223C-48B1-9A17-F1BA0C999017}" type="presParOf" srcId="{60EDE07B-4A20-45CA-8305-CE07F40E51ED}" destId="{E302EED9-726C-4CB1-93B0-19F9D5709C61}" srcOrd="0" destOrd="0" presId="urn:microsoft.com/office/officeart/2005/8/layout/process3"/>
    <dgm:cxn modelId="{70DABF51-0F3A-439F-AC27-9376A3FEBDD0}" type="presParOf" srcId="{899C99DB-18F6-4C84-8EDA-DDC7F2290A67}" destId="{2B30C93C-070E-4C78-B66A-04DF7CD14B23}" srcOrd="6" destOrd="0" presId="urn:microsoft.com/office/officeart/2005/8/layout/process3"/>
    <dgm:cxn modelId="{574BD2D2-D173-44E1-9461-ACAAEC0E1164}" type="presParOf" srcId="{2B30C93C-070E-4C78-B66A-04DF7CD14B23}" destId="{8EFADB66-7898-4DB8-BE66-7BF64F11A6DA}" srcOrd="0" destOrd="0" presId="urn:microsoft.com/office/officeart/2005/8/layout/process3"/>
    <dgm:cxn modelId="{F6B377BA-CCCC-4C47-84E8-9FD281A5D72F}" type="presParOf" srcId="{2B30C93C-070E-4C78-B66A-04DF7CD14B23}" destId="{F4D463F0-2D4D-40D1-96F9-0182514A3E4D}" srcOrd="1" destOrd="0" presId="urn:microsoft.com/office/officeart/2005/8/layout/process3"/>
    <dgm:cxn modelId="{07E9A701-9AF4-497E-8BB1-6D9E76BAD611}" type="presParOf" srcId="{2B30C93C-070E-4C78-B66A-04DF7CD14B23}" destId="{37908F19-6DF8-4B11-86B9-91F2431BF9C7}"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9F9C1-4CAF-4BA1-B12D-2E23428CAA0D}">
      <dsp:nvSpPr>
        <dsp:cNvPr id="0" name=""/>
        <dsp:cNvSpPr/>
      </dsp:nvSpPr>
      <dsp:spPr>
        <a:xfrm>
          <a:off x="1171"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仕様理解</a:t>
          </a:r>
        </a:p>
      </dsp:txBody>
      <dsp:txXfrm>
        <a:off x="1171" y="2707"/>
        <a:ext cx="1472117" cy="547200"/>
      </dsp:txXfrm>
    </dsp:sp>
    <dsp:sp modelId="{EF8CEFF7-0F44-4F12-B5A3-FBA53892F773}">
      <dsp:nvSpPr>
        <dsp:cNvPr id="0" name=""/>
        <dsp:cNvSpPr/>
      </dsp:nvSpPr>
      <dsp:spPr>
        <a:xfrm>
          <a:off x="302689"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FontTx/>
            <a:buNone/>
          </a:pPr>
          <a:r>
            <a:rPr kumimoji="1" lang="en-US" altLang="ja-JP" sz="1000" kern="1200" dirty="0"/>
            <a:t>※</a:t>
          </a:r>
          <a:r>
            <a:rPr kumimoji="1" lang="ja-JP" altLang="en-US" sz="900" kern="1200" dirty="0"/>
            <a:t>ポイント</a:t>
          </a:r>
        </a:p>
        <a:p>
          <a:pPr marL="57150" lvl="1" indent="-57150" algn="l" defTabSz="444500">
            <a:lnSpc>
              <a:spcPct val="90000"/>
            </a:lnSpc>
            <a:spcBef>
              <a:spcPct val="0"/>
            </a:spcBef>
            <a:spcAft>
              <a:spcPct val="15000"/>
            </a:spcAft>
            <a:buFontTx/>
            <a:buNone/>
          </a:pPr>
          <a:r>
            <a:rPr kumimoji="1" lang="ja-JP" altLang="en-US" sz="1000" kern="1200" dirty="0"/>
            <a:t>・機能概要</a:t>
          </a:r>
        </a:p>
        <a:p>
          <a:pPr marL="57150" lvl="1" indent="-57150" algn="l" defTabSz="444500">
            <a:lnSpc>
              <a:spcPct val="90000"/>
            </a:lnSpc>
            <a:spcBef>
              <a:spcPct val="0"/>
            </a:spcBef>
            <a:spcAft>
              <a:spcPct val="15000"/>
            </a:spcAft>
            <a:buFontTx/>
            <a:buNone/>
          </a:pPr>
          <a:r>
            <a:rPr kumimoji="1" lang="ja-JP" altLang="en-US" sz="1000" kern="1200" dirty="0"/>
            <a:t>・編集仕様</a:t>
          </a:r>
        </a:p>
        <a:p>
          <a:pPr marL="57150" lvl="1" indent="-57150" algn="l" defTabSz="444500">
            <a:lnSpc>
              <a:spcPct val="90000"/>
            </a:lnSpc>
            <a:spcBef>
              <a:spcPct val="0"/>
            </a:spcBef>
            <a:spcAft>
              <a:spcPct val="15000"/>
            </a:spcAft>
            <a:buFontTx/>
            <a:buNone/>
          </a:pPr>
          <a:r>
            <a:rPr kumimoji="1" lang="ja-JP" altLang="en-US" sz="1000" kern="1200" dirty="0"/>
            <a:t>・処理条件</a:t>
          </a:r>
        </a:p>
        <a:p>
          <a:pPr marL="57150" lvl="1" indent="-57150" algn="l" defTabSz="444500">
            <a:lnSpc>
              <a:spcPct val="90000"/>
            </a:lnSpc>
            <a:spcBef>
              <a:spcPct val="0"/>
            </a:spcBef>
            <a:spcAft>
              <a:spcPct val="15000"/>
            </a:spcAft>
            <a:buFontTx/>
            <a:buNone/>
          </a:pPr>
          <a:r>
            <a:rPr kumimoji="1" lang="ja-JP" altLang="en-US" sz="1000" kern="1200" dirty="0"/>
            <a:t>・チェック仕様</a:t>
          </a:r>
        </a:p>
      </dsp:txBody>
      <dsp:txXfrm>
        <a:off x="334743" y="581961"/>
        <a:ext cx="1408009" cy="1030292"/>
      </dsp:txXfrm>
    </dsp:sp>
    <dsp:sp modelId="{5392F0E3-4E7B-4A4C-A575-79A60FB6D52B}">
      <dsp:nvSpPr>
        <dsp:cNvPr id="0" name=""/>
        <dsp:cNvSpPr/>
      </dsp:nvSpPr>
      <dsp:spPr>
        <a:xfrm>
          <a:off x="1696457"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1696457" y="166353"/>
        <a:ext cx="363161" cy="219908"/>
      </dsp:txXfrm>
    </dsp:sp>
    <dsp:sp modelId="{3A3A9402-BF18-4FBE-ACAF-E57499DAB22A}">
      <dsp:nvSpPr>
        <dsp:cNvPr id="0" name=""/>
        <dsp:cNvSpPr/>
      </dsp:nvSpPr>
      <dsp:spPr>
        <a:xfrm>
          <a:off x="2365960"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テスト項目抽出</a:t>
          </a:r>
        </a:p>
      </dsp:txBody>
      <dsp:txXfrm>
        <a:off x="2365960" y="2707"/>
        <a:ext cx="1472117" cy="547200"/>
      </dsp:txXfrm>
    </dsp:sp>
    <dsp:sp modelId="{005AD228-2C86-42C2-BA0F-FC2AD883711C}">
      <dsp:nvSpPr>
        <dsp:cNvPr id="0" name=""/>
        <dsp:cNvSpPr/>
      </dsp:nvSpPr>
      <dsp:spPr>
        <a:xfrm>
          <a:off x="2667478"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FontTx/>
            <a:buNone/>
          </a:pPr>
          <a:r>
            <a:rPr kumimoji="1" lang="en-US" altLang="ja-JP" sz="1000" kern="1200" dirty="0"/>
            <a:t>※</a:t>
          </a:r>
          <a:r>
            <a:rPr kumimoji="1" lang="ja-JP" altLang="en-US" sz="1000" kern="1200" dirty="0"/>
            <a:t>テストパータン</a:t>
          </a:r>
        </a:p>
        <a:p>
          <a:pPr marL="57150" lvl="1" indent="-57150" algn="l" defTabSz="444500">
            <a:lnSpc>
              <a:spcPct val="90000"/>
            </a:lnSpc>
            <a:spcBef>
              <a:spcPct val="0"/>
            </a:spcBef>
            <a:spcAft>
              <a:spcPct val="15000"/>
            </a:spcAft>
            <a:buFont typeface="Arial" panose="020B0604020202020204" pitchFamily="34" charset="0"/>
            <a:buChar char="•"/>
          </a:pPr>
          <a:r>
            <a:rPr kumimoji="1" lang="ja-JP" altLang="en-US" sz="1000" kern="1200" dirty="0"/>
            <a:t>０件</a:t>
          </a:r>
        </a:p>
        <a:p>
          <a:pPr marL="57150" lvl="1" indent="-57150" algn="l" defTabSz="444500">
            <a:lnSpc>
              <a:spcPct val="90000"/>
            </a:lnSpc>
            <a:spcBef>
              <a:spcPct val="0"/>
            </a:spcBef>
            <a:spcAft>
              <a:spcPct val="15000"/>
            </a:spcAft>
            <a:buFont typeface="Arial" panose="020B0604020202020204" pitchFamily="34" charset="0"/>
            <a:buChar char="•"/>
          </a:pPr>
          <a:r>
            <a:rPr kumimoji="1" lang="ja-JP" altLang="en-US" sz="1000" kern="1200" dirty="0"/>
            <a:t>正常</a:t>
          </a:r>
        </a:p>
        <a:p>
          <a:pPr marL="57150" lvl="1" indent="-57150" algn="l" defTabSz="444500">
            <a:lnSpc>
              <a:spcPct val="90000"/>
            </a:lnSpc>
            <a:spcBef>
              <a:spcPct val="0"/>
            </a:spcBef>
            <a:spcAft>
              <a:spcPct val="15000"/>
            </a:spcAft>
            <a:buFont typeface="Arial" panose="020B0604020202020204" pitchFamily="34" charset="0"/>
            <a:buChar char="•"/>
          </a:pPr>
          <a:r>
            <a:rPr kumimoji="1" lang="ja-JP" altLang="en-US" sz="1000" kern="1200" dirty="0"/>
            <a:t>異常</a:t>
          </a:r>
        </a:p>
        <a:p>
          <a:pPr marL="57150" lvl="1" indent="-57150" algn="l" defTabSz="444500">
            <a:lnSpc>
              <a:spcPct val="90000"/>
            </a:lnSpc>
            <a:spcBef>
              <a:spcPct val="0"/>
            </a:spcBef>
            <a:spcAft>
              <a:spcPct val="15000"/>
            </a:spcAft>
            <a:buFont typeface="Arial" panose="020B0604020202020204" pitchFamily="34" charset="0"/>
            <a:buChar char="•"/>
          </a:pPr>
          <a:r>
            <a:rPr kumimoji="1" lang="ja-JP" altLang="en-US" sz="1000" kern="1200" dirty="0"/>
            <a:t>・・・</a:t>
          </a:r>
        </a:p>
      </dsp:txBody>
      <dsp:txXfrm>
        <a:off x="2699532" y="581961"/>
        <a:ext cx="1408009" cy="1030292"/>
      </dsp:txXfrm>
    </dsp:sp>
    <dsp:sp modelId="{9CEFBDA5-E98B-4EA3-8159-B2DA452DBC45}">
      <dsp:nvSpPr>
        <dsp:cNvPr id="0" name=""/>
        <dsp:cNvSpPr/>
      </dsp:nvSpPr>
      <dsp:spPr>
        <a:xfrm>
          <a:off x="4061245"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4061245" y="166353"/>
        <a:ext cx="363161" cy="219908"/>
      </dsp:txXfrm>
    </dsp:sp>
    <dsp:sp modelId="{35F3AAA3-6F79-43B9-9761-133EE8B4F469}">
      <dsp:nvSpPr>
        <dsp:cNvPr id="0" name=""/>
        <dsp:cNvSpPr/>
      </dsp:nvSpPr>
      <dsp:spPr>
        <a:xfrm>
          <a:off x="4730748"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書式生成</a:t>
          </a:r>
        </a:p>
      </dsp:txBody>
      <dsp:txXfrm>
        <a:off x="4730748" y="2707"/>
        <a:ext cx="1472117" cy="547200"/>
      </dsp:txXfrm>
    </dsp:sp>
    <dsp:sp modelId="{36965DA2-9C2D-488A-A381-DB0AC9123B25}">
      <dsp:nvSpPr>
        <dsp:cNvPr id="0" name=""/>
        <dsp:cNvSpPr/>
      </dsp:nvSpPr>
      <dsp:spPr>
        <a:xfrm>
          <a:off x="5032267"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t" anchorCtr="0">
          <a:noAutofit/>
        </a:bodyPr>
        <a:lstStyle/>
        <a:p>
          <a:pPr marL="57150" lvl="1" indent="-57150" algn="l" defTabSz="444500">
            <a:lnSpc>
              <a:spcPct val="90000"/>
            </a:lnSpc>
            <a:spcBef>
              <a:spcPct val="0"/>
            </a:spcBef>
            <a:spcAft>
              <a:spcPct val="15000"/>
            </a:spcAft>
            <a:buFontTx/>
            <a:buNone/>
          </a:pPr>
          <a:r>
            <a:rPr kumimoji="1" lang="en-US" altLang="ja-JP" sz="1000" kern="1200" dirty="0"/>
            <a:t>※</a:t>
          </a:r>
          <a:r>
            <a:rPr kumimoji="1" lang="ja-JP" altLang="en-US" sz="1000" kern="1200" dirty="0"/>
            <a:t>詳細設計に分岐条件</a:t>
          </a:r>
        </a:p>
        <a:p>
          <a:pPr marL="57150" lvl="1" indent="-57150" algn="l" defTabSz="444500">
            <a:lnSpc>
              <a:spcPct val="90000"/>
            </a:lnSpc>
            <a:spcBef>
              <a:spcPct val="0"/>
            </a:spcBef>
            <a:spcAft>
              <a:spcPct val="15000"/>
            </a:spcAft>
            <a:buFontTx/>
            <a:buNone/>
          </a:pPr>
          <a:r>
            <a:rPr kumimoji="1" lang="ja-JP" altLang="en-US" sz="1000" kern="1200" dirty="0"/>
            <a:t>・</a:t>
          </a:r>
        </a:p>
      </dsp:txBody>
      <dsp:txXfrm>
        <a:off x="5064321" y="581961"/>
        <a:ext cx="1408009" cy="1030292"/>
      </dsp:txXfrm>
    </dsp:sp>
    <dsp:sp modelId="{60EDE07B-4A20-45CA-8305-CE07F40E51ED}">
      <dsp:nvSpPr>
        <dsp:cNvPr id="0" name=""/>
        <dsp:cNvSpPr/>
      </dsp:nvSpPr>
      <dsp:spPr>
        <a:xfrm>
          <a:off x="6426034"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6426034" y="166353"/>
        <a:ext cx="363161" cy="219908"/>
      </dsp:txXfrm>
    </dsp:sp>
    <dsp:sp modelId="{F4D463F0-2D4D-40D1-96F9-0182514A3E4D}">
      <dsp:nvSpPr>
        <dsp:cNvPr id="0" name=""/>
        <dsp:cNvSpPr/>
      </dsp:nvSpPr>
      <dsp:spPr>
        <a:xfrm>
          <a:off x="7095537"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入力データ設計・出力結果想定</a:t>
          </a:r>
        </a:p>
      </dsp:txBody>
      <dsp:txXfrm>
        <a:off x="7095537" y="2707"/>
        <a:ext cx="1472117" cy="547200"/>
      </dsp:txXfrm>
    </dsp:sp>
    <dsp:sp modelId="{37908F19-6DF8-4B11-86B9-91F2431BF9C7}">
      <dsp:nvSpPr>
        <dsp:cNvPr id="0" name=""/>
        <dsp:cNvSpPr/>
      </dsp:nvSpPr>
      <dsp:spPr>
        <a:xfrm>
          <a:off x="7397055"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9F9C1-4CAF-4BA1-B12D-2E23428CAA0D}">
      <dsp:nvSpPr>
        <dsp:cNvPr id="0" name=""/>
        <dsp:cNvSpPr/>
      </dsp:nvSpPr>
      <dsp:spPr>
        <a:xfrm>
          <a:off x="1186"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仕様理解</a:t>
          </a:r>
        </a:p>
      </dsp:txBody>
      <dsp:txXfrm>
        <a:off x="1186" y="1512059"/>
        <a:ext cx="1490707" cy="572147"/>
      </dsp:txXfrm>
    </dsp:sp>
    <dsp:sp modelId="{EF8CEFF7-0F44-4F12-B5A3-FBA53892F773}">
      <dsp:nvSpPr>
        <dsp:cNvPr id="0" name=""/>
        <dsp:cNvSpPr/>
      </dsp:nvSpPr>
      <dsp:spPr>
        <a:xfrm>
          <a:off x="306511"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dirty="0"/>
        </a:p>
      </dsp:txBody>
      <dsp:txXfrm>
        <a:off x="330130" y="2107826"/>
        <a:ext cx="1443469" cy="759162"/>
      </dsp:txXfrm>
    </dsp:sp>
    <dsp:sp modelId="{5392F0E3-4E7B-4A4C-A575-79A60FB6D52B}">
      <dsp:nvSpPr>
        <dsp:cNvPr id="0" name=""/>
        <dsp:cNvSpPr/>
      </dsp:nvSpPr>
      <dsp:spPr>
        <a:xfrm>
          <a:off x="1717879"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1717879" y="1686790"/>
        <a:ext cx="367746" cy="222686"/>
      </dsp:txXfrm>
    </dsp:sp>
    <dsp:sp modelId="{3A3A9402-BF18-4FBE-ACAF-E57499DAB22A}">
      <dsp:nvSpPr>
        <dsp:cNvPr id="0" name=""/>
        <dsp:cNvSpPr/>
      </dsp:nvSpPr>
      <dsp:spPr>
        <a:xfrm>
          <a:off x="2395836"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テスト項目抽出</a:t>
          </a:r>
        </a:p>
      </dsp:txBody>
      <dsp:txXfrm>
        <a:off x="2395836" y="1512059"/>
        <a:ext cx="1490707" cy="572147"/>
      </dsp:txXfrm>
    </dsp:sp>
    <dsp:sp modelId="{005AD228-2C86-42C2-BA0F-FC2AD883711C}">
      <dsp:nvSpPr>
        <dsp:cNvPr id="0" name=""/>
        <dsp:cNvSpPr/>
      </dsp:nvSpPr>
      <dsp:spPr>
        <a:xfrm>
          <a:off x="2701162"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dirty="0"/>
        </a:p>
      </dsp:txBody>
      <dsp:txXfrm>
        <a:off x="2724781" y="2107826"/>
        <a:ext cx="1443469" cy="759162"/>
      </dsp:txXfrm>
    </dsp:sp>
    <dsp:sp modelId="{9CEFBDA5-E98B-4EA3-8159-B2DA452DBC45}">
      <dsp:nvSpPr>
        <dsp:cNvPr id="0" name=""/>
        <dsp:cNvSpPr/>
      </dsp:nvSpPr>
      <dsp:spPr>
        <a:xfrm>
          <a:off x="4112529"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4112529" y="1686790"/>
        <a:ext cx="367746" cy="222686"/>
      </dsp:txXfrm>
    </dsp:sp>
    <dsp:sp modelId="{35F3AAA3-6F79-43B9-9761-133EE8B4F469}">
      <dsp:nvSpPr>
        <dsp:cNvPr id="0" name=""/>
        <dsp:cNvSpPr/>
      </dsp:nvSpPr>
      <dsp:spPr>
        <a:xfrm>
          <a:off x="4790487"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書式生成</a:t>
          </a:r>
        </a:p>
      </dsp:txBody>
      <dsp:txXfrm>
        <a:off x="4790487" y="1512059"/>
        <a:ext cx="1490707" cy="572147"/>
      </dsp:txXfrm>
    </dsp:sp>
    <dsp:sp modelId="{36965DA2-9C2D-488A-A381-DB0AC9123B25}">
      <dsp:nvSpPr>
        <dsp:cNvPr id="0" name=""/>
        <dsp:cNvSpPr/>
      </dsp:nvSpPr>
      <dsp:spPr>
        <a:xfrm>
          <a:off x="5095812"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a:p>
      </dsp:txBody>
      <dsp:txXfrm>
        <a:off x="5119431" y="2107826"/>
        <a:ext cx="1443469" cy="759162"/>
      </dsp:txXfrm>
    </dsp:sp>
    <dsp:sp modelId="{60EDE07B-4A20-45CA-8305-CE07F40E51ED}">
      <dsp:nvSpPr>
        <dsp:cNvPr id="0" name=""/>
        <dsp:cNvSpPr/>
      </dsp:nvSpPr>
      <dsp:spPr>
        <a:xfrm>
          <a:off x="6507180"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6507180" y="1686790"/>
        <a:ext cx="367746" cy="222686"/>
      </dsp:txXfrm>
    </dsp:sp>
    <dsp:sp modelId="{F4D463F0-2D4D-40D1-96F9-0182514A3E4D}">
      <dsp:nvSpPr>
        <dsp:cNvPr id="0" name=""/>
        <dsp:cNvSpPr/>
      </dsp:nvSpPr>
      <dsp:spPr>
        <a:xfrm>
          <a:off x="7185137"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入力データ設計・出力結果想定</a:t>
          </a:r>
        </a:p>
      </dsp:txBody>
      <dsp:txXfrm>
        <a:off x="7185137" y="1512059"/>
        <a:ext cx="1490707" cy="572147"/>
      </dsp:txXfrm>
    </dsp:sp>
    <dsp:sp modelId="{37908F19-6DF8-4B11-86B9-91F2431BF9C7}">
      <dsp:nvSpPr>
        <dsp:cNvPr id="0" name=""/>
        <dsp:cNvSpPr/>
      </dsp:nvSpPr>
      <dsp:spPr>
        <a:xfrm>
          <a:off x="7490463"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0" y="0"/>
            <a:ext cx="2949575" cy="496888"/>
          </a:xfrm>
          <a:prstGeom prst="rect">
            <a:avLst/>
          </a:prstGeom>
        </p:spPr>
        <p:txBody>
          <a:bodyPr vert="horz" lIns="91440" tIns="45720" rIns="91440" bIns="45720" rtlCol="0"/>
          <a:lstStyle>
            <a:lvl1pPr algn="r">
              <a:defRPr sz="1200"/>
            </a:lvl1pPr>
          </a:lstStyle>
          <a:p>
            <a:fld id="{ECEC75E6-4168-451F-9146-492174EFA5DE}" type="datetimeFigureOut">
              <a:rPr kumimoji="1" lang="ja-JP" altLang="en-US" smtClean="0"/>
              <a:t>2025/8/1</a:t>
            </a:fld>
            <a:endParaRPr kumimoji="1" lang="ja-JP" altLang="en-US"/>
          </a:p>
        </p:txBody>
      </p:sp>
      <p:sp>
        <p:nvSpPr>
          <p:cNvPr id="4" name="フッター プレースホルダー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0" y="9440863"/>
            <a:ext cx="2949575" cy="496887"/>
          </a:xfrm>
          <a:prstGeom prst="rect">
            <a:avLst/>
          </a:prstGeom>
        </p:spPr>
        <p:txBody>
          <a:bodyPr vert="horz" lIns="91440" tIns="45720" rIns="91440" bIns="45720" rtlCol="0" anchor="b"/>
          <a:lstStyle>
            <a:lvl1pPr algn="r">
              <a:defRPr sz="1200"/>
            </a:lvl1pPr>
          </a:lstStyle>
          <a:p>
            <a:fld id="{2573ACEB-9C1D-40A7-8EF1-76CD56121F44}" type="slidenum">
              <a:rPr kumimoji="1" lang="ja-JP" altLang="en-US" smtClean="0"/>
              <a:t>‹#›</a:t>
            </a:fld>
            <a:endParaRPr kumimoji="1" lang="ja-JP" altLang="en-US"/>
          </a:p>
        </p:txBody>
      </p:sp>
    </p:spTree>
    <p:extLst>
      <p:ext uri="{BB962C8B-B14F-4D97-AF65-F5344CB8AC3E}">
        <p14:creationId xmlns:p14="http://schemas.microsoft.com/office/powerpoint/2010/main" val="1483448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099" name="Rectangle 3"/>
          <p:cNvSpPr>
            <a:spLocks noGrp="1" noChangeArrowheads="1"/>
          </p:cNvSpPr>
          <p:nvPr>
            <p:ph type="dt" idx="1"/>
          </p:nvPr>
        </p:nvSpPr>
        <p:spPr bwMode="auto">
          <a:xfrm>
            <a:off x="3853978"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816EE9BF-94F0-48F9-ADDD-67290FCD7202}" type="datetime8">
              <a:rPr lang="ja-JP" altLang="en-US"/>
              <a:pPr>
                <a:defRPr/>
              </a:pPr>
              <a:t>25/8/1 10時31分</a:t>
            </a:fld>
            <a:endParaRPr lang="en-US"/>
          </a:p>
        </p:txBody>
      </p:sp>
      <p:sp>
        <p:nvSpPr>
          <p:cNvPr id="13316" name="Rectangle 4"/>
          <p:cNvSpPr>
            <a:spLocks noGrp="1" noRot="1" noChangeAspect="1" noChangeArrowheads="1"/>
          </p:cNvSpPr>
          <p:nvPr>
            <p:ph type="sldImg" idx="2"/>
          </p:nvPr>
        </p:nvSpPr>
        <p:spPr bwMode="auto">
          <a:xfrm>
            <a:off x="708025" y="744538"/>
            <a:ext cx="5387975" cy="3730625"/>
          </a:xfrm>
          <a:prstGeom prst="rect">
            <a:avLst/>
          </a:prstGeom>
          <a:noFill/>
          <a:ln w="9525">
            <a:noFill/>
            <a:miter lim="800000"/>
            <a:headEnd/>
            <a:tailEnd/>
          </a:ln>
        </p:spPr>
      </p:sp>
      <p:sp>
        <p:nvSpPr>
          <p:cNvPr id="4101" name="Rectangle 5"/>
          <p:cNvSpPr>
            <a:spLocks noGrp="1" noChangeArrowheads="1"/>
          </p:cNvSpPr>
          <p:nvPr>
            <p:ph type="body" sz="quarter" idx="3"/>
          </p:nvPr>
        </p:nvSpPr>
        <p:spPr bwMode="auto">
          <a:xfrm>
            <a:off x="910440" y="4720950"/>
            <a:ext cx="4984735" cy="4473818"/>
          </a:xfrm>
          <a:prstGeom prst="rect">
            <a:avLst/>
          </a:prstGeom>
          <a:noFill/>
          <a:ln w="9525" cmpd="sng">
            <a:noFill/>
            <a:miter lim="800000"/>
            <a:headEnd/>
            <a:tailEnd/>
          </a:ln>
        </p:spPr>
        <p:txBody>
          <a:bodyPr vert="horz" wrap="square" lIns="90587" tIns="45295" rIns="90587" bIns="4529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noProof="0"/>
              <a:t>2 </a:t>
            </a:r>
            <a:r>
              <a:rPr lang="ja-JP" altLang="en-US" noProof="0"/>
              <a:t>レベル</a:t>
            </a:r>
          </a:p>
          <a:p>
            <a:pPr lvl="2"/>
            <a:r>
              <a:rPr lang="ja-JP" altLang="en-US" noProof="0"/>
              <a:t>第 </a:t>
            </a:r>
            <a:r>
              <a:rPr lang="en-US" noProof="0"/>
              <a:t>3 </a:t>
            </a:r>
            <a:r>
              <a:rPr lang="ja-JP" altLang="en-US" noProof="0"/>
              <a:t>レベル</a:t>
            </a:r>
          </a:p>
          <a:p>
            <a:pPr lvl="3"/>
            <a:r>
              <a:rPr lang="ja-JP" altLang="en-US" noProof="0"/>
              <a:t>第 </a:t>
            </a:r>
            <a:r>
              <a:rPr lang="en-US" noProof="0"/>
              <a:t>4 </a:t>
            </a:r>
            <a:r>
              <a:rPr lang="ja-JP" altLang="en-US" noProof="0"/>
              <a:t>レベル</a:t>
            </a:r>
          </a:p>
          <a:p>
            <a:pPr lvl="4"/>
            <a:r>
              <a:rPr lang="ja-JP" altLang="en-US" noProof="0"/>
              <a:t>第 </a:t>
            </a:r>
            <a:r>
              <a:rPr lang="en-US" noProof="0"/>
              <a:t>5 </a:t>
            </a:r>
            <a:r>
              <a:rPr lang="ja-JP" altLang="en-US" noProof="0"/>
              <a:t>レベル</a:t>
            </a:r>
          </a:p>
        </p:txBody>
      </p:sp>
      <p:sp>
        <p:nvSpPr>
          <p:cNvPr id="4102" name="Rectangle 6"/>
          <p:cNvSpPr>
            <a:spLocks noGrp="1" noChangeArrowheads="1"/>
          </p:cNvSpPr>
          <p:nvPr>
            <p:ph type="ftr" sz="quarter" idx="4"/>
          </p:nvPr>
        </p:nvSpPr>
        <p:spPr bwMode="auto">
          <a:xfrm>
            <a:off x="2"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103" name="Rectangle 7"/>
          <p:cNvSpPr>
            <a:spLocks noGrp="1" noChangeArrowheads="1"/>
          </p:cNvSpPr>
          <p:nvPr>
            <p:ph type="sldNum" sz="quarter" idx="5"/>
          </p:nvPr>
        </p:nvSpPr>
        <p:spPr bwMode="auto">
          <a:xfrm>
            <a:off x="3853978"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CA73974C-908A-44C4-AABB-E2964FDD6C84}" type="slidenum">
              <a:rPr lang="en-US"/>
              <a:pPr>
                <a:defRPr/>
              </a:pPr>
              <a:t>‹#›</a:t>
            </a:fld>
            <a:endParaRPr lang="en-US"/>
          </a:p>
        </p:txBody>
      </p:sp>
    </p:spTree>
    <p:extLst>
      <p:ext uri="{BB962C8B-B14F-4D97-AF65-F5344CB8AC3E}">
        <p14:creationId xmlns:p14="http://schemas.microsoft.com/office/powerpoint/2010/main" val="37117276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A3E38-45BC-3CAC-CF78-09826CE9B2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5E1136-FB65-3FD8-1194-5E4449BFFE60}"/>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384E7668-D5C1-2CBD-1CA5-DC6A0F2139E2}"/>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1</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F85EF47E-1E5B-EC82-CD02-527F16B9B019}"/>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154300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F980-512B-3AFF-19F6-9EE746E76E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3D482D-A6E4-A19C-C8FD-1AE691AA8C90}"/>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8A5844C5-96DB-668A-E965-99E882C67875}"/>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2</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1939C022-9F0C-B7BE-5636-9CE4235ADD96}"/>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70191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CB4C1-E383-5CF7-03A7-81DD5E5D5D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7F79F1-42F1-E2A9-315A-845E91FBDFED}"/>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D6271F11-938A-F181-0ECB-8E24B2923972}"/>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3</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4AAA6C0E-4CFC-3DD1-CE30-1F765AC9915E}"/>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43525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A681-56CE-AF12-D4A8-DB4A3EC4DB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9293B7-CBE7-A3AF-7629-0A250874A834}"/>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363F8D0B-5FED-77F7-A689-5AA5CD1AE91E}"/>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4</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D3599E83-4B00-29AE-0CFB-CB5B27FC4B12}"/>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66811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4" name="スライド番号プレースホルダー 3"/>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5</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11589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E6F4-9B56-C072-41F1-72A6D05F05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388C82-84F6-9DD8-F5A2-154BF3974E29}"/>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FBDC5CF0-C9B1-62A6-FC08-D817A41BCC86}"/>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6</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1D9FAC76-9CA3-F9E8-D4AC-E9644E1825EF}"/>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51228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
        <p:nvSpPr>
          <p:cNvPr id="3" name="テキスト ボックス 2"/>
          <p:cNvSpPr txBox="1"/>
          <p:nvPr userDrawn="1"/>
        </p:nvSpPr>
        <p:spPr>
          <a:xfrm>
            <a:off x="1136576" y="1340768"/>
            <a:ext cx="2304256" cy="184666"/>
          </a:xfrm>
          <a:prstGeom prst="rect">
            <a:avLst/>
          </a:prstGeom>
          <a:solidFill>
            <a:schemeClr val="bg1"/>
          </a:solidFill>
        </p:spPr>
        <p:txBody>
          <a:bodyPr wrap="square" rtlCol="0">
            <a:spAutoFit/>
          </a:bodyPr>
          <a:lstStyle/>
          <a:p>
            <a:pPr algn="r"/>
            <a:endParaRPr kumimoji="1" lang="ja-JP" altLang="en-US" sz="600" dirty="0"/>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6628" name="Rectangle 4"/>
          <p:cNvSpPr>
            <a:spLocks noGrp="1" noChangeArrowheads="1"/>
          </p:cNvSpPr>
          <p:nvPr>
            <p:ph type="ctrTitle" sz="quarter"/>
          </p:nvPr>
        </p:nvSpPr>
        <p:spPr>
          <a:xfrm>
            <a:off x="908050" y="2286000"/>
            <a:ext cx="8420100" cy="1143000"/>
          </a:xfrm>
          <a:prstGeom prst="rect">
            <a:avLst/>
          </a:prstGeom>
        </p:spPr>
        <p:txBody>
          <a:bodyPr/>
          <a:lstStyle>
            <a:lvl1pPr>
              <a:defRPr/>
            </a:lvl1pPr>
          </a:lstStyle>
          <a:p>
            <a:r>
              <a:rPr lang="ja-JP" altLang="en-US"/>
              <a:t>マスタ タイトルの書式設定</a:t>
            </a:r>
          </a:p>
        </p:txBody>
      </p:sp>
      <p:sp>
        <p:nvSpPr>
          <p:cNvPr id="26629" name="Rectangle 5"/>
          <p:cNvSpPr>
            <a:spLocks noGrp="1" noChangeArrowheads="1"/>
          </p:cNvSpPr>
          <p:nvPr>
            <p:ph type="subTitle" sz="quarter" idx="1"/>
          </p:nvPr>
        </p:nvSpPr>
        <p:spPr>
          <a:xfrm>
            <a:off x="2228850" y="4114800"/>
            <a:ext cx="6934200" cy="1754188"/>
          </a:xfrm>
        </p:spPr>
        <p:txBody>
          <a:bodyPr/>
          <a:lstStyle>
            <a:lvl1pPr marL="0" indent="0" algn="ctr">
              <a:buFont typeface="Wingdings" pitchFamily="2" charset="2"/>
              <a:buNone/>
              <a:defRPr b="0">
                <a:latin typeface="Times New Roman" pitchFamily="18" charset="0"/>
              </a:defRPr>
            </a:lvl1pPr>
          </a:lstStyle>
          <a:p>
            <a:r>
              <a:rPr lang="ja-JP" altLang="en-US"/>
              <a:t>マスタ サブタイトルの書式設定</a:t>
            </a:r>
          </a:p>
        </p:txBody>
      </p:sp>
      <p:sp>
        <p:nvSpPr>
          <p:cNvPr id="4" name="Rectangle 7"/>
          <p:cNvSpPr>
            <a:spLocks noGrp="1" noChangeArrowheads="1"/>
          </p:cNvSpPr>
          <p:nvPr>
            <p:ph type="ftr" sz="quarter" idx="10"/>
          </p:nvPr>
        </p:nvSpPr>
        <p:spPr/>
        <p:txBody>
          <a:bodyPr/>
          <a:lstStyle>
            <a:lvl1pPr>
              <a:defRPr/>
            </a:lvl1pPr>
          </a:lstStyle>
          <a:p>
            <a:pPr>
              <a:defRPr/>
            </a:pPr>
            <a:endParaRPr lang="en-US" altLang="ja-JP" dirty="0">
              <a:solidFill>
                <a:prstClr val="black"/>
              </a:solidFill>
            </a:endParaRPr>
          </a:p>
        </p:txBody>
      </p:sp>
      <p:sp>
        <p:nvSpPr>
          <p:cNvPr id="5"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srgbClr val="000000"/>
              </a:solidFill>
            </a:endParaRPr>
          </a:p>
        </p:txBody>
      </p:sp>
    </p:spTree>
    <p:extLst>
      <p:ext uri="{BB962C8B-B14F-4D97-AF65-F5344CB8AC3E}">
        <p14:creationId xmlns:p14="http://schemas.microsoft.com/office/powerpoint/2010/main" val="210424800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42950" y="836712"/>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2701259053"/>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07736837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28281770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8304050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65711860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61128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a:prstGeom prst="rect">
            <a:avLst/>
          </a:prstGeo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4450027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a:prstGeom prst="rect">
            <a:avLst/>
          </a:prstGeo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92671506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5472676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a:prstGeom prst="rect">
            <a:avLst/>
          </a:prstGeo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06130644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344488" y="333375"/>
            <a:ext cx="9561512" cy="5762625"/>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74239864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4" name="Rectangle 56"/>
          <p:cNvSpPr>
            <a:spLocks noChangeArrowheads="1"/>
          </p:cNvSpPr>
          <p:nvPr userDrawn="1"/>
        </p:nvSpPr>
        <p:spPr bwMode="gray">
          <a:xfrm>
            <a:off x="0" y="5949950"/>
            <a:ext cx="9906000" cy="9080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AutoShape 17"/>
          <p:cNvSpPr>
            <a:spLocks noChangeArrowheads="1"/>
          </p:cNvSpPr>
          <p:nvPr/>
        </p:nvSpPr>
        <p:spPr bwMode="gray">
          <a:xfrm rot="10800000" flipH="1">
            <a:off x="4763" y="3398838"/>
            <a:ext cx="423862" cy="390525"/>
          </a:xfrm>
          <a:prstGeom prst="rtTriangle">
            <a:avLst/>
          </a:prstGeom>
          <a:solidFill>
            <a:schemeClr val="bg1"/>
          </a:solidFill>
          <a:ln w="9525">
            <a:solidFill>
              <a:schemeClr val="bg1"/>
            </a:solidFill>
            <a:miter lim="800000"/>
            <a:headEnd/>
            <a:tailEnd/>
          </a:ln>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54"/>
          <p:cNvSpPr>
            <a:spLocks noChangeArrowheads="1"/>
          </p:cNvSpPr>
          <p:nvPr userDrawn="1"/>
        </p:nvSpPr>
        <p:spPr bwMode="gray">
          <a:xfrm>
            <a:off x="703263" y="3502025"/>
            <a:ext cx="9164637" cy="71438"/>
          </a:xfrm>
          <a:prstGeom prst="rect">
            <a:avLst/>
          </a:prstGeom>
          <a:gradFill rotWithShape="1">
            <a:gsLst>
              <a:gs pos="0">
                <a:srgbClr val="6699FF"/>
              </a:gs>
              <a:gs pos="100000">
                <a:srgbClr val="CDDEFF">
                  <a:alpha val="71999"/>
                </a:srgbClr>
              </a:gs>
            </a:gsLst>
            <a:lin ang="18900000" scaled="1"/>
          </a:gradFill>
          <a:ln>
            <a:noFill/>
          </a:ln>
          <a:effectLst>
            <a:outerShdw dist="56796" dir="1593903"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7" name="Rectangle 49"/>
          <p:cNvSpPr>
            <a:spLocks noChangeArrowheads="1"/>
          </p:cNvSpPr>
          <p:nvPr userDrawn="1"/>
        </p:nvSpPr>
        <p:spPr bwMode="auto">
          <a:xfrm>
            <a:off x="1052513" y="2492375"/>
            <a:ext cx="233362" cy="1223963"/>
          </a:xfrm>
          <a:prstGeom prst="rect">
            <a:avLst/>
          </a:prstGeom>
          <a:gradFill rotWithShape="1">
            <a:gsLst>
              <a:gs pos="0">
                <a:srgbClr val="BED4FF"/>
              </a:gs>
              <a:gs pos="100000">
                <a:srgbClr val="578FFF"/>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8" name="Rectangle 75" descr="横線"/>
          <p:cNvSpPr>
            <a:spLocks noChangeArrowheads="1"/>
          </p:cNvSpPr>
          <p:nvPr userDrawn="1"/>
        </p:nvSpPr>
        <p:spPr bwMode="auto">
          <a:xfrm>
            <a:off x="0" y="4763"/>
            <a:ext cx="9906000" cy="400050"/>
          </a:xfrm>
          <a:prstGeom prst="rect">
            <a:avLst/>
          </a:prstGeom>
          <a:pattFill prst="ltHorz">
            <a:fgClr>
              <a:srgbClr val="6699FF"/>
            </a:fgClr>
            <a:bgClr>
              <a:srgbClr val="E5EE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r" eaLnBrk="1" hangingPunct="1">
              <a:defRPr/>
            </a:pPr>
            <a:endParaRPr lang="ja-JP" altLang="ja-JP" b="1">
              <a:solidFill>
                <a:prstClr val="white"/>
              </a:solidFill>
              <a:latin typeface="Century Gothic" pitchFamily="34" charset="0"/>
              <a:ea typeface="SimHei" pitchFamily="2" charset="-122"/>
            </a:endParaRPr>
          </a:p>
        </p:txBody>
      </p:sp>
      <p:sp>
        <p:nvSpPr>
          <p:cNvPr id="9" name="Rectangle 55"/>
          <p:cNvSpPr>
            <a:spLocks noChangeArrowheads="1"/>
          </p:cNvSpPr>
          <p:nvPr userDrawn="1"/>
        </p:nvSpPr>
        <p:spPr bwMode="gray">
          <a:xfrm>
            <a:off x="7927975" y="0"/>
            <a:ext cx="87313" cy="6851650"/>
          </a:xfrm>
          <a:prstGeom prst="rect">
            <a:avLst/>
          </a:prstGeom>
          <a:gradFill rotWithShape="1">
            <a:gsLst>
              <a:gs pos="0">
                <a:srgbClr val="6699FF"/>
              </a:gs>
              <a:gs pos="100000">
                <a:srgbClr val="CDDEFF">
                  <a:alpha val="71999"/>
                </a:srgbClr>
              </a:gs>
            </a:gsLst>
            <a:lin ang="18900000" scaled="1"/>
          </a:gra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nvGrpSpPr>
          <p:cNvPr id="10" name="Group 79"/>
          <p:cNvGrpSpPr>
            <a:grpSpLocks/>
          </p:cNvGrpSpPr>
          <p:nvPr userDrawn="1"/>
        </p:nvGrpSpPr>
        <p:grpSpPr bwMode="auto">
          <a:xfrm>
            <a:off x="168275" y="514350"/>
            <a:ext cx="647700" cy="647700"/>
            <a:chOff x="158" y="164"/>
            <a:chExt cx="545" cy="545"/>
          </a:xfrm>
        </p:grpSpPr>
        <p:sp>
          <p:nvSpPr>
            <p:cNvPr id="11" name="Rectangle 80"/>
            <p:cNvSpPr>
              <a:spLocks noChangeArrowheads="1"/>
            </p:cNvSpPr>
            <p:nvPr userDrawn="1"/>
          </p:nvSpPr>
          <p:spPr bwMode="auto">
            <a:xfrm rot="10800000">
              <a:off x="483"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2" name="Rectangle 81"/>
            <p:cNvSpPr>
              <a:spLocks noChangeArrowheads="1"/>
            </p:cNvSpPr>
            <p:nvPr userDrawn="1"/>
          </p:nvSpPr>
          <p:spPr bwMode="auto">
            <a:xfrm rot="10800000">
              <a:off x="374" y="380"/>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3" name="Rectangle 82"/>
            <p:cNvSpPr>
              <a:spLocks noChangeArrowheads="1"/>
            </p:cNvSpPr>
            <p:nvPr userDrawn="1"/>
          </p:nvSpPr>
          <p:spPr bwMode="auto">
            <a:xfrm rot="10800000">
              <a:off x="374" y="164"/>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4" name="Rectangle 83"/>
            <p:cNvSpPr>
              <a:spLocks noChangeArrowheads="1"/>
            </p:cNvSpPr>
            <p:nvPr userDrawn="1"/>
          </p:nvSpPr>
          <p:spPr bwMode="auto">
            <a:xfrm rot="10800000">
              <a:off x="266"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5" name="Rectangle 84"/>
            <p:cNvSpPr>
              <a:spLocks noChangeArrowheads="1"/>
            </p:cNvSpPr>
            <p:nvPr userDrawn="1"/>
          </p:nvSpPr>
          <p:spPr bwMode="auto">
            <a:xfrm rot="10800000">
              <a:off x="158" y="595"/>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6" name="Rectangle 85"/>
            <p:cNvSpPr>
              <a:spLocks noChangeArrowheads="1"/>
            </p:cNvSpPr>
            <p:nvPr userDrawn="1"/>
          </p:nvSpPr>
          <p:spPr bwMode="auto">
            <a:xfrm rot="10800000">
              <a:off x="158" y="164"/>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7" name="Rectangle 86"/>
            <p:cNvSpPr>
              <a:spLocks noChangeArrowheads="1"/>
            </p:cNvSpPr>
            <p:nvPr userDrawn="1"/>
          </p:nvSpPr>
          <p:spPr bwMode="auto">
            <a:xfrm rot="10800000">
              <a:off x="591" y="164"/>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8" name="Rectangle 87"/>
            <p:cNvSpPr>
              <a:spLocks noChangeArrowheads="1"/>
            </p:cNvSpPr>
            <p:nvPr userDrawn="1"/>
          </p:nvSpPr>
          <p:spPr bwMode="auto">
            <a:xfrm rot="10800000">
              <a:off x="266"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9" name="Rectangle 88"/>
            <p:cNvSpPr>
              <a:spLocks noChangeArrowheads="1"/>
            </p:cNvSpPr>
            <p:nvPr userDrawn="1"/>
          </p:nvSpPr>
          <p:spPr bwMode="auto">
            <a:xfrm rot="10800000">
              <a:off x="158" y="380"/>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0" name="Rectangle 89"/>
            <p:cNvSpPr>
              <a:spLocks noChangeArrowheads="1"/>
            </p:cNvSpPr>
            <p:nvPr userDrawn="1"/>
          </p:nvSpPr>
          <p:spPr bwMode="auto">
            <a:xfrm rot="10800000">
              <a:off x="593" y="380"/>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1" name="Rectangle 90"/>
            <p:cNvSpPr>
              <a:spLocks noChangeArrowheads="1"/>
            </p:cNvSpPr>
            <p:nvPr userDrawn="1"/>
          </p:nvSpPr>
          <p:spPr bwMode="auto">
            <a:xfrm rot="10800000">
              <a:off x="485"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2" name="Rectangle 91"/>
            <p:cNvSpPr>
              <a:spLocks noChangeArrowheads="1"/>
            </p:cNvSpPr>
            <p:nvPr userDrawn="1"/>
          </p:nvSpPr>
          <p:spPr bwMode="auto">
            <a:xfrm rot="10800000">
              <a:off x="377" y="595"/>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3" name="Rectangle 92"/>
            <p:cNvSpPr>
              <a:spLocks noChangeArrowheads="1"/>
            </p:cNvSpPr>
            <p:nvPr userDrawn="1"/>
          </p:nvSpPr>
          <p:spPr bwMode="auto">
            <a:xfrm rot="10800000">
              <a:off x="595" y="601"/>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sp>
        <p:nvSpPr>
          <p:cNvPr id="3115" name="Rectangle 43"/>
          <p:cNvSpPr>
            <a:spLocks noGrp="1" noChangeArrowheads="1"/>
          </p:cNvSpPr>
          <p:nvPr>
            <p:ph type="ctrTitle"/>
          </p:nvPr>
        </p:nvSpPr>
        <p:spPr>
          <a:xfrm>
            <a:off x="1064568" y="2246313"/>
            <a:ext cx="7256463" cy="1470025"/>
          </a:xfrm>
        </p:spPr>
        <p:txBody>
          <a:bodyPr/>
          <a:lstStyle>
            <a:lvl1pPr algn="ctr">
              <a:defRPr sz="2800" b="1"/>
            </a:lvl1pPr>
          </a:lstStyle>
          <a:p>
            <a:r>
              <a:rPr lang="ja-JP" altLang="en-US"/>
              <a:t>マスタ タイトルの書式設定</a:t>
            </a:r>
          </a:p>
        </p:txBody>
      </p:sp>
      <p:sp>
        <p:nvSpPr>
          <p:cNvPr id="3116" name="Rectangle 44"/>
          <p:cNvSpPr>
            <a:spLocks noGrp="1" noChangeArrowheads="1"/>
          </p:cNvSpPr>
          <p:nvPr>
            <p:ph type="subTitle" idx="1"/>
          </p:nvPr>
        </p:nvSpPr>
        <p:spPr>
          <a:xfrm>
            <a:off x="1485900" y="5445125"/>
            <a:ext cx="6934200" cy="431800"/>
          </a:xfrm>
        </p:spPr>
        <p:txBody>
          <a:bodyPr/>
          <a:lstStyle>
            <a:lvl1pPr marL="0" indent="0" algn="ctr">
              <a:buFontTx/>
              <a:buNone/>
              <a:defRPr sz="1600"/>
            </a:lvl1pPr>
          </a:lstStyle>
          <a:p>
            <a:r>
              <a:rPr lang="ja-JP" altLang="en-US"/>
              <a:t>マスタ サブタイトルの書式設定</a:t>
            </a:r>
          </a:p>
        </p:txBody>
      </p:sp>
      <p:sp>
        <p:nvSpPr>
          <p:cNvPr id="24" name="Rectangle 45"/>
          <p:cNvSpPr>
            <a:spLocks noGrp="1" noChangeArrowheads="1"/>
          </p:cNvSpPr>
          <p:nvPr>
            <p:ph type="dt" sz="half" idx="10"/>
          </p:nvPr>
        </p:nvSpPr>
        <p:spPr>
          <a:xfrm>
            <a:off x="1285875" y="6165850"/>
            <a:ext cx="2311400" cy="476250"/>
          </a:xfrm>
          <a:prstGeom prst="rect">
            <a:avLst/>
          </a:prstGeom>
        </p:spPr>
        <p:txBody>
          <a:bodyPr anchor="t"/>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endParaRPr lang="en-US" altLang="ja-JP">
              <a:solidFill>
                <a:prstClr val="black"/>
              </a:solidFill>
            </a:endParaRPr>
          </a:p>
        </p:txBody>
      </p:sp>
      <p:sp>
        <p:nvSpPr>
          <p:cNvPr id="25" name="Rectangle 46"/>
          <p:cNvSpPr>
            <a:spLocks noGrp="1" noChangeArrowheads="1"/>
          </p:cNvSpPr>
          <p:nvPr>
            <p:ph type="ftr" sz="quarter" idx="11"/>
          </p:nvPr>
        </p:nvSpPr>
        <p:spPr bwMode="auto">
          <a:xfrm>
            <a:off x="3376613" y="6165850"/>
            <a:ext cx="31369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a:latin typeface="ＭＳ Ｐゴシック" pitchFamily="50" charset="-128"/>
                <a:ea typeface="ＭＳ Ｐゴシック" pitchFamily="50" charset="-128"/>
              </a:defRPr>
            </a:lvl1pPr>
          </a:lstStyle>
          <a:p>
            <a:pPr>
              <a:defRPr/>
            </a:pPr>
            <a:endParaRPr lang="en-US" altLang="ja-JP">
              <a:solidFill>
                <a:prstClr val="black"/>
              </a:solidFill>
            </a:endParaRPr>
          </a:p>
        </p:txBody>
      </p:sp>
    </p:spTree>
    <p:extLst>
      <p:ext uri="{BB962C8B-B14F-4D97-AF65-F5344CB8AC3E}">
        <p14:creationId xmlns:p14="http://schemas.microsoft.com/office/powerpoint/2010/main" val="35817495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Rectangle 165"/>
          <p:cNvSpPr>
            <a:spLocks noChangeArrowheads="1"/>
          </p:cNvSpPr>
          <p:nvPr userDrawn="1"/>
        </p:nvSpPr>
        <p:spPr bwMode="gray">
          <a:xfrm>
            <a:off x="0" y="6669088"/>
            <a:ext cx="9906000" cy="1968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Rectangle 172"/>
          <p:cNvSpPr>
            <a:spLocks noChangeArrowheads="1"/>
          </p:cNvSpPr>
          <p:nvPr userDrawn="1"/>
        </p:nvSpPr>
        <p:spPr bwMode="gray">
          <a:xfrm>
            <a:off x="273050" y="404813"/>
            <a:ext cx="9632950" cy="71437"/>
          </a:xfrm>
          <a:prstGeom prst="rect">
            <a:avLst/>
          </a:prstGeom>
          <a:gradFill rotWithShape="1">
            <a:gsLst>
              <a:gs pos="0">
                <a:schemeClr val="bg1">
                  <a:alpha val="71999"/>
                </a:schemeClr>
              </a:gs>
              <a:gs pos="100000">
                <a:srgbClr val="6699FF"/>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177"/>
          <p:cNvSpPr>
            <a:spLocks noChangeArrowheads="1"/>
          </p:cNvSpPr>
          <p:nvPr userDrawn="1"/>
        </p:nvSpPr>
        <p:spPr bwMode="auto">
          <a:xfrm>
            <a:off x="2289175" y="6337300"/>
            <a:ext cx="5346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en-US" altLang="ja-JP" sz="1000">
              <a:solidFill>
                <a:prstClr val="black"/>
              </a:solidFill>
            </a:endParaRPr>
          </a:p>
          <a:p>
            <a:pPr algn="ctr" eaLnBrk="1" hangingPunct="1">
              <a:defRPr/>
            </a:pPr>
            <a:endParaRPr lang="en-US" altLang="ja-JP" sz="1000">
              <a:solidFill>
                <a:prstClr val="black"/>
              </a:solidFill>
            </a:endParaRPr>
          </a:p>
        </p:txBody>
      </p:sp>
      <p:pic>
        <p:nvPicPr>
          <p:cNvPr id="7" name="図 8" descr="SinoComdir-logom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6225" y="22225"/>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スライド番号プレースホルダ 3"/>
          <p:cNvSpPr>
            <a:spLocks noGrp="1"/>
          </p:cNvSpPr>
          <p:nvPr>
            <p:ph type="sldNum" sz="quarter" idx="10"/>
          </p:nvPr>
        </p:nvSpPr>
        <p:spPr>
          <a:xfrm>
            <a:off x="9409457" y="6633356"/>
            <a:ext cx="584103" cy="184150"/>
          </a:xfrm>
          <a:prstGeom prst="rect">
            <a:avLst/>
          </a:prstGeom>
        </p:spPr>
        <p:txBody>
          <a:bodyPr/>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fld id="{84D70646-AC34-4952-86F6-5152C004452E}" type="slidenum">
              <a:rPr lang="en-US" altLang="ja-JP" smtClean="0">
                <a:solidFill>
                  <a:prstClr val="black"/>
                </a:solidFill>
              </a:rPr>
              <a:pPr algn="ctr" fontAlgn="ctr">
                <a:lnSpc>
                  <a:spcPct val="110000"/>
                </a:lnSpc>
                <a:spcBef>
                  <a:spcPct val="10000"/>
                </a:spcBef>
                <a:spcAft>
                  <a:spcPct val="10000"/>
                </a:spcAft>
                <a:buClr>
                  <a:srgbClr val="647E9E"/>
                </a:buClr>
                <a:buSzPct val="80000"/>
                <a:buFont typeface="Wingdings" pitchFamily="2" charset="2"/>
                <a:buNone/>
                <a:defRPr/>
              </a:pPr>
              <a:t>‹#›</a:t>
            </a:fld>
            <a:endParaRPr lang="en-US" altLang="ja-JP" dirty="0">
              <a:solidFill>
                <a:prstClr val="black"/>
              </a:solidFill>
            </a:endParaRPr>
          </a:p>
        </p:txBody>
      </p:sp>
    </p:spTree>
    <p:extLst>
      <p:ext uri="{BB962C8B-B14F-4D97-AF65-F5344CB8AC3E}">
        <p14:creationId xmlns:p14="http://schemas.microsoft.com/office/powerpoint/2010/main" val="4114402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1027"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1028"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
        <p:nvSpPr>
          <p:cNvPr id="1029"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1030"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7"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6060" r:id="rId1"/>
    <p:sldLayoutId id="2147486061" r:id="rId2"/>
    <p:sldLayoutId id="2147486062" r:id="rId3"/>
    <p:sldLayoutId id="2147486063" r:id="rId4"/>
    <p:sldLayoutId id="2147486064" r:id="rId5"/>
    <p:sldLayoutId id="2147486065" r:id="rId6"/>
    <p:sldLayoutId id="2147486066" r:id="rId7"/>
    <p:sldLayoutId id="2147486067" r:id="rId8"/>
    <p:sldLayoutId id="2147486068" r:id="rId9"/>
    <p:sldLayoutId id="2147486069" r:id="rId10"/>
    <p:sldLayoutId id="2147486070" r:id="rId11"/>
  </p:sldLayoutIdLst>
  <p:transition spd="med"/>
  <p:txStyles>
    <p:titleStyle>
      <a:lvl1pPr algn="l" defTabSz="957263" rtl="0" eaLnBrk="1" fontAlgn="base" hangingPunct="1">
        <a:spcBef>
          <a:spcPct val="0"/>
        </a:spcBef>
        <a:spcAft>
          <a:spcPct val="0"/>
        </a:spcAft>
        <a:defRPr kumimoji="1" sz="3800" b="1">
          <a:solidFill>
            <a:schemeClr val="bg2"/>
          </a:solidFill>
          <a:latin typeface="+mj-lt"/>
          <a:ea typeface="+mj-ea"/>
          <a:cs typeface="+mj-cs"/>
        </a:defRPr>
      </a:lvl1pPr>
      <a:lvl2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1" fontAlgn="base" hangingPunct="1">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1" fontAlgn="base" hangingPunct="1">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1" fontAlgn="base" hangingPunct="1">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3075"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3076" name="テキスト ボックス 6"/>
          <p:cNvSpPr txBox="1">
            <a:spLocks noChangeArrowheads="1"/>
          </p:cNvSpPr>
          <p:nvPr/>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p>
        </p:txBody>
      </p:sp>
      <p:sp>
        <p:nvSpPr>
          <p:cNvPr id="3077"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3078"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307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6082" r:id="rId1"/>
    <p:sldLayoutId id="2147486083" r:id="rId2"/>
    <p:sldLayoutId id="2147486084" r:id="rId3"/>
    <p:sldLayoutId id="2147486085" r:id="rId4"/>
    <p:sldLayoutId id="2147486086" r:id="rId5"/>
    <p:sldLayoutId id="2147486087" r:id="rId6"/>
    <p:sldLayoutId id="2147486088" r:id="rId7"/>
    <p:sldLayoutId id="2147486089" r:id="rId8"/>
    <p:sldLayoutId id="2147486090" r:id="rId9"/>
    <p:sldLayoutId id="2147486091" r:id="rId10"/>
    <p:sldLayoutId id="2147486092" r:id="rId11"/>
  </p:sldLayoutIdLst>
  <p:transition spd="med"/>
  <p:txStyles>
    <p:titleStyle>
      <a:lvl1pPr algn="l" defTabSz="957263" rtl="0" eaLnBrk="0" fontAlgn="base" hangingPunct="0">
        <a:spcBef>
          <a:spcPct val="0"/>
        </a:spcBef>
        <a:spcAft>
          <a:spcPct val="0"/>
        </a:spcAft>
        <a:defRPr sz="3800" b="1">
          <a:solidFill>
            <a:schemeClr val="bg2"/>
          </a:solidFill>
          <a:latin typeface="+mj-lt"/>
          <a:ea typeface="+mj-ea"/>
          <a:cs typeface="+mj-cs"/>
        </a:defRPr>
      </a:lvl1pPr>
      <a:lvl2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5pPr>
      <a:lvl6pPr marL="4572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6pPr>
      <a:lvl7pPr marL="9144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7pPr>
      <a:lvl8pPr marL="13716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8pPr>
      <a:lvl9pPr marL="18288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5pPr>
      <a:lvl6pPr marL="26130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6pPr>
      <a:lvl7pPr marL="30702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7pPr>
      <a:lvl8pPr marL="35274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8pPr>
      <a:lvl9pPr marL="39846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7"/>
          <p:cNvSpPr>
            <a:spLocks noGrp="1" noChangeArrowheads="1"/>
          </p:cNvSpPr>
          <p:nvPr>
            <p:ph type="body" idx="1"/>
          </p:nvPr>
        </p:nvSpPr>
        <p:spPr bwMode="auto">
          <a:xfrm>
            <a:off x="742950" y="1981200"/>
            <a:ext cx="91630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395" tIns="48197" rIns="96395" bIns="48197"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560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a:effectLst/>
        </p:spPr>
        <p:txBody>
          <a:bodyPr vert="horz" wrap="square" lIns="96395" tIns="48197" rIns="96395" bIns="48197" numCol="1" anchor="ctr" anchorCtr="0" compatLnSpc="1">
            <a:prstTxWarp prst="textNoShape">
              <a:avLst/>
            </a:prstTxWarp>
          </a:bodyPr>
          <a:lstStyle>
            <a:lvl1pPr fontAlgn="base">
              <a:lnSpc>
                <a:spcPct val="100000"/>
              </a:lnSpc>
              <a:spcBef>
                <a:spcPct val="0"/>
              </a:spcBef>
              <a:spcAft>
                <a:spcPct val="0"/>
              </a:spcAft>
              <a:buClrTx/>
              <a:buSzTx/>
              <a:buFontTx/>
              <a:buNone/>
              <a:defRPr sz="1400">
                <a:latin typeface="Times New Roman" pitchFamily="18" charset="0"/>
                <a:ea typeface="ＭＳ Ｐゴシック" pitchFamily="50" charset="-128"/>
              </a:defRPr>
            </a:lvl1pPr>
          </a:lstStyle>
          <a:p>
            <a:pPr>
              <a:defRPr/>
            </a:pPr>
            <a:endParaRPr lang="en-US" altLang="ja-JP" dirty="0">
              <a:solidFill>
                <a:prstClr val="black"/>
              </a:solidFill>
            </a:endParaRPr>
          </a:p>
        </p:txBody>
      </p:sp>
      <p:sp>
        <p:nvSpPr>
          <p:cNvPr id="1029" name="Rectangle 26"/>
          <p:cNvSpPr>
            <a:spLocks noChangeArrowheads="1"/>
          </p:cNvSpPr>
          <p:nvPr/>
        </p:nvSpPr>
        <p:spPr bwMode="auto">
          <a:xfrm>
            <a:off x="272480" y="671513"/>
            <a:ext cx="9630345" cy="762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5729" tIns="47865" rIns="95729" bIns="47865"/>
          <a:lstStyle/>
          <a:p>
            <a:pPr defTabSz="957263"/>
            <a:endParaRPr lang="ja-JP" altLang="ja-JP" sz="2500" dirty="0">
              <a:solidFill>
                <a:prstClr val="black"/>
              </a:solidFill>
              <a:latin typeface="Times New Roman" pitchFamily="18" charset="0"/>
            </a:endParaRPr>
          </a:p>
        </p:txBody>
      </p:sp>
      <p:pic>
        <p:nvPicPr>
          <p:cNvPr id="1030" name="図 7" descr="C:\Users\xunhe043\Desktop\未标题-1.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229600" y="0"/>
            <a:ext cx="1673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6"/>
          <p:cNvSpPr txBox="1">
            <a:spLocks noChangeArrowheads="1"/>
          </p:cNvSpPr>
          <p:nvPr/>
        </p:nvSpPr>
        <p:spPr bwMode="auto">
          <a:xfrm>
            <a:off x="9407525" y="6562725"/>
            <a:ext cx="474663" cy="258763"/>
          </a:xfrm>
          <a:prstGeom prst="rect">
            <a:avLst/>
          </a:prstGeom>
          <a:noFill/>
          <a:ln>
            <a:noFill/>
          </a:ln>
        </p:spPr>
        <p:txBody>
          <a:bodyPr>
            <a:spAutoFit/>
          </a:bodyPr>
          <a:lstStyle>
            <a:lvl1pPr eaLnBrk="0" hangingPunct="0">
              <a:buFont typeface="Arial" charset="0"/>
              <a:defRPr sz="1200">
                <a:solidFill>
                  <a:schemeClr val="tx1"/>
                </a:solidFill>
                <a:latin typeface="ＭＳ Ｐゴシック" charset="-128"/>
                <a:ea typeface="ＭＳ Ｐゴシック" charset="-128"/>
              </a:defRPr>
            </a:lvl1pPr>
            <a:lvl2pPr marL="742950" indent="-285750" eaLnBrk="0" hangingPunct="0">
              <a:buFont typeface="Arial" charset="0"/>
              <a:defRPr sz="1200">
                <a:solidFill>
                  <a:schemeClr val="tx1"/>
                </a:solidFill>
                <a:latin typeface="ＭＳ Ｐゴシック" charset="-128"/>
                <a:ea typeface="ＭＳ Ｐゴシック" charset="-128"/>
              </a:defRPr>
            </a:lvl2pPr>
            <a:lvl3pPr marL="1143000" indent="-228600" eaLnBrk="0" hangingPunct="0">
              <a:buFont typeface="Arial" charset="0"/>
              <a:defRPr sz="1200">
                <a:solidFill>
                  <a:schemeClr val="tx1"/>
                </a:solidFill>
                <a:latin typeface="ＭＳ Ｐゴシック" charset="-128"/>
                <a:ea typeface="ＭＳ Ｐゴシック" charset="-128"/>
              </a:defRPr>
            </a:lvl3pPr>
            <a:lvl4pPr marL="1600200" indent="-228600" eaLnBrk="0" hangingPunct="0">
              <a:buFont typeface="Arial" charset="0"/>
              <a:defRPr sz="1200">
                <a:solidFill>
                  <a:schemeClr val="tx1"/>
                </a:solidFill>
                <a:latin typeface="ＭＳ Ｐゴシック" charset="-128"/>
                <a:ea typeface="ＭＳ Ｐゴシック" charset="-128"/>
              </a:defRPr>
            </a:lvl4pPr>
            <a:lvl5pPr marL="2057400" indent="-228600" eaLnBrk="0" hangingPunct="0">
              <a:buFont typeface="Arial" charset="0"/>
              <a:defRPr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D555F367-4119-4E45-920E-2DA35BF7F925}" type="slidenum">
              <a:rPr kumimoji="0" lang="ja-JP" altLang="en-US" sz="1000" smtClean="0">
                <a:solidFill>
                  <a:prstClr val="black"/>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prstClr val="black"/>
              </a:solidFill>
            </a:endParaRPr>
          </a:p>
        </p:txBody>
      </p:sp>
    </p:spTree>
    <p:extLst>
      <p:ext uri="{BB962C8B-B14F-4D97-AF65-F5344CB8AC3E}">
        <p14:creationId xmlns:p14="http://schemas.microsoft.com/office/powerpoint/2010/main" val="3419764389"/>
      </p:ext>
    </p:extLst>
  </p:cSld>
  <p:clrMap bg1="lt1" tx1="dk1" bg2="lt2" tx2="dk2" accent1="accent1" accent2="accent2" accent3="accent3" accent4="accent4" accent5="accent5" accent6="accent6" hlink="hlink" folHlink="folHlink"/>
  <p:sldLayoutIdLst>
    <p:sldLayoutId id="2147486095" r:id="rId1"/>
    <p:sldLayoutId id="2147486096" r:id="rId2"/>
    <p:sldLayoutId id="2147486097" r:id="rId3"/>
    <p:sldLayoutId id="2147486098" r:id="rId4"/>
    <p:sldLayoutId id="2147486099" r:id="rId5"/>
    <p:sldLayoutId id="2147486100" r:id="rId6"/>
    <p:sldLayoutId id="2147486101" r:id="rId7"/>
    <p:sldLayoutId id="2147486102" r:id="rId8"/>
    <p:sldLayoutId id="2147486103" r:id="rId9"/>
    <p:sldLayoutId id="2147486104" r:id="rId10"/>
    <p:sldLayoutId id="2147486105" r:id="rId11"/>
    <p:sldLayoutId id="2147486106" r:id="rId12"/>
  </p:sldLayoutIdLst>
  <p:transition spd="med"/>
  <p:hf hdr="0" dt="0"/>
  <p:txStyles>
    <p:titleStyle>
      <a:lvl1pPr algn="l" defTabSz="957263" rtl="0" eaLnBrk="0" fontAlgn="base" hangingPunct="0">
        <a:spcBef>
          <a:spcPct val="0"/>
        </a:spcBef>
        <a:spcAft>
          <a:spcPct val="0"/>
        </a:spcAft>
        <a:defRPr kumimoji="1" sz="3800" b="1">
          <a:solidFill>
            <a:schemeClr val="bg2"/>
          </a:solidFill>
          <a:latin typeface="+mj-lt"/>
          <a:ea typeface="+mj-ea"/>
          <a:cs typeface="+mj-cs"/>
        </a:defRPr>
      </a:lvl1pPr>
      <a:lvl2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53"/>
          <p:cNvSpPr>
            <a:spLocks noGrp="1" noChangeArrowheads="1"/>
          </p:cNvSpPr>
          <p:nvPr>
            <p:ph type="body" idx="1"/>
          </p:nvPr>
        </p:nvSpPr>
        <p:spPr bwMode="auto">
          <a:xfrm>
            <a:off x="495300" y="765175"/>
            <a:ext cx="89154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051" name="Rectangle 159"/>
          <p:cNvSpPr>
            <a:spLocks noGrp="1" noChangeArrowheads="1"/>
          </p:cNvSpPr>
          <p:nvPr>
            <p:ph type="title"/>
          </p:nvPr>
        </p:nvSpPr>
        <p:spPr bwMode="auto">
          <a:xfrm>
            <a:off x="447675" y="-60325"/>
            <a:ext cx="842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extLst>
      <p:ext uri="{BB962C8B-B14F-4D97-AF65-F5344CB8AC3E}">
        <p14:creationId xmlns:p14="http://schemas.microsoft.com/office/powerpoint/2010/main" val="695146886"/>
      </p:ext>
    </p:extLst>
  </p:cSld>
  <p:clrMap bg1="lt1" tx1="dk1" bg2="lt2" tx2="dk2" accent1="accent1" accent2="accent2" accent3="accent3" accent4="accent4" accent5="accent5" accent6="accent6" hlink="hlink" folHlink="folHlink"/>
  <p:sldLayoutIdLst>
    <p:sldLayoutId id="2147486122" r:id="rId1"/>
    <p:sldLayoutId id="2147486123" r:id="rId2"/>
  </p:sldLayoutIdLst>
  <p:hf hdr="0" ftr="0" dt="0"/>
  <p:txStyles>
    <p:titleStyle>
      <a:lvl1pPr algn="l" rtl="0" eaLnBrk="0" fontAlgn="base" hangingPunct="0">
        <a:spcBef>
          <a:spcPct val="0"/>
        </a:spcBef>
        <a:spcAft>
          <a:spcPct val="0"/>
        </a:spcAft>
        <a:defRPr kumimoji="1" sz="2000">
          <a:solidFill>
            <a:schemeClr val="tx1"/>
          </a:solidFill>
          <a:latin typeface="Arial" charset="0"/>
          <a:ea typeface="+mj-ea"/>
          <a:cs typeface="+mj-cs"/>
        </a:defRPr>
      </a:lvl1pPr>
      <a:lvl2pPr algn="l" rtl="0" eaLnBrk="0" fontAlgn="base" hangingPunct="0">
        <a:spcBef>
          <a:spcPct val="0"/>
        </a:spcBef>
        <a:spcAft>
          <a:spcPct val="0"/>
        </a:spcAft>
        <a:defRPr kumimoji="1" sz="2000">
          <a:solidFill>
            <a:schemeClr val="tx1"/>
          </a:solidFill>
          <a:latin typeface="Arial" charset="0"/>
          <a:ea typeface="ＭＳ Ｐゴシック" pitchFamily="50" charset="-128"/>
        </a:defRPr>
      </a:lvl2pPr>
      <a:lvl3pPr algn="l" rtl="0" eaLnBrk="0" fontAlgn="base" hangingPunct="0">
        <a:spcBef>
          <a:spcPct val="0"/>
        </a:spcBef>
        <a:spcAft>
          <a:spcPct val="0"/>
        </a:spcAft>
        <a:defRPr kumimoji="1" sz="2000">
          <a:solidFill>
            <a:schemeClr val="tx1"/>
          </a:solidFill>
          <a:latin typeface="Arial" charset="0"/>
          <a:ea typeface="ＭＳ Ｐゴシック" pitchFamily="50" charset="-128"/>
        </a:defRPr>
      </a:lvl3pPr>
      <a:lvl4pPr algn="l" rtl="0" eaLnBrk="0" fontAlgn="base" hangingPunct="0">
        <a:spcBef>
          <a:spcPct val="0"/>
        </a:spcBef>
        <a:spcAft>
          <a:spcPct val="0"/>
        </a:spcAft>
        <a:defRPr kumimoji="1" sz="2000">
          <a:solidFill>
            <a:schemeClr val="tx1"/>
          </a:solidFill>
          <a:latin typeface="Arial" charset="0"/>
          <a:ea typeface="ＭＳ Ｐゴシック" pitchFamily="50" charset="-128"/>
        </a:defRPr>
      </a:lvl4pPr>
      <a:lvl5pPr algn="l" rtl="0" eaLnBrk="0" fontAlgn="base" hangingPunct="0">
        <a:spcBef>
          <a:spcPct val="0"/>
        </a:spcBef>
        <a:spcAft>
          <a:spcPct val="0"/>
        </a:spcAft>
        <a:defRPr kumimoji="1" sz="2000">
          <a:solidFill>
            <a:schemeClr val="tx1"/>
          </a:solidFill>
          <a:latin typeface="Arial" charset="0"/>
          <a:ea typeface="ＭＳ Ｐゴシック" pitchFamily="50" charset="-128"/>
        </a:defRPr>
      </a:lvl5pPr>
      <a:lvl6pPr marL="457200" algn="l" rtl="0" fontAlgn="base">
        <a:spcBef>
          <a:spcPct val="0"/>
        </a:spcBef>
        <a:spcAft>
          <a:spcPct val="0"/>
        </a:spcAft>
        <a:defRPr kumimoji="1" sz="2000">
          <a:solidFill>
            <a:schemeClr val="tx1"/>
          </a:solidFill>
          <a:latin typeface="Arial" charset="0"/>
          <a:ea typeface="ＭＳ Ｐゴシック" pitchFamily="50" charset="-128"/>
        </a:defRPr>
      </a:lvl6pPr>
      <a:lvl7pPr marL="914400" algn="l" rtl="0" fontAlgn="base">
        <a:spcBef>
          <a:spcPct val="0"/>
        </a:spcBef>
        <a:spcAft>
          <a:spcPct val="0"/>
        </a:spcAft>
        <a:defRPr kumimoji="1" sz="2000">
          <a:solidFill>
            <a:schemeClr val="tx1"/>
          </a:solidFill>
          <a:latin typeface="Arial" charset="0"/>
          <a:ea typeface="ＭＳ Ｐゴシック" pitchFamily="50" charset="-128"/>
        </a:defRPr>
      </a:lvl7pPr>
      <a:lvl8pPr marL="1371600" algn="l" rtl="0" fontAlgn="base">
        <a:spcBef>
          <a:spcPct val="0"/>
        </a:spcBef>
        <a:spcAft>
          <a:spcPct val="0"/>
        </a:spcAft>
        <a:defRPr kumimoji="1" sz="2000">
          <a:solidFill>
            <a:schemeClr val="tx1"/>
          </a:solidFill>
          <a:latin typeface="Arial" charset="0"/>
          <a:ea typeface="ＭＳ Ｐゴシック" pitchFamily="50" charset="-128"/>
        </a:defRPr>
      </a:lvl8pPr>
      <a:lvl9pPr marL="1828800" algn="l" rtl="0" fontAlgn="base">
        <a:spcBef>
          <a:spcPct val="0"/>
        </a:spcBef>
        <a:spcAft>
          <a:spcPct val="0"/>
        </a:spcAft>
        <a:defRPr kumimoji="1" sz="2000">
          <a:solidFill>
            <a:schemeClr val="tx1"/>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Arial" charset="0"/>
          <a:ea typeface="+mn-ea"/>
        </a:defRPr>
      </a:lvl2pPr>
      <a:lvl3pPr marL="1143000" indent="-228600" algn="l" rtl="0" eaLnBrk="0" fontAlgn="base" hangingPunct="0">
        <a:spcBef>
          <a:spcPct val="20000"/>
        </a:spcBef>
        <a:spcAft>
          <a:spcPct val="0"/>
        </a:spcAft>
        <a:buChar char="•"/>
        <a:defRPr kumimoji="1" sz="2400">
          <a:solidFill>
            <a:schemeClr val="tx1"/>
          </a:solidFill>
          <a:latin typeface="Arial" charset="0"/>
          <a:ea typeface="+mn-ea"/>
        </a:defRPr>
      </a:lvl3pPr>
      <a:lvl4pPr marL="1600200" indent="-228600" algn="l" rtl="0" eaLnBrk="0" fontAlgn="base" hangingPunct="0">
        <a:spcBef>
          <a:spcPct val="20000"/>
        </a:spcBef>
        <a:spcAft>
          <a:spcPct val="0"/>
        </a:spcAft>
        <a:buChar char="–"/>
        <a:defRPr kumimoji="1" sz="2000">
          <a:solidFill>
            <a:schemeClr val="tx1"/>
          </a:solidFill>
          <a:latin typeface="Arial" charset="0"/>
          <a:ea typeface="+mn-ea"/>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2EC97-F625-B436-D4F2-D5CE58133821}"/>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288BC508-EB26-DEF4-07A6-1AEE4A116FBA}"/>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79FBF908-99B3-500D-CC39-492160751020}"/>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現状、分散では、</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13C05C51-F694-BB4E-8A94-F6E1B39D734A}"/>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C3C5BADB-F074-0382-B3F9-BA2BD3312484}"/>
              </a:ext>
            </a:extLst>
          </p:cNvPr>
          <p:cNvSpPr/>
          <p:nvPr/>
        </p:nvSpPr>
        <p:spPr bwMode="auto">
          <a:xfrm>
            <a:off x="27248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61881F01-43DA-37E7-402F-557C5EFD09BE}"/>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システムで</a:t>
            </a:r>
            <a:r>
              <a:rPr lang="ja-JP" altLang="en-US" sz="1200" dirty="0">
                <a:latin typeface="Meiryo UI" panose="020B0604030504040204" pitchFamily="50" charset="-128"/>
                <a:ea typeface="Meiryo UI" panose="020B0604030504040204" pitchFamily="50" charset="-128"/>
              </a:rPr>
              <a:t>は標準化の度合いが高く、テスト計画作業に単純な手作業の部分はパターン化にして、自動化検討を行いました。</a:t>
            </a:r>
            <a:endParaRPr lang="en-US" altLang="ja-JP" sz="1200" dirty="0">
              <a:latin typeface="Meiryo UI" panose="020B0604030504040204" pitchFamily="50" charset="-128"/>
              <a:ea typeface="Meiryo UI" panose="020B0604030504040204" pitchFamily="50" charset="-128"/>
            </a:endParaRPr>
          </a:p>
        </p:txBody>
      </p:sp>
      <p:sp>
        <p:nvSpPr>
          <p:cNvPr id="158" name="正方形/長方形 157">
            <a:extLst>
              <a:ext uri="{FF2B5EF4-FFF2-40B4-BE49-F238E27FC236}">
                <a16:creationId xmlns:a16="http://schemas.microsoft.com/office/drawing/2014/main" id="{C94E408B-2768-7539-B766-31FA5D328C9A}"/>
              </a:ext>
            </a:extLst>
          </p:cNvPr>
          <p:cNvSpPr/>
          <p:nvPr/>
        </p:nvSpPr>
        <p:spPr bwMode="auto">
          <a:xfrm>
            <a:off x="1856656" y="594052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AutoShape 257">
            <a:hlinkClick r:id="" action="ppaction://noaction"/>
            <a:extLst>
              <a:ext uri="{FF2B5EF4-FFF2-40B4-BE49-F238E27FC236}">
                <a16:creationId xmlns:a16="http://schemas.microsoft.com/office/drawing/2014/main" id="{55EBB54F-9160-E295-5FA9-3D9743DBBB58}"/>
              </a:ext>
            </a:extLst>
          </p:cNvPr>
          <p:cNvSpPr>
            <a:spLocks noChangeArrowheads="1"/>
          </p:cNvSpPr>
          <p:nvPr/>
        </p:nvSpPr>
        <p:spPr bwMode="auto">
          <a:xfrm>
            <a:off x="9979449" y="342649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2" name="矢印: 右 171">
            <a:extLst>
              <a:ext uri="{FF2B5EF4-FFF2-40B4-BE49-F238E27FC236}">
                <a16:creationId xmlns:a16="http://schemas.microsoft.com/office/drawing/2014/main" id="{8C6C5B9F-3389-E350-8B8E-080576B59028}"/>
              </a:ext>
            </a:extLst>
          </p:cNvPr>
          <p:cNvSpPr/>
          <p:nvPr/>
        </p:nvSpPr>
        <p:spPr bwMode="auto">
          <a:xfrm>
            <a:off x="10771068" y="1707783"/>
            <a:ext cx="323717" cy="231663"/>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graphicFrame>
        <p:nvGraphicFramePr>
          <p:cNvPr id="173" name="図表 172">
            <a:extLst>
              <a:ext uri="{FF2B5EF4-FFF2-40B4-BE49-F238E27FC236}">
                <a16:creationId xmlns:a16="http://schemas.microsoft.com/office/drawing/2014/main" id="{912BF09B-B1AB-1284-3424-869C103B3F8B}"/>
              </a:ext>
            </a:extLst>
          </p:cNvPr>
          <p:cNvGraphicFramePr/>
          <p:nvPr>
            <p:extLst>
              <p:ext uri="{D42A27DB-BD31-4B8C-83A1-F6EECF244321}">
                <p14:modId xmlns:p14="http://schemas.microsoft.com/office/powerpoint/2010/main" val="2770169660"/>
              </p:ext>
            </p:extLst>
          </p:nvPr>
        </p:nvGraphicFramePr>
        <p:xfrm>
          <a:off x="835182" y="2330018"/>
          <a:ext cx="8870345" cy="1647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5" name="テキスト ボックス 184">
            <a:extLst>
              <a:ext uri="{FF2B5EF4-FFF2-40B4-BE49-F238E27FC236}">
                <a16:creationId xmlns:a16="http://schemas.microsoft.com/office/drawing/2014/main" id="{3DCE789D-E8E9-3408-CA36-81B361E446F9}"/>
              </a:ext>
            </a:extLst>
          </p:cNvPr>
          <p:cNvSpPr txBox="1"/>
          <p:nvPr/>
        </p:nvSpPr>
        <p:spPr>
          <a:xfrm>
            <a:off x="936198" y="4159134"/>
            <a:ext cx="4578497" cy="1177245"/>
          </a:xfrm>
          <a:prstGeom prst="rect">
            <a:avLst/>
          </a:prstGeom>
          <a:solidFill>
            <a:schemeClr val="bg1"/>
          </a:solidFill>
        </p:spPr>
        <p:txBody>
          <a:bodyPr wrap="none" rtlCol="0">
            <a:spAutoFit/>
          </a:bodyPr>
          <a:lstStyle/>
          <a:p>
            <a:pPr>
              <a:spcAft>
                <a:spcPts val="300"/>
              </a:spcAft>
              <a:buClr>
                <a:srgbClr val="4F81BD"/>
              </a:buClr>
              <a:buFont typeface="Wingdings" pitchFamily="2" charset="2"/>
              <a:buChar char="u"/>
            </a:pP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におけるテスト計画では、下記の特徴であり。</a:t>
            </a:r>
            <a:endParaRPr lang="en-US" altLang="ja-JP" sz="16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成果物フォーマットは標準化されて、フォーマット構成が統一であり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詳細設計ドキュメント、ソースも標準化されて、ツール解析可能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テスト基準に従って、同一な</a:t>
            </a: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類型のテストパータンが同じ</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表の合併、分割が多く、整理時間がかかり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r"/>
            <a:endParaRPr kumimoji="1" lang="ja-JP" altLang="en-US" sz="600" dirty="0"/>
          </a:p>
        </p:txBody>
      </p:sp>
      <p:sp>
        <p:nvSpPr>
          <p:cNvPr id="186" name="テキスト ボックス 16">
            <a:extLst>
              <a:ext uri="{FF2B5EF4-FFF2-40B4-BE49-F238E27FC236}">
                <a16:creationId xmlns:a16="http://schemas.microsoft.com/office/drawing/2014/main" id="{D7509E0B-4B55-61AA-388D-B1ECDF0D70DF}"/>
              </a:ext>
            </a:extLst>
          </p:cNvPr>
          <p:cNvSpPr txBox="1">
            <a:spLocks noChangeArrowheads="1"/>
          </p:cNvSpPr>
          <p:nvPr/>
        </p:nvSpPr>
        <p:spPr bwMode="auto">
          <a:xfrm>
            <a:off x="835183" y="2091061"/>
            <a:ext cx="1525529"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en-US" altLang="ja-JP" sz="1000" dirty="0">
                <a:solidFill>
                  <a:prstClr val="black"/>
                </a:solidFill>
                <a:latin typeface="Meiryo UI" pitchFamily="50" charset="-128"/>
                <a:ea typeface="Meiryo UI" pitchFamily="50" charset="-128"/>
                <a:cs typeface="Meiryo UI" pitchFamily="50" charset="-128"/>
              </a:rPr>
              <a:t>※</a:t>
            </a:r>
            <a:r>
              <a:rPr lang="ja-JP" altLang="en-US" sz="1000" dirty="0">
                <a:solidFill>
                  <a:prstClr val="black"/>
                </a:solidFill>
                <a:latin typeface="Meiryo UI" pitchFamily="50" charset="-128"/>
                <a:ea typeface="Meiryo UI" pitchFamily="50" charset="-128"/>
                <a:cs typeface="Meiryo UI" pitchFamily="50" charset="-128"/>
              </a:rPr>
              <a:t>テスト計画作業流れ：</a:t>
            </a:r>
          </a:p>
        </p:txBody>
      </p:sp>
      <p:sp>
        <p:nvSpPr>
          <p:cNvPr id="154" name="テキスト ボックス 16">
            <a:extLst>
              <a:ext uri="{FF2B5EF4-FFF2-40B4-BE49-F238E27FC236}">
                <a16:creationId xmlns:a16="http://schemas.microsoft.com/office/drawing/2014/main" id="{8D89BAE4-84BF-4551-3FEF-B3560AB46E0B}"/>
              </a:ext>
            </a:extLst>
          </p:cNvPr>
          <p:cNvSpPr txBox="1">
            <a:spLocks noChangeArrowheads="1"/>
          </p:cNvSpPr>
          <p:nvPr/>
        </p:nvSpPr>
        <p:spPr bwMode="auto">
          <a:xfrm>
            <a:off x="896025" y="2571291"/>
            <a:ext cx="1403844"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t>詳細設計読み合わせ</a:t>
            </a:r>
          </a:p>
        </p:txBody>
      </p:sp>
      <p:sp>
        <p:nvSpPr>
          <p:cNvPr id="187" name="テキスト ボックス 16">
            <a:extLst>
              <a:ext uri="{FF2B5EF4-FFF2-40B4-BE49-F238E27FC236}">
                <a16:creationId xmlns:a16="http://schemas.microsoft.com/office/drawing/2014/main" id="{2B012CEB-9175-631F-C87B-BF38682C4129}"/>
              </a:ext>
            </a:extLst>
          </p:cNvPr>
          <p:cNvSpPr txBox="1">
            <a:spLocks noChangeArrowheads="1"/>
          </p:cNvSpPr>
          <p:nvPr/>
        </p:nvSpPr>
        <p:spPr bwMode="auto">
          <a:xfrm>
            <a:off x="3202979" y="2566562"/>
            <a:ext cx="1403844" cy="3693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en-US" altLang="ja-JP" sz="900" dirty="0"/>
              <a:t>PGM</a:t>
            </a:r>
            <a:r>
              <a:rPr lang="ja-JP" altLang="en-US" sz="900" dirty="0"/>
              <a:t>類型より</a:t>
            </a:r>
            <a:endParaRPr lang="en-US" altLang="ja-JP" sz="900" dirty="0"/>
          </a:p>
          <a:p>
            <a:pPr marL="0" indent="0" eaLnBrk="1" hangingPunct="1">
              <a:spcBef>
                <a:spcPct val="0"/>
              </a:spcBef>
              <a:buNone/>
            </a:pPr>
            <a:r>
              <a:rPr lang="ja-JP" altLang="en-US" sz="900" dirty="0"/>
              <a:t>　　テストパータン決定</a:t>
            </a:r>
          </a:p>
        </p:txBody>
      </p:sp>
      <p:sp>
        <p:nvSpPr>
          <p:cNvPr id="188" name="テキスト ボックス 16">
            <a:extLst>
              <a:ext uri="{FF2B5EF4-FFF2-40B4-BE49-F238E27FC236}">
                <a16:creationId xmlns:a16="http://schemas.microsoft.com/office/drawing/2014/main" id="{E899C7B3-BC71-C4BB-2C48-7731B2263524}"/>
              </a:ext>
            </a:extLst>
          </p:cNvPr>
          <p:cNvSpPr txBox="1">
            <a:spLocks noChangeArrowheads="1"/>
          </p:cNvSpPr>
          <p:nvPr/>
        </p:nvSpPr>
        <p:spPr bwMode="auto">
          <a:xfrm>
            <a:off x="5509933" y="2519347"/>
            <a:ext cx="1403844" cy="3693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t>テストパータンより、</a:t>
            </a:r>
            <a:endParaRPr lang="en-US" altLang="ja-JP" sz="900" dirty="0"/>
          </a:p>
          <a:p>
            <a:pPr marL="0" indent="0" eaLnBrk="1" hangingPunct="1">
              <a:spcBef>
                <a:spcPct val="0"/>
              </a:spcBef>
              <a:buNone/>
            </a:pPr>
            <a:r>
              <a:rPr lang="ja-JP" altLang="en-US" sz="900" dirty="0"/>
              <a:t>　　テストケース作成</a:t>
            </a:r>
          </a:p>
        </p:txBody>
      </p:sp>
    </p:spTree>
    <p:extLst>
      <p:ext uri="{BB962C8B-B14F-4D97-AF65-F5344CB8AC3E}">
        <p14:creationId xmlns:p14="http://schemas.microsoft.com/office/powerpoint/2010/main" val="22508035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24B3-733C-ADC7-714A-473C6BD5CA07}"/>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976700EE-D86F-08AC-1164-E1D228EEDBF5}"/>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A0D92410-2236-55C6-5476-0444C3227583}"/>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現状、分散では、</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70CE702-1FB4-4134-C7A8-60FF732C67E6}"/>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B2CE111B-89E0-D9E2-82EF-9954B356F0E6}"/>
              </a:ext>
            </a:extLst>
          </p:cNvPr>
          <p:cNvSpPr/>
          <p:nvPr/>
        </p:nvSpPr>
        <p:spPr bwMode="auto">
          <a:xfrm>
            <a:off x="27248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60745DB8-C177-FD5B-C499-BCC4DC9D2F7C}"/>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システムで</a:t>
            </a:r>
            <a:r>
              <a:rPr lang="ja-JP" altLang="en-US" sz="1200" dirty="0">
                <a:latin typeface="Meiryo UI" panose="020B0604030504040204" pitchFamily="50" charset="-128"/>
                <a:ea typeface="Meiryo UI" panose="020B0604030504040204" pitchFamily="50" charset="-128"/>
              </a:rPr>
              <a:t>は標準化の度合いが高く、テスト計画作業に単純な手作業の部分はパターン化にして、自動化検討を行いました。</a:t>
            </a:r>
            <a:endParaRPr lang="en-US" altLang="ja-JP" sz="1200" dirty="0">
              <a:latin typeface="Meiryo UI" panose="020B0604030504040204" pitchFamily="50" charset="-128"/>
              <a:ea typeface="Meiryo UI" panose="020B0604030504040204" pitchFamily="50" charset="-128"/>
            </a:endParaRPr>
          </a:p>
          <a:p>
            <a:pPr fontAlgn="base">
              <a:spcAft>
                <a:spcPts val="300"/>
              </a:spcAft>
              <a:buClr>
                <a:srgbClr val="4F81BD"/>
              </a:buClr>
              <a:buFont typeface="Wingdings" pitchFamily="2" charset="2"/>
              <a:buChar char="u"/>
            </a:pP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におけるテスト計画では、下記の特徴であり。</a:t>
            </a:r>
            <a:endParaRPr lang="en-US" altLang="ja-JP" sz="16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成果物フォーマットは標準化されて、フォーマット構成が統一であり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詳細設計ドキュメント、ソースも標準化されて、ツール解析可能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テスト基準に従って、同一な</a:t>
            </a: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類型のテストパータンが同じ</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表の合併、分割が多く、整理時間がかかり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1A0E3359-054E-C504-5782-520E5575A022}"/>
              </a:ext>
            </a:extLst>
          </p:cNvPr>
          <p:cNvSpPr>
            <a:spLocks noChangeArrowheads="1"/>
          </p:cNvSpPr>
          <p:nvPr/>
        </p:nvSpPr>
        <p:spPr bwMode="auto">
          <a:xfrm>
            <a:off x="3795670" y="4533171"/>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1" name="AutoShape 257">
            <a:hlinkClick r:id="" action="ppaction://noaction"/>
            <a:extLst>
              <a:ext uri="{FF2B5EF4-FFF2-40B4-BE49-F238E27FC236}">
                <a16:creationId xmlns:a16="http://schemas.microsoft.com/office/drawing/2014/main" id="{81F0BEA1-5C14-327A-2CBF-5C596D48D44F}"/>
              </a:ext>
            </a:extLst>
          </p:cNvPr>
          <p:cNvSpPr>
            <a:spLocks noChangeArrowheads="1"/>
          </p:cNvSpPr>
          <p:nvPr/>
        </p:nvSpPr>
        <p:spPr bwMode="auto">
          <a:xfrm>
            <a:off x="6802672" y="453636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18" name="二等辺三角形 117">
            <a:extLst>
              <a:ext uri="{FF2B5EF4-FFF2-40B4-BE49-F238E27FC236}">
                <a16:creationId xmlns:a16="http://schemas.microsoft.com/office/drawing/2014/main" id="{AC484C0A-89EE-3091-4396-E12CB110769B}"/>
              </a:ext>
            </a:extLst>
          </p:cNvPr>
          <p:cNvSpPr/>
          <p:nvPr/>
        </p:nvSpPr>
        <p:spPr bwMode="auto">
          <a:xfrm rot="5400000">
            <a:off x="4173501" y="5052099"/>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0" name="二等辺三角形 119">
            <a:extLst>
              <a:ext uri="{FF2B5EF4-FFF2-40B4-BE49-F238E27FC236}">
                <a16:creationId xmlns:a16="http://schemas.microsoft.com/office/drawing/2014/main" id="{13EE6370-65F8-2593-DAB0-25923756CB16}"/>
              </a:ext>
            </a:extLst>
          </p:cNvPr>
          <p:cNvSpPr/>
          <p:nvPr/>
        </p:nvSpPr>
        <p:spPr bwMode="auto">
          <a:xfrm rot="5400000">
            <a:off x="6325672" y="478343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1" name="二等辺三角形 120">
            <a:extLst>
              <a:ext uri="{FF2B5EF4-FFF2-40B4-BE49-F238E27FC236}">
                <a16:creationId xmlns:a16="http://schemas.microsoft.com/office/drawing/2014/main" id="{B3679A28-34CD-4512-7AB1-F295910F3C80}"/>
              </a:ext>
            </a:extLst>
          </p:cNvPr>
          <p:cNvSpPr/>
          <p:nvPr/>
        </p:nvSpPr>
        <p:spPr bwMode="auto">
          <a:xfrm rot="5400000">
            <a:off x="7225055" y="4908722"/>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4" name="正方形/長方形 123">
            <a:extLst>
              <a:ext uri="{FF2B5EF4-FFF2-40B4-BE49-F238E27FC236}">
                <a16:creationId xmlns:a16="http://schemas.microsoft.com/office/drawing/2014/main" id="{DC0A02FA-8522-1845-ED0D-A430F868945C}"/>
              </a:ext>
            </a:extLst>
          </p:cNvPr>
          <p:cNvSpPr/>
          <p:nvPr/>
        </p:nvSpPr>
        <p:spPr bwMode="auto">
          <a:xfrm>
            <a:off x="7806247" y="4823539"/>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125" name="テキスト ボックス 16">
            <a:extLst>
              <a:ext uri="{FF2B5EF4-FFF2-40B4-BE49-F238E27FC236}">
                <a16:creationId xmlns:a16="http://schemas.microsoft.com/office/drawing/2014/main" id="{54A47A37-1CEB-F829-B8EF-7C123E76C402}"/>
              </a:ext>
            </a:extLst>
          </p:cNvPr>
          <p:cNvSpPr txBox="1">
            <a:spLocks noChangeArrowheads="1"/>
          </p:cNvSpPr>
          <p:nvPr/>
        </p:nvSpPr>
        <p:spPr bwMode="auto">
          <a:xfrm>
            <a:off x="7617296" y="5126576"/>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sp>
        <p:nvSpPr>
          <p:cNvPr id="136" name="テキスト ボックス 16">
            <a:extLst>
              <a:ext uri="{FF2B5EF4-FFF2-40B4-BE49-F238E27FC236}">
                <a16:creationId xmlns:a16="http://schemas.microsoft.com/office/drawing/2014/main" id="{7AAA457E-6E50-A327-39CD-425673D2AE72}"/>
              </a:ext>
            </a:extLst>
          </p:cNvPr>
          <p:cNvSpPr txBox="1">
            <a:spLocks noChangeArrowheads="1"/>
          </p:cNvSpPr>
          <p:nvPr/>
        </p:nvSpPr>
        <p:spPr bwMode="auto">
          <a:xfrm>
            <a:off x="1839286" y="3765318"/>
            <a:ext cx="1806576" cy="400110"/>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詳細設計等入手資料より上記の内容を確認</a:t>
            </a:r>
          </a:p>
        </p:txBody>
      </p:sp>
      <p:grpSp>
        <p:nvGrpSpPr>
          <p:cNvPr id="137" name="グループ化 136">
            <a:extLst>
              <a:ext uri="{FF2B5EF4-FFF2-40B4-BE49-F238E27FC236}">
                <a16:creationId xmlns:a16="http://schemas.microsoft.com/office/drawing/2014/main" id="{DA9C1AA8-DDBF-781E-1462-89A312010A44}"/>
              </a:ext>
            </a:extLst>
          </p:cNvPr>
          <p:cNvGrpSpPr/>
          <p:nvPr/>
        </p:nvGrpSpPr>
        <p:grpSpPr>
          <a:xfrm>
            <a:off x="4769559" y="4505548"/>
            <a:ext cx="1745335" cy="1515740"/>
            <a:chOff x="5979274" y="2077686"/>
            <a:chExt cx="1404275" cy="1515740"/>
          </a:xfrm>
        </p:grpSpPr>
        <p:sp>
          <p:nvSpPr>
            <p:cNvPr id="138" name="正方形/長方形 137">
              <a:extLst>
                <a:ext uri="{FF2B5EF4-FFF2-40B4-BE49-F238E27FC236}">
                  <a16:creationId xmlns:a16="http://schemas.microsoft.com/office/drawing/2014/main" id="{6E7C0DC6-487B-15CD-6EAD-D4A9BB53D071}"/>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9" name="正方形/長方形 138">
              <a:extLst>
                <a:ext uri="{FF2B5EF4-FFF2-40B4-BE49-F238E27FC236}">
                  <a16:creationId xmlns:a16="http://schemas.microsoft.com/office/drawing/2014/main" id="{81C257EF-4A71-E964-1416-D214AF276433}"/>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0" name="正方形/長方形 139">
              <a:extLst>
                <a:ext uri="{FF2B5EF4-FFF2-40B4-BE49-F238E27FC236}">
                  <a16:creationId xmlns:a16="http://schemas.microsoft.com/office/drawing/2014/main" id="{90F6A3E1-FE1C-FA4F-A9EF-170F69D6A4F4}"/>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141" name="正方形/長方形 140">
              <a:extLst>
                <a:ext uri="{FF2B5EF4-FFF2-40B4-BE49-F238E27FC236}">
                  <a16:creationId xmlns:a16="http://schemas.microsoft.com/office/drawing/2014/main" id="{BC51B527-7570-CAEA-FB51-C895AE6BB6B0}"/>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142" name="正方形/長方形 141">
              <a:extLst>
                <a:ext uri="{FF2B5EF4-FFF2-40B4-BE49-F238E27FC236}">
                  <a16:creationId xmlns:a16="http://schemas.microsoft.com/office/drawing/2014/main" id="{11708B10-7A74-68BE-0A82-FE81707423E2}"/>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4" name="テキスト ボックス 16">
              <a:extLst>
                <a:ext uri="{FF2B5EF4-FFF2-40B4-BE49-F238E27FC236}">
                  <a16:creationId xmlns:a16="http://schemas.microsoft.com/office/drawing/2014/main" id="{006A3E0D-B0E5-6B1E-83BB-90DBA973985E}"/>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手作業で別紙を作成</a:t>
              </a:r>
            </a:p>
          </p:txBody>
        </p:sp>
      </p:grpSp>
      <p:sp>
        <p:nvSpPr>
          <p:cNvPr id="147" name="AutoShape 257">
            <a:hlinkClick r:id="" action="ppaction://noaction"/>
            <a:extLst>
              <a:ext uri="{FF2B5EF4-FFF2-40B4-BE49-F238E27FC236}">
                <a16:creationId xmlns:a16="http://schemas.microsoft.com/office/drawing/2014/main" id="{1593014F-657C-EF77-DEBC-009AB8B2A2F6}"/>
              </a:ext>
            </a:extLst>
          </p:cNvPr>
          <p:cNvSpPr>
            <a:spLocks noChangeArrowheads="1"/>
          </p:cNvSpPr>
          <p:nvPr/>
        </p:nvSpPr>
        <p:spPr bwMode="auto">
          <a:xfrm>
            <a:off x="3795670" y="523479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8" name="AutoShape 257">
            <a:hlinkClick r:id="" action="ppaction://noaction"/>
            <a:extLst>
              <a:ext uri="{FF2B5EF4-FFF2-40B4-BE49-F238E27FC236}">
                <a16:creationId xmlns:a16="http://schemas.microsoft.com/office/drawing/2014/main" id="{0C65A24E-944C-6627-BF4A-CA29F84EEAFC}"/>
              </a:ext>
            </a:extLst>
          </p:cNvPr>
          <p:cNvSpPr>
            <a:spLocks noChangeArrowheads="1"/>
          </p:cNvSpPr>
          <p:nvPr/>
        </p:nvSpPr>
        <p:spPr bwMode="auto">
          <a:xfrm>
            <a:off x="6803327" y="523328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ソース</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9" name="AutoShape 257">
            <a:hlinkClick r:id="" action="ppaction://noaction"/>
            <a:extLst>
              <a:ext uri="{FF2B5EF4-FFF2-40B4-BE49-F238E27FC236}">
                <a16:creationId xmlns:a16="http://schemas.microsoft.com/office/drawing/2014/main" id="{F6249831-0F3E-C449-C72C-77F435ABF058}"/>
              </a:ext>
            </a:extLst>
          </p:cNvPr>
          <p:cNvSpPr>
            <a:spLocks noChangeArrowheads="1"/>
          </p:cNvSpPr>
          <p:nvPr/>
        </p:nvSpPr>
        <p:spPr bwMode="auto">
          <a:xfrm>
            <a:off x="8852328" y="4829652"/>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50" name="Picture 37" descr="j0433941">
            <a:extLst>
              <a:ext uri="{FF2B5EF4-FFF2-40B4-BE49-F238E27FC236}">
                <a16:creationId xmlns:a16="http://schemas.microsoft.com/office/drawing/2014/main" id="{DBE2805C-2AC6-B68E-DFEA-3E41359802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9144" y="572205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37" descr="j0433941">
            <a:extLst>
              <a:ext uri="{FF2B5EF4-FFF2-40B4-BE49-F238E27FC236}">
                <a16:creationId xmlns:a16="http://schemas.microsoft.com/office/drawing/2014/main" id="{3FB9410C-88A7-01DF-7DB6-2EF7997193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0737" y="3902735"/>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37" descr="j0433941">
            <a:extLst>
              <a:ext uri="{FF2B5EF4-FFF2-40B4-BE49-F238E27FC236}">
                <a16:creationId xmlns:a16="http://schemas.microsoft.com/office/drawing/2014/main" id="{7EF0B008-5C64-C87D-BE5B-41C3D687A1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5156" y="571073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テキスト ボックス 16">
            <a:extLst>
              <a:ext uri="{FF2B5EF4-FFF2-40B4-BE49-F238E27FC236}">
                <a16:creationId xmlns:a16="http://schemas.microsoft.com/office/drawing/2014/main" id="{BF4602A1-9267-C45C-27A9-B529E831A093}"/>
              </a:ext>
            </a:extLst>
          </p:cNvPr>
          <p:cNvSpPr txBox="1">
            <a:spLocks noChangeArrowheads="1"/>
          </p:cNvSpPr>
          <p:nvPr/>
        </p:nvSpPr>
        <p:spPr bwMode="auto">
          <a:xfrm>
            <a:off x="7681048" y="5771121"/>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154" name="テキスト ボックス 16">
            <a:extLst>
              <a:ext uri="{FF2B5EF4-FFF2-40B4-BE49-F238E27FC236}">
                <a16:creationId xmlns:a16="http://schemas.microsoft.com/office/drawing/2014/main" id="{43EA6735-0DC5-C812-F2D2-E98A3861FE47}"/>
              </a:ext>
            </a:extLst>
          </p:cNvPr>
          <p:cNvSpPr txBox="1">
            <a:spLocks noChangeArrowheads="1"/>
          </p:cNvSpPr>
          <p:nvPr/>
        </p:nvSpPr>
        <p:spPr bwMode="auto">
          <a:xfrm>
            <a:off x="6580306" y="2897736"/>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155" name="正方形/長方形 154">
            <a:extLst>
              <a:ext uri="{FF2B5EF4-FFF2-40B4-BE49-F238E27FC236}">
                <a16:creationId xmlns:a16="http://schemas.microsoft.com/office/drawing/2014/main" id="{4496131F-1337-CEA4-2CBB-E16902B558DE}"/>
              </a:ext>
            </a:extLst>
          </p:cNvPr>
          <p:cNvSpPr/>
          <p:nvPr/>
        </p:nvSpPr>
        <p:spPr bwMode="auto">
          <a:xfrm>
            <a:off x="1856656" y="4660414"/>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6" name="正方形/長方形 155">
            <a:extLst>
              <a:ext uri="{FF2B5EF4-FFF2-40B4-BE49-F238E27FC236}">
                <a16:creationId xmlns:a16="http://schemas.microsoft.com/office/drawing/2014/main" id="{E2B4DBE1-3BF5-AAC6-A9B1-17FD78F0203E}"/>
              </a:ext>
            </a:extLst>
          </p:cNvPr>
          <p:cNvSpPr/>
          <p:nvPr/>
        </p:nvSpPr>
        <p:spPr bwMode="auto">
          <a:xfrm>
            <a:off x="1856656" y="507748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7" name="正方形/長方形 156">
            <a:extLst>
              <a:ext uri="{FF2B5EF4-FFF2-40B4-BE49-F238E27FC236}">
                <a16:creationId xmlns:a16="http://schemas.microsoft.com/office/drawing/2014/main" id="{F5C6FB8E-94A9-6973-5D4A-B5A8F8A5F35F}"/>
              </a:ext>
            </a:extLst>
          </p:cNvPr>
          <p:cNvSpPr/>
          <p:nvPr/>
        </p:nvSpPr>
        <p:spPr bwMode="auto">
          <a:xfrm>
            <a:off x="1856656" y="550900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正方形/長方形 157">
            <a:extLst>
              <a:ext uri="{FF2B5EF4-FFF2-40B4-BE49-F238E27FC236}">
                <a16:creationId xmlns:a16="http://schemas.microsoft.com/office/drawing/2014/main" id="{7DA2858E-D840-527F-9B9E-E61D5A9CB23C}"/>
              </a:ext>
            </a:extLst>
          </p:cNvPr>
          <p:cNvSpPr/>
          <p:nvPr/>
        </p:nvSpPr>
        <p:spPr bwMode="auto">
          <a:xfrm>
            <a:off x="1856656" y="594052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1" name="矩形 10">
            <a:extLst>
              <a:ext uri="{FF2B5EF4-FFF2-40B4-BE49-F238E27FC236}">
                <a16:creationId xmlns:a16="http://schemas.microsoft.com/office/drawing/2014/main" id="{C274D295-B628-FFB9-9A52-D188376505AC}"/>
              </a:ext>
            </a:extLst>
          </p:cNvPr>
          <p:cNvSpPr/>
          <p:nvPr/>
        </p:nvSpPr>
        <p:spPr>
          <a:xfrm>
            <a:off x="6401355" y="3556763"/>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書式生成</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AutoShape 257">
            <a:hlinkClick r:id="" action="ppaction://noaction"/>
            <a:extLst>
              <a:ext uri="{FF2B5EF4-FFF2-40B4-BE49-F238E27FC236}">
                <a16:creationId xmlns:a16="http://schemas.microsoft.com/office/drawing/2014/main" id="{693F13CF-F654-1029-CD17-B3C2A5C453F9}"/>
              </a:ext>
            </a:extLst>
          </p:cNvPr>
          <p:cNvSpPr>
            <a:spLocks noChangeArrowheads="1"/>
          </p:cNvSpPr>
          <p:nvPr/>
        </p:nvSpPr>
        <p:spPr bwMode="auto">
          <a:xfrm>
            <a:off x="9979449" y="342649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3" name="二等辺三角形 162">
            <a:extLst>
              <a:ext uri="{FF2B5EF4-FFF2-40B4-BE49-F238E27FC236}">
                <a16:creationId xmlns:a16="http://schemas.microsoft.com/office/drawing/2014/main" id="{618E9D60-9AF5-9C90-774C-AC066B08392B}"/>
              </a:ext>
            </a:extLst>
          </p:cNvPr>
          <p:cNvSpPr/>
          <p:nvPr/>
        </p:nvSpPr>
        <p:spPr bwMode="auto">
          <a:xfrm rot="5400000">
            <a:off x="7676343" y="3732265"/>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4" name="矩形 10">
            <a:extLst>
              <a:ext uri="{FF2B5EF4-FFF2-40B4-BE49-F238E27FC236}">
                <a16:creationId xmlns:a16="http://schemas.microsoft.com/office/drawing/2014/main" id="{6687068C-7011-D190-03A3-6EE845661599}"/>
              </a:ext>
            </a:extLst>
          </p:cNvPr>
          <p:cNvSpPr/>
          <p:nvPr/>
        </p:nvSpPr>
        <p:spPr>
          <a:xfrm>
            <a:off x="8138037" y="3544412"/>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テストデータ記入</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70" name="Picture 37" descr="j0433941">
            <a:extLst>
              <a:ext uri="{FF2B5EF4-FFF2-40B4-BE49-F238E27FC236}">
                <a16:creationId xmlns:a16="http://schemas.microsoft.com/office/drawing/2014/main" id="{1067129A-5B8A-8160-9F2F-0F97FB9D7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94" y="3800527"/>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矢印: 右 171">
            <a:extLst>
              <a:ext uri="{FF2B5EF4-FFF2-40B4-BE49-F238E27FC236}">
                <a16:creationId xmlns:a16="http://schemas.microsoft.com/office/drawing/2014/main" id="{7F5230E4-8FC2-40CC-939B-48A2F6B9FE63}"/>
              </a:ext>
            </a:extLst>
          </p:cNvPr>
          <p:cNvSpPr/>
          <p:nvPr/>
        </p:nvSpPr>
        <p:spPr bwMode="auto">
          <a:xfrm>
            <a:off x="10771068" y="1707783"/>
            <a:ext cx="323717" cy="231663"/>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graphicFrame>
        <p:nvGraphicFramePr>
          <p:cNvPr id="173" name="図表 172">
            <a:extLst>
              <a:ext uri="{FF2B5EF4-FFF2-40B4-BE49-F238E27FC236}">
                <a16:creationId xmlns:a16="http://schemas.microsoft.com/office/drawing/2014/main" id="{72A7105D-615A-BD36-5E7D-B191F3EC3FC9}"/>
              </a:ext>
            </a:extLst>
          </p:cNvPr>
          <p:cNvGraphicFramePr/>
          <p:nvPr/>
        </p:nvGraphicFramePr>
        <p:xfrm>
          <a:off x="1150311" y="4752205"/>
          <a:ext cx="8982357" cy="4402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412845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CED1-F0EC-943F-E456-C9391FAF5BB1}"/>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8D86F695-BB0C-4DE6-3232-D8EC1667703A}"/>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45AB110D-23F3-521E-619B-93532C0BDC24}"/>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BC871859-7B6E-2A59-F455-F9F94BEA4E64}"/>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FA8B3C7C-CA67-73AF-E6AA-4F0283D2F0B6}"/>
              </a:ext>
            </a:extLst>
          </p:cNvPr>
          <p:cNvSpPr/>
          <p:nvPr/>
        </p:nvSpPr>
        <p:spPr bwMode="auto">
          <a:xfrm>
            <a:off x="27248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095873F5-951C-628B-B5EA-DE7D681D25C8}"/>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システムにおけるテスト計画作業の現状と課題を以下に記載する。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9" name="AutoShape 257">
            <a:hlinkClick r:id="" action="ppaction://noaction"/>
            <a:extLst>
              <a:ext uri="{FF2B5EF4-FFF2-40B4-BE49-F238E27FC236}">
                <a16:creationId xmlns:a16="http://schemas.microsoft.com/office/drawing/2014/main" id="{59C8721C-FDC6-60D2-E3B4-7F2EDC6469B8}"/>
              </a:ext>
            </a:extLst>
          </p:cNvPr>
          <p:cNvSpPr>
            <a:spLocks noChangeArrowheads="1"/>
          </p:cNvSpPr>
          <p:nvPr/>
        </p:nvSpPr>
        <p:spPr bwMode="auto">
          <a:xfrm>
            <a:off x="819412" y="2253107"/>
            <a:ext cx="593682"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5381AC27-5607-8A78-BFAD-3236ED65BBB5}"/>
              </a:ext>
            </a:extLst>
          </p:cNvPr>
          <p:cNvSpPr>
            <a:spLocks noChangeArrowheads="1"/>
          </p:cNvSpPr>
          <p:nvPr/>
        </p:nvSpPr>
        <p:spPr bwMode="auto">
          <a:xfrm>
            <a:off x="3795670" y="4533171"/>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1" name="AutoShape 257">
            <a:hlinkClick r:id="" action="ppaction://noaction"/>
            <a:extLst>
              <a:ext uri="{FF2B5EF4-FFF2-40B4-BE49-F238E27FC236}">
                <a16:creationId xmlns:a16="http://schemas.microsoft.com/office/drawing/2014/main" id="{1F7DC7BC-AA21-41A4-5C90-60881B5E4EFE}"/>
              </a:ext>
            </a:extLst>
          </p:cNvPr>
          <p:cNvSpPr>
            <a:spLocks noChangeArrowheads="1"/>
          </p:cNvSpPr>
          <p:nvPr/>
        </p:nvSpPr>
        <p:spPr bwMode="auto">
          <a:xfrm>
            <a:off x="6802672" y="453636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15" name="二等辺三角形 114">
            <a:extLst>
              <a:ext uri="{FF2B5EF4-FFF2-40B4-BE49-F238E27FC236}">
                <a16:creationId xmlns:a16="http://schemas.microsoft.com/office/drawing/2014/main" id="{8A0BC60F-74EB-0A81-8849-7E0B218C0C44}"/>
              </a:ext>
            </a:extLst>
          </p:cNvPr>
          <p:cNvSpPr/>
          <p:nvPr/>
        </p:nvSpPr>
        <p:spPr bwMode="auto">
          <a:xfrm rot="5400000">
            <a:off x="1287135" y="2460714"/>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17" name="二等辺三角形 116">
            <a:extLst>
              <a:ext uri="{FF2B5EF4-FFF2-40B4-BE49-F238E27FC236}">
                <a16:creationId xmlns:a16="http://schemas.microsoft.com/office/drawing/2014/main" id="{0942912A-81C1-4856-31B4-766D1E0854F7}"/>
              </a:ext>
            </a:extLst>
          </p:cNvPr>
          <p:cNvSpPr/>
          <p:nvPr/>
        </p:nvSpPr>
        <p:spPr bwMode="auto">
          <a:xfrm rot="5400000">
            <a:off x="3312902" y="2438389"/>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18" name="二等辺三角形 117">
            <a:extLst>
              <a:ext uri="{FF2B5EF4-FFF2-40B4-BE49-F238E27FC236}">
                <a16:creationId xmlns:a16="http://schemas.microsoft.com/office/drawing/2014/main" id="{1118A32C-C92D-C08A-1922-8DABE8476980}"/>
              </a:ext>
            </a:extLst>
          </p:cNvPr>
          <p:cNvSpPr/>
          <p:nvPr/>
        </p:nvSpPr>
        <p:spPr bwMode="auto">
          <a:xfrm rot="5400000">
            <a:off x="4173501" y="5052099"/>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0" name="二等辺三角形 119">
            <a:extLst>
              <a:ext uri="{FF2B5EF4-FFF2-40B4-BE49-F238E27FC236}">
                <a16:creationId xmlns:a16="http://schemas.microsoft.com/office/drawing/2014/main" id="{E89D1B87-1F9A-0B06-8842-95F751420603}"/>
              </a:ext>
            </a:extLst>
          </p:cNvPr>
          <p:cNvSpPr/>
          <p:nvPr/>
        </p:nvSpPr>
        <p:spPr bwMode="auto">
          <a:xfrm rot="5400000">
            <a:off x="6325672" y="478343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1" name="二等辺三角形 120">
            <a:extLst>
              <a:ext uri="{FF2B5EF4-FFF2-40B4-BE49-F238E27FC236}">
                <a16:creationId xmlns:a16="http://schemas.microsoft.com/office/drawing/2014/main" id="{7A1E0BB8-2205-304C-7EB7-A93596A131B4}"/>
              </a:ext>
            </a:extLst>
          </p:cNvPr>
          <p:cNvSpPr/>
          <p:nvPr/>
        </p:nvSpPr>
        <p:spPr bwMode="auto">
          <a:xfrm rot="5400000">
            <a:off x="7225055" y="4908722"/>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4" name="正方形/長方形 123">
            <a:extLst>
              <a:ext uri="{FF2B5EF4-FFF2-40B4-BE49-F238E27FC236}">
                <a16:creationId xmlns:a16="http://schemas.microsoft.com/office/drawing/2014/main" id="{19537CAF-B2F6-9231-2774-D41F79FE9929}"/>
              </a:ext>
            </a:extLst>
          </p:cNvPr>
          <p:cNvSpPr/>
          <p:nvPr/>
        </p:nvSpPr>
        <p:spPr bwMode="auto">
          <a:xfrm>
            <a:off x="7806247" y="4823539"/>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125" name="テキスト ボックス 16">
            <a:extLst>
              <a:ext uri="{FF2B5EF4-FFF2-40B4-BE49-F238E27FC236}">
                <a16:creationId xmlns:a16="http://schemas.microsoft.com/office/drawing/2014/main" id="{0A6847D0-CA08-F60B-411D-C3CA2CC47462}"/>
              </a:ext>
            </a:extLst>
          </p:cNvPr>
          <p:cNvSpPr txBox="1">
            <a:spLocks noChangeArrowheads="1"/>
          </p:cNvSpPr>
          <p:nvPr/>
        </p:nvSpPr>
        <p:spPr bwMode="auto">
          <a:xfrm>
            <a:off x="7617296" y="5126576"/>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sp>
        <p:nvSpPr>
          <p:cNvPr id="127" name="正方形/長方形 126">
            <a:extLst>
              <a:ext uri="{FF2B5EF4-FFF2-40B4-BE49-F238E27FC236}">
                <a16:creationId xmlns:a16="http://schemas.microsoft.com/office/drawing/2014/main" id="{86EC8880-9909-E76A-B30E-AE73C2331548}"/>
              </a:ext>
            </a:extLst>
          </p:cNvPr>
          <p:cNvSpPr/>
          <p:nvPr/>
        </p:nvSpPr>
        <p:spPr bwMode="auto">
          <a:xfrm>
            <a:off x="1747241" y="2214869"/>
            <a:ext cx="1703431" cy="1464468"/>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t" anchorCtr="0" compatLnSpc="1">
            <a:prstTxWarp prst="textNoShape">
              <a:avLst/>
            </a:prstTxWarp>
          </a:bodyPr>
          <a:lstStyle/>
          <a:p>
            <a:pPr algn="ctr">
              <a:spcBef>
                <a:spcPts val="300"/>
              </a:spcBef>
            </a:pPr>
            <a:r>
              <a:rPr lang="ja-JP" altLang="en-US" sz="11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仕様理解</a:t>
            </a:r>
          </a:p>
        </p:txBody>
      </p:sp>
      <p:sp>
        <p:nvSpPr>
          <p:cNvPr id="128" name="正方形/長方形 127">
            <a:extLst>
              <a:ext uri="{FF2B5EF4-FFF2-40B4-BE49-F238E27FC236}">
                <a16:creationId xmlns:a16="http://schemas.microsoft.com/office/drawing/2014/main" id="{E1B86582-B4B8-7368-9C68-F9DB2335B8F8}"/>
              </a:ext>
            </a:extLst>
          </p:cNvPr>
          <p:cNvSpPr/>
          <p:nvPr/>
        </p:nvSpPr>
        <p:spPr bwMode="auto">
          <a:xfrm>
            <a:off x="1847998" y="2527475"/>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29" name="正方形/長方形 128">
            <a:extLst>
              <a:ext uri="{FF2B5EF4-FFF2-40B4-BE49-F238E27FC236}">
                <a16:creationId xmlns:a16="http://schemas.microsoft.com/office/drawing/2014/main" id="{BDC3CCE2-CB60-CF97-7156-9DD383ED0B1B}"/>
              </a:ext>
            </a:extLst>
          </p:cNvPr>
          <p:cNvSpPr/>
          <p:nvPr/>
        </p:nvSpPr>
        <p:spPr bwMode="auto">
          <a:xfrm>
            <a:off x="1847998" y="336925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30" name="正方形/長方形 129">
            <a:extLst>
              <a:ext uri="{FF2B5EF4-FFF2-40B4-BE49-F238E27FC236}">
                <a16:creationId xmlns:a16="http://schemas.microsoft.com/office/drawing/2014/main" id="{06883528-310A-88EB-9D3A-B818EA2E548E}"/>
              </a:ext>
            </a:extLst>
          </p:cNvPr>
          <p:cNvSpPr/>
          <p:nvPr/>
        </p:nvSpPr>
        <p:spPr bwMode="auto">
          <a:xfrm>
            <a:off x="1847998" y="281030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131" name="正方形/長方形 130">
            <a:extLst>
              <a:ext uri="{FF2B5EF4-FFF2-40B4-BE49-F238E27FC236}">
                <a16:creationId xmlns:a16="http://schemas.microsoft.com/office/drawing/2014/main" id="{2602202A-89E6-AB9D-702E-E7F46780B2BF}"/>
              </a:ext>
            </a:extLst>
          </p:cNvPr>
          <p:cNvSpPr/>
          <p:nvPr/>
        </p:nvSpPr>
        <p:spPr bwMode="auto">
          <a:xfrm>
            <a:off x="1847998" y="3085997"/>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6" name="テキスト ボックス 16">
            <a:extLst>
              <a:ext uri="{FF2B5EF4-FFF2-40B4-BE49-F238E27FC236}">
                <a16:creationId xmlns:a16="http://schemas.microsoft.com/office/drawing/2014/main" id="{4524FA58-E7A0-FA29-BE73-D704E8F8E2FF}"/>
              </a:ext>
            </a:extLst>
          </p:cNvPr>
          <p:cNvSpPr txBox="1">
            <a:spLocks noChangeArrowheads="1"/>
          </p:cNvSpPr>
          <p:nvPr/>
        </p:nvSpPr>
        <p:spPr bwMode="auto">
          <a:xfrm>
            <a:off x="1839286" y="3765318"/>
            <a:ext cx="1806576" cy="400110"/>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詳細設計等入手資料より上記の内容を確認</a:t>
            </a:r>
          </a:p>
        </p:txBody>
      </p:sp>
      <p:grpSp>
        <p:nvGrpSpPr>
          <p:cNvPr id="137" name="グループ化 136">
            <a:extLst>
              <a:ext uri="{FF2B5EF4-FFF2-40B4-BE49-F238E27FC236}">
                <a16:creationId xmlns:a16="http://schemas.microsoft.com/office/drawing/2014/main" id="{68AEDEF0-4DFA-F2FE-223E-68D956B48242}"/>
              </a:ext>
            </a:extLst>
          </p:cNvPr>
          <p:cNvGrpSpPr/>
          <p:nvPr/>
        </p:nvGrpSpPr>
        <p:grpSpPr>
          <a:xfrm>
            <a:off x="4769559" y="4505548"/>
            <a:ext cx="1745335" cy="1515740"/>
            <a:chOff x="5979274" y="2077686"/>
            <a:chExt cx="1404275" cy="1515740"/>
          </a:xfrm>
        </p:grpSpPr>
        <p:sp>
          <p:nvSpPr>
            <p:cNvPr id="138" name="正方形/長方形 137">
              <a:extLst>
                <a:ext uri="{FF2B5EF4-FFF2-40B4-BE49-F238E27FC236}">
                  <a16:creationId xmlns:a16="http://schemas.microsoft.com/office/drawing/2014/main" id="{BF9D1782-324B-169C-51D0-D9426FE89ADA}"/>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9" name="正方形/長方形 138">
              <a:extLst>
                <a:ext uri="{FF2B5EF4-FFF2-40B4-BE49-F238E27FC236}">
                  <a16:creationId xmlns:a16="http://schemas.microsoft.com/office/drawing/2014/main" id="{09554BFA-ECC1-E259-66A7-B6631F39865F}"/>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0" name="正方形/長方形 139">
              <a:extLst>
                <a:ext uri="{FF2B5EF4-FFF2-40B4-BE49-F238E27FC236}">
                  <a16:creationId xmlns:a16="http://schemas.microsoft.com/office/drawing/2014/main" id="{A8157303-494A-73D7-AB8C-8FFC68A1A672}"/>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141" name="正方形/長方形 140">
              <a:extLst>
                <a:ext uri="{FF2B5EF4-FFF2-40B4-BE49-F238E27FC236}">
                  <a16:creationId xmlns:a16="http://schemas.microsoft.com/office/drawing/2014/main" id="{1A9F2A1D-5F5F-6489-C30A-2AAB2D9A54CC}"/>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142" name="正方形/長方形 141">
              <a:extLst>
                <a:ext uri="{FF2B5EF4-FFF2-40B4-BE49-F238E27FC236}">
                  <a16:creationId xmlns:a16="http://schemas.microsoft.com/office/drawing/2014/main" id="{7F5EBC59-7853-8B22-C5EB-33B3DACE1547}"/>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4" name="テキスト ボックス 16">
              <a:extLst>
                <a:ext uri="{FF2B5EF4-FFF2-40B4-BE49-F238E27FC236}">
                  <a16:creationId xmlns:a16="http://schemas.microsoft.com/office/drawing/2014/main" id="{5D6F015C-B156-71ED-7BFD-83C3F5C3B2E9}"/>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手作業で別紙を作成</a:t>
              </a:r>
            </a:p>
          </p:txBody>
        </p:sp>
      </p:grpSp>
      <p:sp>
        <p:nvSpPr>
          <p:cNvPr id="147" name="AutoShape 257">
            <a:hlinkClick r:id="" action="ppaction://noaction"/>
            <a:extLst>
              <a:ext uri="{FF2B5EF4-FFF2-40B4-BE49-F238E27FC236}">
                <a16:creationId xmlns:a16="http://schemas.microsoft.com/office/drawing/2014/main" id="{A59D2E1F-6843-616B-EB8D-573CF61F30E0}"/>
              </a:ext>
            </a:extLst>
          </p:cNvPr>
          <p:cNvSpPr>
            <a:spLocks noChangeArrowheads="1"/>
          </p:cNvSpPr>
          <p:nvPr/>
        </p:nvSpPr>
        <p:spPr bwMode="auto">
          <a:xfrm>
            <a:off x="3795670" y="523479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8" name="AutoShape 257">
            <a:hlinkClick r:id="" action="ppaction://noaction"/>
            <a:extLst>
              <a:ext uri="{FF2B5EF4-FFF2-40B4-BE49-F238E27FC236}">
                <a16:creationId xmlns:a16="http://schemas.microsoft.com/office/drawing/2014/main" id="{C2C9B4C0-552E-AD9E-6BCC-1D3303C3CDEC}"/>
              </a:ext>
            </a:extLst>
          </p:cNvPr>
          <p:cNvSpPr>
            <a:spLocks noChangeArrowheads="1"/>
          </p:cNvSpPr>
          <p:nvPr/>
        </p:nvSpPr>
        <p:spPr bwMode="auto">
          <a:xfrm>
            <a:off x="6803327" y="523328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ソース</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9" name="AutoShape 257">
            <a:hlinkClick r:id="" action="ppaction://noaction"/>
            <a:extLst>
              <a:ext uri="{FF2B5EF4-FFF2-40B4-BE49-F238E27FC236}">
                <a16:creationId xmlns:a16="http://schemas.microsoft.com/office/drawing/2014/main" id="{9B392099-EFBA-C06B-BDAA-718E1BAA0470}"/>
              </a:ext>
            </a:extLst>
          </p:cNvPr>
          <p:cNvSpPr>
            <a:spLocks noChangeArrowheads="1"/>
          </p:cNvSpPr>
          <p:nvPr/>
        </p:nvSpPr>
        <p:spPr bwMode="auto">
          <a:xfrm>
            <a:off x="8852328" y="4829652"/>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50" name="Picture 37" descr="j0433941">
            <a:extLst>
              <a:ext uri="{FF2B5EF4-FFF2-40B4-BE49-F238E27FC236}">
                <a16:creationId xmlns:a16="http://schemas.microsoft.com/office/drawing/2014/main" id="{BE6FB720-6A43-C30A-00B5-ADD0646E00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9144" y="572205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37" descr="j0433941">
            <a:extLst>
              <a:ext uri="{FF2B5EF4-FFF2-40B4-BE49-F238E27FC236}">
                <a16:creationId xmlns:a16="http://schemas.microsoft.com/office/drawing/2014/main" id="{044B9E22-A70A-7CAF-DD05-81D63DE967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0737" y="3902735"/>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37" descr="j0433941">
            <a:extLst>
              <a:ext uri="{FF2B5EF4-FFF2-40B4-BE49-F238E27FC236}">
                <a16:creationId xmlns:a16="http://schemas.microsoft.com/office/drawing/2014/main" id="{01F6CDF7-340E-3CE8-2A3C-B60B19B18D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5156" y="571073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テキスト ボックス 16">
            <a:extLst>
              <a:ext uri="{FF2B5EF4-FFF2-40B4-BE49-F238E27FC236}">
                <a16:creationId xmlns:a16="http://schemas.microsoft.com/office/drawing/2014/main" id="{61DA35A1-BB95-E658-048C-56034E41A130}"/>
              </a:ext>
            </a:extLst>
          </p:cNvPr>
          <p:cNvSpPr txBox="1">
            <a:spLocks noChangeArrowheads="1"/>
          </p:cNvSpPr>
          <p:nvPr/>
        </p:nvSpPr>
        <p:spPr bwMode="auto">
          <a:xfrm>
            <a:off x="7681048" y="5771121"/>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154" name="テキスト ボックス 16">
            <a:extLst>
              <a:ext uri="{FF2B5EF4-FFF2-40B4-BE49-F238E27FC236}">
                <a16:creationId xmlns:a16="http://schemas.microsoft.com/office/drawing/2014/main" id="{E8913CB1-752F-392C-4412-843F38A30AE3}"/>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155" name="正方形/長方形 154">
            <a:extLst>
              <a:ext uri="{FF2B5EF4-FFF2-40B4-BE49-F238E27FC236}">
                <a16:creationId xmlns:a16="http://schemas.microsoft.com/office/drawing/2014/main" id="{9524A20A-FB3C-36F5-96C8-EC7120808F71}"/>
              </a:ext>
            </a:extLst>
          </p:cNvPr>
          <p:cNvSpPr/>
          <p:nvPr/>
        </p:nvSpPr>
        <p:spPr bwMode="auto">
          <a:xfrm>
            <a:off x="1856656" y="4660414"/>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6" name="正方形/長方形 155">
            <a:extLst>
              <a:ext uri="{FF2B5EF4-FFF2-40B4-BE49-F238E27FC236}">
                <a16:creationId xmlns:a16="http://schemas.microsoft.com/office/drawing/2014/main" id="{D38D89AD-91CD-C7A4-74D0-8338029BB283}"/>
              </a:ext>
            </a:extLst>
          </p:cNvPr>
          <p:cNvSpPr/>
          <p:nvPr/>
        </p:nvSpPr>
        <p:spPr bwMode="auto">
          <a:xfrm>
            <a:off x="1856656" y="507748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7" name="正方形/長方形 156">
            <a:extLst>
              <a:ext uri="{FF2B5EF4-FFF2-40B4-BE49-F238E27FC236}">
                <a16:creationId xmlns:a16="http://schemas.microsoft.com/office/drawing/2014/main" id="{94518FF0-4CEB-3E6E-2343-CD89B6EF28CE}"/>
              </a:ext>
            </a:extLst>
          </p:cNvPr>
          <p:cNvSpPr/>
          <p:nvPr/>
        </p:nvSpPr>
        <p:spPr bwMode="auto">
          <a:xfrm>
            <a:off x="1856656" y="550900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正方形/長方形 157">
            <a:extLst>
              <a:ext uri="{FF2B5EF4-FFF2-40B4-BE49-F238E27FC236}">
                <a16:creationId xmlns:a16="http://schemas.microsoft.com/office/drawing/2014/main" id="{8DE13A3E-03D6-929E-1234-B48FA3260304}"/>
              </a:ext>
            </a:extLst>
          </p:cNvPr>
          <p:cNvSpPr/>
          <p:nvPr/>
        </p:nvSpPr>
        <p:spPr bwMode="auto">
          <a:xfrm>
            <a:off x="1856656" y="594052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0" name="二等辺三角形 159">
            <a:extLst>
              <a:ext uri="{FF2B5EF4-FFF2-40B4-BE49-F238E27FC236}">
                <a16:creationId xmlns:a16="http://schemas.microsoft.com/office/drawing/2014/main" id="{ED5BFD2D-FF0A-8164-4E36-471451440C58}"/>
              </a:ext>
            </a:extLst>
          </p:cNvPr>
          <p:cNvSpPr/>
          <p:nvPr/>
        </p:nvSpPr>
        <p:spPr bwMode="auto">
          <a:xfrm rot="5400000">
            <a:off x="5963079" y="375571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1" name="矩形 10">
            <a:extLst>
              <a:ext uri="{FF2B5EF4-FFF2-40B4-BE49-F238E27FC236}">
                <a16:creationId xmlns:a16="http://schemas.microsoft.com/office/drawing/2014/main" id="{192A0B2E-B94E-DB91-E72E-445FA3400DF3}"/>
              </a:ext>
            </a:extLst>
          </p:cNvPr>
          <p:cNvSpPr/>
          <p:nvPr/>
        </p:nvSpPr>
        <p:spPr>
          <a:xfrm>
            <a:off x="6401355" y="3556763"/>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書式生成</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AutoShape 257">
            <a:hlinkClick r:id="" action="ppaction://noaction"/>
            <a:extLst>
              <a:ext uri="{FF2B5EF4-FFF2-40B4-BE49-F238E27FC236}">
                <a16:creationId xmlns:a16="http://schemas.microsoft.com/office/drawing/2014/main" id="{D0582A8D-5EBC-1072-DAF6-9758FE6F0482}"/>
              </a:ext>
            </a:extLst>
          </p:cNvPr>
          <p:cNvSpPr>
            <a:spLocks noChangeArrowheads="1"/>
          </p:cNvSpPr>
          <p:nvPr/>
        </p:nvSpPr>
        <p:spPr bwMode="auto">
          <a:xfrm>
            <a:off x="9979449" y="342649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3" name="二等辺三角形 162">
            <a:extLst>
              <a:ext uri="{FF2B5EF4-FFF2-40B4-BE49-F238E27FC236}">
                <a16:creationId xmlns:a16="http://schemas.microsoft.com/office/drawing/2014/main" id="{E39331A8-9319-EC5A-B8D3-CB20D845AE31}"/>
              </a:ext>
            </a:extLst>
          </p:cNvPr>
          <p:cNvSpPr/>
          <p:nvPr/>
        </p:nvSpPr>
        <p:spPr bwMode="auto">
          <a:xfrm rot="5400000">
            <a:off x="7676343" y="3732265"/>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4" name="矩形 10">
            <a:extLst>
              <a:ext uri="{FF2B5EF4-FFF2-40B4-BE49-F238E27FC236}">
                <a16:creationId xmlns:a16="http://schemas.microsoft.com/office/drawing/2014/main" id="{9E902620-44A9-7504-647E-9A3C6165931F}"/>
              </a:ext>
            </a:extLst>
          </p:cNvPr>
          <p:cNvSpPr/>
          <p:nvPr/>
        </p:nvSpPr>
        <p:spPr>
          <a:xfrm>
            <a:off x="8138037" y="3544412"/>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テストデータ記入</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5" name="正方形/長方形 164">
            <a:extLst>
              <a:ext uri="{FF2B5EF4-FFF2-40B4-BE49-F238E27FC236}">
                <a16:creationId xmlns:a16="http://schemas.microsoft.com/office/drawing/2014/main" id="{7E03502B-05B6-7536-918B-4A65AC2F08A5}"/>
              </a:ext>
            </a:extLst>
          </p:cNvPr>
          <p:cNvSpPr/>
          <p:nvPr/>
        </p:nvSpPr>
        <p:spPr bwMode="auto">
          <a:xfrm>
            <a:off x="3685669" y="2223673"/>
            <a:ext cx="1703431" cy="1455664"/>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t" anchorCtr="0" compatLnSpc="1">
            <a:prstTxWarp prst="textNoShape">
              <a:avLst/>
            </a:prstTxWarp>
          </a:bodyPr>
          <a:lstStyle/>
          <a:p>
            <a:pPr algn="ctr">
              <a:spcBef>
                <a:spcPts val="300"/>
              </a:spcBef>
            </a:pPr>
            <a:r>
              <a:rPr lang="ja-JP" altLang="en-US" sz="11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テスト項目抽出</a:t>
            </a:r>
          </a:p>
        </p:txBody>
      </p:sp>
      <p:sp>
        <p:nvSpPr>
          <p:cNvPr id="166" name="正方形/長方形 165">
            <a:extLst>
              <a:ext uri="{FF2B5EF4-FFF2-40B4-BE49-F238E27FC236}">
                <a16:creationId xmlns:a16="http://schemas.microsoft.com/office/drawing/2014/main" id="{36D82291-BFC0-D8B1-B295-E7327A77BC54}"/>
              </a:ext>
            </a:extLst>
          </p:cNvPr>
          <p:cNvSpPr/>
          <p:nvPr/>
        </p:nvSpPr>
        <p:spPr bwMode="auto">
          <a:xfrm>
            <a:off x="3786426" y="2493705"/>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67" name="正方形/長方形 166">
            <a:extLst>
              <a:ext uri="{FF2B5EF4-FFF2-40B4-BE49-F238E27FC236}">
                <a16:creationId xmlns:a16="http://schemas.microsoft.com/office/drawing/2014/main" id="{62AA2265-366A-E24B-16F2-29FB20C38C2B}"/>
              </a:ext>
            </a:extLst>
          </p:cNvPr>
          <p:cNvSpPr/>
          <p:nvPr/>
        </p:nvSpPr>
        <p:spPr bwMode="auto">
          <a:xfrm>
            <a:off x="3786426" y="333548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68" name="正方形/長方形 167">
            <a:extLst>
              <a:ext uri="{FF2B5EF4-FFF2-40B4-BE49-F238E27FC236}">
                <a16:creationId xmlns:a16="http://schemas.microsoft.com/office/drawing/2014/main" id="{05535BF8-EBD2-194C-5EF5-EFBD7811C5E6}"/>
              </a:ext>
            </a:extLst>
          </p:cNvPr>
          <p:cNvSpPr/>
          <p:nvPr/>
        </p:nvSpPr>
        <p:spPr bwMode="auto">
          <a:xfrm>
            <a:off x="3786426" y="277653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169" name="正方形/長方形 168">
            <a:extLst>
              <a:ext uri="{FF2B5EF4-FFF2-40B4-BE49-F238E27FC236}">
                <a16:creationId xmlns:a16="http://schemas.microsoft.com/office/drawing/2014/main" id="{E52EB0AD-7982-3CA3-F475-5508E9DA741A}"/>
              </a:ext>
            </a:extLst>
          </p:cNvPr>
          <p:cNvSpPr/>
          <p:nvPr/>
        </p:nvSpPr>
        <p:spPr bwMode="auto">
          <a:xfrm>
            <a:off x="3786426" y="3052227"/>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70" name="Picture 37" descr="j0433941">
            <a:extLst>
              <a:ext uri="{FF2B5EF4-FFF2-40B4-BE49-F238E27FC236}">
                <a16:creationId xmlns:a16="http://schemas.microsoft.com/office/drawing/2014/main" id="{A913AA7A-A340-00EB-4489-369E3D4A98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94" y="3800527"/>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二等辺三角形 1">
            <a:extLst>
              <a:ext uri="{FF2B5EF4-FFF2-40B4-BE49-F238E27FC236}">
                <a16:creationId xmlns:a16="http://schemas.microsoft.com/office/drawing/2014/main" id="{62D2CD58-8D85-170C-2617-F12EB46327F7}"/>
              </a:ext>
            </a:extLst>
          </p:cNvPr>
          <p:cNvSpPr/>
          <p:nvPr/>
        </p:nvSpPr>
        <p:spPr bwMode="auto">
          <a:xfrm rot="5400000">
            <a:off x="5242843" y="2489741"/>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Tree>
    <p:extLst>
      <p:ext uri="{BB962C8B-B14F-4D97-AF65-F5344CB8AC3E}">
        <p14:creationId xmlns:p14="http://schemas.microsoft.com/office/powerpoint/2010/main" val="34603754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674DF-182C-4608-4991-939B31D2F268}"/>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2461E635-9591-1318-95B6-45DF922918AB}"/>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B7845FAE-690E-34D9-6C90-311B4C5FEC1A}"/>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F1774AC-D46C-A638-3F85-18C8AE62D0EB}"/>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90531E2C-CAA4-BEE1-1CE7-9D4001809552}"/>
              </a:ext>
            </a:extLst>
          </p:cNvPr>
          <p:cNvSpPr/>
          <p:nvPr/>
        </p:nvSpPr>
        <p:spPr bwMode="auto">
          <a:xfrm>
            <a:off x="26087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AEEF116C-8AD6-8FF2-72EE-78AB9390B4DF}"/>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システムにおけるテスト計画の成果物と現状の作業方法を以下に記載する。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正方形/長方形 76">
            <a:extLst>
              <a:ext uri="{FF2B5EF4-FFF2-40B4-BE49-F238E27FC236}">
                <a16:creationId xmlns:a16="http://schemas.microsoft.com/office/drawing/2014/main" id="{115B4866-4755-EC66-D053-1756465510CE}"/>
              </a:ext>
            </a:extLst>
          </p:cNvPr>
          <p:cNvSpPr/>
          <p:nvPr/>
        </p:nvSpPr>
        <p:spPr bwMode="auto">
          <a:xfrm>
            <a:off x="845460" y="2549186"/>
            <a:ext cx="1703431" cy="3328086"/>
          </a:xfrm>
          <a:prstGeom prst="rect">
            <a:avLst/>
          </a:prstGeom>
          <a:solidFill>
            <a:schemeClr val="bg1">
              <a:lumMod val="8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AutoShape 257">
            <a:hlinkClick r:id="" action="ppaction://noaction"/>
            <a:extLst>
              <a:ext uri="{FF2B5EF4-FFF2-40B4-BE49-F238E27FC236}">
                <a16:creationId xmlns:a16="http://schemas.microsoft.com/office/drawing/2014/main" id="{311D4A7F-2799-B972-D8BC-3E0696DA5E4A}"/>
              </a:ext>
            </a:extLst>
          </p:cNvPr>
          <p:cNvSpPr>
            <a:spLocks noChangeArrowheads="1"/>
          </p:cNvSpPr>
          <p:nvPr/>
        </p:nvSpPr>
        <p:spPr bwMode="auto">
          <a:xfrm>
            <a:off x="828324" y="5930931"/>
            <a:ext cx="1720567" cy="486194"/>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成果物：</a:t>
            </a:r>
            <a:endParaRPr lang="en-US" altLang="zh-TW"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ＩＴａ１仕様書（兼報告書）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矩形 10">
            <a:extLst>
              <a:ext uri="{FF2B5EF4-FFF2-40B4-BE49-F238E27FC236}">
                <a16:creationId xmlns:a16="http://schemas.microsoft.com/office/drawing/2014/main" id="{726B5532-2EF3-5836-382D-697A1DF5303B}"/>
              </a:ext>
            </a:extLst>
          </p:cNvPr>
          <p:cNvSpPr/>
          <p:nvPr/>
        </p:nvSpPr>
        <p:spPr>
          <a:xfrm>
            <a:off x="2831900" y="2132856"/>
            <a:ext cx="3478883"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現状</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1" name="二等辺三角形 80">
            <a:extLst>
              <a:ext uri="{FF2B5EF4-FFF2-40B4-BE49-F238E27FC236}">
                <a16:creationId xmlns:a16="http://schemas.microsoft.com/office/drawing/2014/main" id="{D1D2EF9B-7FE7-7C3F-98C6-F736B3808EF8}"/>
              </a:ext>
            </a:extLst>
          </p:cNvPr>
          <p:cNvSpPr/>
          <p:nvPr/>
        </p:nvSpPr>
        <p:spPr bwMode="auto">
          <a:xfrm rot="5400000">
            <a:off x="2158473" y="3845704"/>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3" name="正方形/長方形 82">
            <a:extLst>
              <a:ext uri="{FF2B5EF4-FFF2-40B4-BE49-F238E27FC236}">
                <a16:creationId xmlns:a16="http://schemas.microsoft.com/office/drawing/2014/main" id="{7259DA94-2B36-024F-F834-6053168F8299}"/>
              </a:ext>
            </a:extLst>
          </p:cNvPr>
          <p:cNvSpPr/>
          <p:nvPr/>
        </p:nvSpPr>
        <p:spPr bwMode="auto">
          <a:xfrm>
            <a:off x="2804170" y="2504222"/>
            <a:ext cx="3506613"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5" name="正方形/長方形 84">
            <a:extLst>
              <a:ext uri="{FF2B5EF4-FFF2-40B4-BE49-F238E27FC236}">
                <a16:creationId xmlns:a16="http://schemas.microsoft.com/office/drawing/2014/main" id="{88296CEE-606A-2BE0-ABBE-CCC1B4134380}"/>
              </a:ext>
            </a:extLst>
          </p:cNvPr>
          <p:cNvSpPr/>
          <p:nvPr/>
        </p:nvSpPr>
        <p:spPr bwMode="auto">
          <a:xfrm>
            <a:off x="2861483" y="2615890"/>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①詳細設計等入手資料より、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名称、類型など基本情報</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を記載する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88" name="Picture 37" descr="j0433941">
            <a:extLst>
              <a:ext uri="{FF2B5EF4-FFF2-40B4-BE49-F238E27FC236}">
                <a16:creationId xmlns:a16="http://schemas.microsoft.com/office/drawing/2014/main" id="{26A7BE8F-029E-177E-CF73-E6D27FE564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3542" y="595845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矩形 10">
            <a:extLst>
              <a:ext uri="{FF2B5EF4-FFF2-40B4-BE49-F238E27FC236}">
                <a16:creationId xmlns:a16="http://schemas.microsoft.com/office/drawing/2014/main" id="{0AC744EA-7D01-E510-FD68-1866F6410BC8}"/>
              </a:ext>
            </a:extLst>
          </p:cNvPr>
          <p:cNvSpPr/>
          <p:nvPr/>
        </p:nvSpPr>
        <p:spPr>
          <a:xfrm>
            <a:off x="828324" y="2132856"/>
            <a:ext cx="1728368" cy="288000"/>
          </a:xfrm>
          <a:prstGeom prst="rect">
            <a:avLst/>
          </a:prstGeom>
          <a:solidFill>
            <a:schemeClr val="tx1">
              <a:lumMod val="65000"/>
              <a:lumOff val="35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テスト計画流れ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正方形/長方形 92">
            <a:extLst>
              <a:ext uri="{FF2B5EF4-FFF2-40B4-BE49-F238E27FC236}">
                <a16:creationId xmlns:a16="http://schemas.microsoft.com/office/drawing/2014/main" id="{2284937E-0D09-2A80-88DA-A71E7DB05A22}"/>
              </a:ext>
            </a:extLst>
          </p:cNvPr>
          <p:cNvSpPr/>
          <p:nvPr/>
        </p:nvSpPr>
        <p:spPr bwMode="auto">
          <a:xfrm>
            <a:off x="2870232" y="3040778"/>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類型とテスト基準より、テストパータンを作成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4" name="正方形/長方形 93">
            <a:extLst>
              <a:ext uri="{FF2B5EF4-FFF2-40B4-BE49-F238E27FC236}">
                <a16:creationId xmlns:a16="http://schemas.microsoft.com/office/drawing/2014/main" id="{94B765F8-B85F-8B56-EFBC-7CD6B7EA07E1}"/>
              </a:ext>
            </a:extLst>
          </p:cNvPr>
          <p:cNvSpPr/>
          <p:nvPr/>
        </p:nvSpPr>
        <p:spPr bwMode="auto">
          <a:xfrm>
            <a:off x="2853992" y="349336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③詳細設計書に記載した処理条件より、テストケースを作成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5" name="正方形/長方形 94">
            <a:extLst>
              <a:ext uri="{FF2B5EF4-FFF2-40B4-BE49-F238E27FC236}">
                <a16:creationId xmlns:a16="http://schemas.microsoft.com/office/drawing/2014/main" id="{0A8B8530-9AAB-776C-0E31-1C7C6B6DF875}"/>
              </a:ext>
            </a:extLst>
          </p:cNvPr>
          <p:cNvSpPr/>
          <p:nvPr/>
        </p:nvSpPr>
        <p:spPr bwMode="auto">
          <a:xfrm>
            <a:off x="2853283" y="392914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仕様書より、入力データのフォームを作成する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6" name="正方形/長方形 95">
            <a:extLst>
              <a:ext uri="{FF2B5EF4-FFF2-40B4-BE49-F238E27FC236}">
                <a16:creationId xmlns:a16="http://schemas.microsoft.com/office/drawing/2014/main" id="{9A01CB2C-9381-0241-C567-7E8D6724F40B}"/>
              </a:ext>
            </a:extLst>
          </p:cNvPr>
          <p:cNvSpPr/>
          <p:nvPr/>
        </p:nvSpPr>
        <p:spPr bwMode="auto">
          <a:xfrm>
            <a:off x="1042259" y="2615891"/>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7" name="正方形/長方形 96">
            <a:extLst>
              <a:ext uri="{FF2B5EF4-FFF2-40B4-BE49-F238E27FC236}">
                <a16:creationId xmlns:a16="http://schemas.microsoft.com/office/drawing/2014/main" id="{C05ABBB6-FEE2-A35B-47C2-3113FCD74B61}"/>
              </a:ext>
            </a:extLst>
          </p:cNvPr>
          <p:cNvSpPr/>
          <p:nvPr/>
        </p:nvSpPr>
        <p:spPr bwMode="auto">
          <a:xfrm>
            <a:off x="1042259" y="303296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8" name="正方形/長方形 97">
            <a:extLst>
              <a:ext uri="{FF2B5EF4-FFF2-40B4-BE49-F238E27FC236}">
                <a16:creationId xmlns:a16="http://schemas.microsoft.com/office/drawing/2014/main" id="{8A121A43-A15A-8591-E1AA-F69AE201BB64}"/>
              </a:ext>
            </a:extLst>
          </p:cNvPr>
          <p:cNvSpPr/>
          <p:nvPr/>
        </p:nvSpPr>
        <p:spPr bwMode="auto">
          <a:xfrm>
            <a:off x="1042259" y="346448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9" name="正方形/長方形 98">
            <a:extLst>
              <a:ext uri="{FF2B5EF4-FFF2-40B4-BE49-F238E27FC236}">
                <a16:creationId xmlns:a16="http://schemas.microsoft.com/office/drawing/2014/main" id="{20A01D5E-355C-9A5C-EC93-F86C490E0B42}"/>
              </a:ext>
            </a:extLst>
          </p:cNvPr>
          <p:cNvSpPr/>
          <p:nvPr/>
        </p:nvSpPr>
        <p:spPr bwMode="auto">
          <a:xfrm>
            <a:off x="1042259" y="389600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0" name="正方形/長方形 99">
            <a:extLst>
              <a:ext uri="{FF2B5EF4-FFF2-40B4-BE49-F238E27FC236}">
                <a16:creationId xmlns:a16="http://schemas.microsoft.com/office/drawing/2014/main" id="{D49F61F2-7BF3-7C7C-93D7-B220FD48FA3B}"/>
              </a:ext>
            </a:extLst>
          </p:cNvPr>
          <p:cNvSpPr/>
          <p:nvPr/>
        </p:nvSpPr>
        <p:spPr bwMode="auto">
          <a:xfrm>
            <a:off x="1042259" y="4411483"/>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1" name="正方形/長方形 100">
            <a:extLst>
              <a:ext uri="{FF2B5EF4-FFF2-40B4-BE49-F238E27FC236}">
                <a16:creationId xmlns:a16="http://schemas.microsoft.com/office/drawing/2014/main" id="{8BB57CE9-944C-E8F3-4988-1260FE5C756B}"/>
              </a:ext>
            </a:extLst>
          </p:cNvPr>
          <p:cNvSpPr/>
          <p:nvPr/>
        </p:nvSpPr>
        <p:spPr bwMode="auto">
          <a:xfrm>
            <a:off x="1039698" y="4875260"/>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2" name="正方形/長方形 101">
            <a:extLst>
              <a:ext uri="{FF2B5EF4-FFF2-40B4-BE49-F238E27FC236}">
                <a16:creationId xmlns:a16="http://schemas.microsoft.com/office/drawing/2014/main" id="{562D2788-8A3C-E54D-6955-4513F2B7F8E7}"/>
              </a:ext>
            </a:extLst>
          </p:cNvPr>
          <p:cNvSpPr/>
          <p:nvPr/>
        </p:nvSpPr>
        <p:spPr bwMode="auto">
          <a:xfrm>
            <a:off x="1046906" y="5382502"/>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⑦テストケースの見直し</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3" name="正方形/長方形 102">
            <a:extLst>
              <a:ext uri="{FF2B5EF4-FFF2-40B4-BE49-F238E27FC236}">
                <a16:creationId xmlns:a16="http://schemas.microsoft.com/office/drawing/2014/main" id="{CBA77791-6569-7158-B5B1-FDDDE9F603C5}"/>
              </a:ext>
            </a:extLst>
          </p:cNvPr>
          <p:cNvSpPr/>
          <p:nvPr/>
        </p:nvSpPr>
        <p:spPr bwMode="auto">
          <a:xfrm>
            <a:off x="2847667" y="4411483"/>
            <a:ext cx="3258972"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4" name="正方形/長方形 103">
            <a:extLst>
              <a:ext uri="{FF2B5EF4-FFF2-40B4-BE49-F238E27FC236}">
                <a16:creationId xmlns:a16="http://schemas.microsoft.com/office/drawing/2014/main" id="{1161768A-8745-FC7B-4A59-8625EAFEDCB5}"/>
              </a:ext>
            </a:extLst>
          </p:cNvPr>
          <p:cNvSpPr/>
          <p:nvPr/>
        </p:nvSpPr>
        <p:spPr bwMode="auto">
          <a:xfrm>
            <a:off x="2870232" y="4878050"/>
            <a:ext cx="3236408"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5" name="正方形/長方形 104">
            <a:extLst>
              <a:ext uri="{FF2B5EF4-FFF2-40B4-BE49-F238E27FC236}">
                <a16:creationId xmlns:a16="http://schemas.microsoft.com/office/drawing/2014/main" id="{5D2588A5-1B1C-65D0-AAE1-CD6B5AE037E3}"/>
              </a:ext>
            </a:extLst>
          </p:cNvPr>
          <p:cNvSpPr/>
          <p:nvPr/>
        </p:nvSpPr>
        <p:spPr bwMode="auto">
          <a:xfrm>
            <a:off x="2879124" y="5369140"/>
            <a:ext cx="3203274"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6" name="矢印: ストライプ 105">
            <a:extLst>
              <a:ext uri="{FF2B5EF4-FFF2-40B4-BE49-F238E27FC236}">
                <a16:creationId xmlns:a16="http://schemas.microsoft.com/office/drawing/2014/main" id="{76236A5D-F018-0B33-FD24-F3BCB254E75E}"/>
              </a:ext>
            </a:extLst>
          </p:cNvPr>
          <p:cNvSpPr/>
          <p:nvPr/>
        </p:nvSpPr>
        <p:spPr bwMode="auto">
          <a:xfrm rot="5400000">
            <a:off x="1526744" y="5731726"/>
            <a:ext cx="256234" cy="354296"/>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7" name="正方形/長方形 106">
            <a:extLst>
              <a:ext uri="{FF2B5EF4-FFF2-40B4-BE49-F238E27FC236}">
                <a16:creationId xmlns:a16="http://schemas.microsoft.com/office/drawing/2014/main" id="{53B13438-CDEF-F872-5BB6-B8EF83267E31}"/>
              </a:ext>
            </a:extLst>
          </p:cNvPr>
          <p:cNvSpPr/>
          <p:nvPr/>
        </p:nvSpPr>
        <p:spPr bwMode="auto">
          <a:xfrm>
            <a:off x="2788672" y="2566439"/>
            <a:ext cx="3373600" cy="1573807"/>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8" name="テキスト ボックス 16">
            <a:extLst>
              <a:ext uri="{FF2B5EF4-FFF2-40B4-BE49-F238E27FC236}">
                <a16:creationId xmlns:a16="http://schemas.microsoft.com/office/drawing/2014/main" id="{2CF974E2-21D6-692F-22C3-BC01691F2E1A}"/>
              </a:ext>
            </a:extLst>
          </p:cNvPr>
          <p:cNvSpPr txBox="1">
            <a:spLocks noChangeArrowheads="1"/>
          </p:cNvSpPr>
          <p:nvPr/>
        </p:nvSpPr>
        <p:spPr bwMode="auto">
          <a:xfrm>
            <a:off x="2748562" y="5954764"/>
            <a:ext cx="3478883"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a:t>
            </a:r>
            <a:r>
              <a:rPr lang="en-US" altLang="ja-JP" sz="1000" b="1" dirty="0">
                <a:solidFill>
                  <a:prstClr val="black"/>
                </a:solidFill>
                <a:latin typeface="Meiryo UI" pitchFamily="50" charset="-128"/>
                <a:ea typeface="Meiryo UI" pitchFamily="50" charset="-128"/>
                <a:cs typeface="Meiryo UI" pitchFamily="50" charset="-128"/>
              </a:rPr>
              <a:t>EXCEL</a:t>
            </a:r>
            <a:r>
              <a:rPr lang="ja-JP" altLang="en-US" sz="1000" b="1" dirty="0">
                <a:solidFill>
                  <a:prstClr val="black"/>
                </a:solidFill>
                <a:latin typeface="Meiryo UI" pitchFamily="50" charset="-128"/>
                <a:ea typeface="Meiryo UI" pitchFamily="50" charset="-128"/>
                <a:cs typeface="Meiryo UI" pitchFamily="50" charset="-128"/>
              </a:rPr>
              <a:t>表作成、時間がかかる</a:t>
            </a:r>
          </a:p>
        </p:txBody>
      </p:sp>
      <p:sp>
        <p:nvSpPr>
          <p:cNvPr id="2" name="正方形/長方形 1">
            <a:extLst>
              <a:ext uri="{FF2B5EF4-FFF2-40B4-BE49-F238E27FC236}">
                <a16:creationId xmlns:a16="http://schemas.microsoft.com/office/drawing/2014/main" id="{9863529D-6E3C-E1D5-C899-92B361022614}"/>
              </a:ext>
            </a:extLst>
          </p:cNvPr>
          <p:cNvSpPr/>
          <p:nvPr/>
        </p:nvSpPr>
        <p:spPr bwMode="auto">
          <a:xfrm>
            <a:off x="6618773" y="2492896"/>
            <a:ext cx="3014747"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矩形 10">
            <a:extLst>
              <a:ext uri="{FF2B5EF4-FFF2-40B4-BE49-F238E27FC236}">
                <a16:creationId xmlns:a16="http://schemas.microsoft.com/office/drawing/2014/main" id="{1D65F371-65DE-7201-7651-DC91B5E14BC7}"/>
              </a:ext>
            </a:extLst>
          </p:cNvPr>
          <p:cNvSpPr/>
          <p:nvPr/>
        </p:nvSpPr>
        <p:spPr>
          <a:xfrm>
            <a:off x="6618773" y="2133783"/>
            <a:ext cx="3014747"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分析</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矢印: ストライプ 5">
            <a:extLst>
              <a:ext uri="{FF2B5EF4-FFF2-40B4-BE49-F238E27FC236}">
                <a16:creationId xmlns:a16="http://schemas.microsoft.com/office/drawing/2014/main" id="{9C84E979-7043-576D-6B8B-E55E995F7D27}"/>
              </a:ext>
            </a:extLst>
          </p:cNvPr>
          <p:cNvSpPr/>
          <p:nvPr/>
        </p:nvSpPr>
        <p:spPr bwMode="auto">
          <a:xfrm>
            <a:off x="6248242" y="2675474"/>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7" name="正方形/長方形 6">
            <a:extLst>
              <a:ext uri="{FF2B5EF4-FFF2-40B4-BE49-F238E27FC236}">
                <a16:creationId xmlns:a16="http://schemas.microsoft.com/office/drawing/2014/main" id="{EE7A2B96-90C0-7FFF-9827-81B87080608B}"/>
              </a:ext>
            </a:extLst>
          </p:cNvPr>
          <p:cNvSpPr/>
          <p:nvPr/>
        </p:nvSpPr>
        <p:spPr bwMode="auto">
          <a:xfrm>
            <a:off x="6647271" y="2615890"/>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詳細設計等入手資料は</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ファイルであるし、記載</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位置と</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KEYWORD</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も固定。ツール化可能</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正方形/長方形 7">
            <a:extLst>
              <a:ext uri="{FF2B5EF4-FFF2-40B4-BE49-F238E27FC236}">
                <a16:creationId xmlns:a16="http://schemas.microsoft.com/office/drawing/2014/main" id="{0D1F2F9D-F2AC-67E1-345A-8C6EF62D5CF7}"/>
              </a:ext>
            </a:extLst>
          </p:cNvPr>
          <p:cNvSpPr/>
          <p:nvPr/>
        </p:nvSpPr>
        <p:spPr bwMode="auto">
          <a:xfrm>
            <a:off x="6633021" y="3068960"/>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類型よりテスト基準が固定であるので、</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ごとのテストパータンを用意すると、時間を短縮する。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矢印: ストライプ 8">
            <a:extLst>
              <a:ext uri="{FF2B5EF4-FFF2-40B4-BE49-F238E27FC236}">
                <a16:creationId xmlns:a16="http://schemas.microsoft.com/office/drawing/2014/main" id="{116132F7-8DF2-D28D-AB1B-7D3C8997A2F3}"/>
              </a:ext>
            </a:extLst>
          </p:cNvPr>
          <p:cNvSpPr/>
          <p:nvPr/>
        </p:nvSpPr>
        <p:spPr bwMode="auto">
          <a:xfrm>
            <a:off x="6232744" y="3079481"/>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 name="矢印: ストライプ 9">
            <a:extLst>
              <a:ext uri="{FF2B5EF4-FFF2-40B4-BE49-F238E27FC236}">
                <a16:creationId xmlns:a16="http://schemas.microsoft.com/office/drawing/2014/main" id="{25F23C70-8926-1123-6FE5-B4B2839754C3}"/>
              </a:ext>
            </a:extLst>
          </p:cNvPr>
          <p:cNvSpPr/>
          <p:nvPr/>
        </p:nvSpPr>
        <p:spPr bwMode="auto">
          <a:xfrm>
            <a:off x="6209684" y="3558778"/>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1" name="正方形/長方形 10">
            <a:extLst>
              <a:ext uri="{FF2B5EF4-FFF2-40B4-BE49-F238E27FC236}">
                <a16:creationId xmlns:a16="http://schemas.microsoft.com/office/drawing/2014/main" id="{648542F8-9732-2333-5640-E0BC4CA2C11E}"/>
              </a:ext>
            </a:extLst>
          </p:cNvPr>
          <p:cNvSpPr/>
          <p:nvPr/>
        </p:nvSpPr>
        <p:spPr bwMode="auto">
          <a:xfrm>
            <a:off x="6642825" y="3512263"/>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設計書より処理条件。</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58009186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28">
            <a:extLst>
              <a:ext uri="{FF2B5EF4-FFF2-40B4-BE49-F238E27FC236}">
                <a16:creationId xmlns:a16="http://schemas.microsoft.com/office/drawing/2014/main" id="{F17E1F10-91B5-BCD8-F99B-3C0DBE4A5116}"/>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システムにおけるテスト計画作業の現状と改善後を以下に記載する。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7" name="正方形/長方形 86">
            <a:extLst>
              <a:ext uri="{FF2B5EF4-FFF2-40B4-BE49-F238E27FC236}">
                <a16:creationId xmlns:a16="http://schemas.microsoft.com/office/drawing/2014/main" id="{48583BB9-B7A0-4902-64FF-1197DBA9127C}"/>
              </a:ext>
            </a:extLst>
          </p:cNvPr>
          <p:cNvSpPr/>
          <p:nvPr/>
        </p:nvSpPr>
        <p:spPr bwMode="auto">
          <a:xfrm>
            <a:off x="6624509" y="2527481"/>
            <a:ext cx="3104641" cy="3393034"/>
          </a:xfrm>
          <a:prstGeom prst="rect">
            <a:avLst/>
          </a:prstGeom>
          <a:solidFill>
            <a:srgbClr val="E7F6FF"/>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a:extLst>
              <a:ext uri="{FF2B5EF4-FFF2-40B4-BE49-F238E27FC236}">
                <a16:creationId xmlns:a16="http://schemas.microsoft.com/office/drawing/2014/main" id="{B91F7C8A-5FDD-7040-CD6D-49749D15D2B6}"/>
              </a:ext>
            </a:extLst>
          </p:cNvPr>
          <p:cNvSpPr/>
          <p:nvPr/>
        </p:nvSpPr>
        <p:spPr bwMode="auto">
          <a:xfrm>
            <a:off x="845460" y="2549186"/>
            <a:ext cx="1703431" cy="3328086"/>
          </a:xfrm>
          <a:prstGeom prst="rect">
            <a:avLst/>
          </a:prstGeom>
          <a:solidFill>
            <a:schemeClr val="bg1">
              <a:lumMod val="8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7" name="正方形/長方形 6">
            <a:extLst>
              <a:ext uri="{FF2B5EF4-FFF2-40B4-BE49-F238E27FC236}">
                <a16:creationId xmlns:a16="http://schemas.microsoft.com/office/drawing/2014/main" id="{9FB6BBA8-1509-1E77-C15E-15DE81184FE0}"/>
              </a:ext>
            </a:extLst>
          </p:cNvPr>
          <p:cNvSpPr/>
          <p:nvPr/>
        </p:nvSpPr>
        <p:spPr bwMode="auto">
          <a:xfrm>
            <a:off x="272480" y="1877311"/>
            <a:ext cx="399600" cy="4648033"/>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ツール推進</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4" name="AutoShape 257">
            <a:hlinkClick r:id="" action="ppaction://noaction"/>
            <a:extLst>
              <a:ext uri="{FF2B5EF4-FFF2-40B4-BE49-F238E27FC236}">
                <a16:creationId xmlns:a16="http://schemas.microsoft.com/office/drawing/2014/main" id="{5ECEBABC-5A73-76B5-0078-8C0F9219B1C0}"/>
              </a:ext>
            </a:extLst>
          </p:cNvPr>
          <p:cNvSpPr>
            <a:spLocks noChangeArrowheads="1"/>
          </p:cNvSpPr>
          <p:nvPr/>
        </p:nvSpPr>
        <p:spPr bwMode="auto">
          <a:xfrm>
            <a:off x="828324" y="5930931"/>
            <a:ext cx="1720567" cy="486194"/>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成果物：</a:t>
            </a:r>
            <a:endParaRPr lang="en-US" altLang="zh-TW"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ＩＴａ１仕様書（兼報告書）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矩形 10">
            <a:extLst>
              <a:ext uri="{FF2B5EF4-FFF2-40B4-BE49-F238E27FC236}">
                <a16:creationId xmlns:a16="http://schemas.microsoft.com/office/drawing/2014/main" id="{7954BCF9-055C-2370-F7B9-B331859EFFDE}"/>
              </a:ext>
            </a:extLst>
          </p:cNvPr>
          <p:cNvSpPr/>
          <p:nvPr/>
        </p:nvSpPr>
        <p:spPr>
          <a:xfrm>
            <a:off x="2831900" y="2132856"/>
            <a:ext cx="3478883"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現状</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二等辺三角形 41">
            <a:extLst>
              <a:ext uri="{FF2B5EF4-FFF2-40B4-BE49-F238E27FC236}">
                <a16:creationId xmlns:a16="http://schemas.microsoft.com/office/drawing/2014/main" id="{68A9E66F-4754-7D30-C466-C99B71209AAE}"/>
              </a:ext>
            </a:extLst>
          </p:cNvPr>
          <p:cNvSpPr/>
          <p:nvPr/>
        </p:nvSpPr>
        <p:spPr bwMode="auto">
          <a:xfrm rot="5400000">
            <a:off x="2158473" y="3845704"/>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3" name="二等辺三角形 42">
            <a:extLst>
              <a:ext uri="{FF2B5EF4-FFF2-40B4-BE49-F238E27FC236}">
                <a16:creationId xmlns:a16="http://schemas.microsoft.com/office/drawing/2014/main" id="{BB6FB25A-71E6-9DD9-43C5-722CBC930895}"/>
              </a:ext>
            </a:extLst>
          </p:cNvPr>
          <p:cNvSpPr/>
          <p:nvPr/>
        </p:nvSpPr>
        <p:spPr bwMode="auto">
          <a:xfrm rot="5400000">
            <a:off x="5971089" y="4872807"/>
            <a:ext cx="1044588" cy="250780"/>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9" name="正方形/長方形 58">
            <a:extLst>
              <a:ext uri="{FF2B5EF4-FFF2-40B4-BE49-F238E27FC236}">
                <a16:creationId xmlns:a16="http://schemas.microsoft.com/office/drawing/2014/main" id="{18EEAC66-5C8D-7F32-B3AF-094D1DCD1D63}"/>
              </a:ext>
            </a:extLst>
          </p:cNvPr>
          <p:cNvSpPr/>
          <p:nvPr/>
        </p:nvSpPr>
        <p:spPr bwMode="auto">
          <a:xfrm>
            <a:off x="2804170" y="2504222"/>
            <a:ext cx="3506613"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正方形/長方形 60">
            <a:extLst>
              <a:ext uri="{FF2B5EF4-FFF2-40B4-BE49-F238E27FC236}">
                <a16:creationId xmlns:a16="http://schemas.microsoft.com/office/drawing/2014/main" id="{2426B2BD-0780-F270-25B0-05DEE7B13559}"/>
              </a:ext>
            </a:extLst>
          </p:cNvPr>
          <p:cNvSpPr/>
          <p:nvPr/>
        </p:nvSpPr>
        <p:spPr bwMode="auto">
          <a:xfrm>
            <a:off x="6753198" y="2599945"/>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①画面から、入力ファイルを選択し、自動的に記入</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正方形/長方形 61">
            <a:extLst>
              <a:ext uri="{FF2B5EF4-FFF2-40B4-BE49-F238E27FC236}">
                <a16:creationId xmlns:a16="http://schemas.microsoft.com/office/drawing/2014/main" id="{7198DD59-6D69-3CCC-4EA7-45A1BFB738A0}"/>
              </a:ext>
            </a:extLst>
          </p:cNvPr>
          <p:cNvSpPr/>
          <p:nvPr/>
        </p:nvSpPr>
        <p:spPr bwMode="auto">
          <a:xfrm>
            <a:off x="6761194" y="3863341"/>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画面で指定された</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入力データのフォームを作成する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正方形/長方形 63">
            <a:extLst>
              <a:ext uri="{FF2B5EF4-FFF2-40B4-BE49-F238E27FC236}">
                <a16:creationId xmlns:a16="http://schemas.microsoft.com/office/drawing/2014/main" id="{BEFE5FED-3E65-F1EF-6081-15132A35E158}"/>
              </a:ext>
            </a:extLst>
          </p:cNvPr>
          <p:cNvSpPr/>
          <p:nvPr/>
        </p:nvSpPr>
        <p:spPr bwMode="auto">
          <a:xfrm>
            <a:off x="6753198" y="3034271"/>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類型の</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一覧のテンプレートを用意し、</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指定類型より、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一覧の雛形作成</a:t>
            </a:r>
          </a:p>
        </p:txBody>
      </p:sp>
      <p:sp>
        <p:nvSpPr>
          <p:cNvPr id="65" name="正方形/長方形 64">
            <a:extLst>
              <a:ext uri="{FF2B5EF4-FFF2-40B4-BE49-F238E27FC236}">
                <a16:creationId xmlns:a16="http://schemas.microsoft.com/office/drawing/2014/main" id="{3FB79C07-83C0-70CB-08CB-F463BFFF0C67}"/>
              </a:ext>
            </a:extLst>
          </p:cNvPr>
          <p:cNvSpPr/>
          <p:nvPr/>
        </p:nvSpPr>
        <p:spPr bwMode="auto">
          <a:xfrm>
            <a:off x="6765833" y="3482340"/>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より、処理条件を解析し、</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a:extLst>
              <a:ext uri="{FF2B5EF4-FFF2-40B4-BE49-F238E27FC236}">
                <a16:creationId xmlns:a16="http://schemas.microsoft.com/office/drawing/2014/main" id="{2FDBE1EA-F3E3-9C4C-6727-8BCC1CDE6A23}"/>
              </a:ext>
            </a:extLst>
          </p:cNvPr>
          <p:cNvSpPr/>
          <p:nvPr/>
        </p:nvSpPr>
        <p:spPr bwMode="auto">
          <a:xfrm>
            <a:off x="2861483" y="2615890"/>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①入手資料より、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名称、類型など基本情報を設定する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3" name="Picture 37" descr="j0433941">
            <a:extLst>
              <a:ext uri="{FF2B5EF4-FFF2-40B4-BE49-F238E27FC236}">
                <a16:creationId xmlns:a16="http://schemas.microsoft.com/office/drawing/2014/main" id="{A4644A9C-1465-0734-388F-3C8D86FD41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3542" y="595845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16">
            <a:extLst>
              <a:ext uri="{FF2B5EF4-FFF2-40B4-BE49-F238E27FC236}">
                <a16:creationId xmlns:a16="http://schemas.microsoft.com/office/drawing/2014/main" id="{2F0259AC-A7BC-7806-C564-D819F2F2B47F}"/>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9" name="矩形 10">
            <a:extLst>
              <a:ext uri="{FF2B5EF4-FFF2-40B4-BE49-F238E27FC236}">
                <a16:creationId xmlns:a16="http://schemas.microsoft.com/office/drawing/2014/main" id="{053A8869-5F9F-860B-AC6E-01B0EF0CEE96}"/>
              </a:ext>
            </a:extLst>
          </p:cNvPr>
          <p:cNvSpPr/>
          <p:nvPr/>
        </p:nvSpPr>
        <p:spPr>
          <a:xfrm>
            <a:off x="6595879" y="2132856"/>
            <a:ext cx="3133271" cy="287073"/>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改善後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矩形 10">
            <a:extLst>
              <a:ext uri="{FF2B5EF4-FFF2-40B4-BE49-F238E27FC236}">
                <a16:creationId xmlns:a16="http://schemas.microsoft.com/office/drawing/2014/main" id="{FC1F7724-AF2E-4446-8840-86C0FE75392F}"/>
              </a:ext>
            </a:extLst>
          </p:cNvPr>
          <p:cNvSpPr/>
          <p:nvPr/>
        </p:nvSpPr>
        <p:spPr>
          <a:xfrm>
            <a:off x="828324" y="2132856"/>
            <a:ext cx="1728368" cy="288000"/>
          </a:xfrm>
          <a:prstGeom prst="rect">
            <a:avLst/>
          </a:prstGeom>
          <a:solidFill>
            <a:schemeClr val="tx1">
              <a:lumMod val="65000"/>
              <a:lumOff val="35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テスト計画作成流れ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正方形/長方形 52">
            <a:extLst>
              <a:ext uri="{FF2B5EF4-FFF2-40B4-BE49-F238E27FC236}">
                <a16:creationId xmlns:a16="http://schemas.microsoft.com/office/drawing/2014/main" id="{818262F4-6CD5-7D85-49C3-175B93F15F11}"/>
              </a:ext>
            </a:extLst>
          </p:cNvPr>
          <p:cNvSpPr/>
          <p:nvPr/>
        </p:nvSpPr>
        <p:spPr bwMode="auto">
          <a:xfrm>
            <a:off x="2870232" y="3040778"/>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類型とテスト基準より、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正方形/長方形 55">
            <a:extLst>
              <a:ext uri="{FF2B5EF4-FFF2-40B4-BE49-F238E27FC236}">
                <a16:creationId xmlns:a16="http://schemas.microsoft.com/office/drawing/2014/main" id="{E4AC8D7B-9FF5-86BE-54F6-F16CAD51A8B2}"/>
              </a:ext>
            </a:extLst>
          </p:cNvPr>
          <p:cNvSpPr/>
          <p:nvPr/>
        </p:nvSpPr>
        <p:spPr bwMode="auto">
          <a:xfrm>
            <a:off x="2853992" y="349336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③詳細設計書の処理条件より、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D41F6C24-1260-FBD6-1628-59983DA802C1}"/>
              </a:ext>
            </a:extLst>
          </p:cNvPr>
          <p:cNvSpPr/>
          <p:nvPr/>
        </p:nvSpPr>
        <p:spPr bwMode="auto">
          <a:xfrm>
            <a:off x="2853283" y="392914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仕様書より、入力データのフォームを作成する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正方形/長方形 59">
            <a:extLst>
              <a:ext uri="{FF2B5EF4-FFF2-40B4-BE49-F238E27FC236}">
                <a16:creationId xmlns:a16="http://schemas.microsoft.com/office/drawing/2014/main" id="{AA99FC13-CAB3-570F-31D5-2F90BB6EF5A3}"/>
              </a:ext>
            </a:extLst>
          </p:cNvPr>
          <p:cNvSpPr/>
          <p:nvPr/>
        </p:nvSpPr>
        <p:spPr bwMode="auto">
          <a:xfrm>
            <a:off x="1042259" y="2615891"/>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正方形/長方形 66">
            <a:extLst>
              <a:ext uri="{FF2B5EF4-FFF2-40B4-BE49-F238E27FC236}">
                <a16:creationId xmlns:a16="http://schemas.microsoft.com/office/drawing/2014/main" id="{92A17C76-9632-08F4-6BA4-EE6DAAB9B081}"/>
              </a:ext>
            </a:extLst>
          </p:cNvPr>
          <p:cNvSpPr/>
          <p:nvPr/>
        </p:nvSpPr>
        <p:spPr bwMode="auto">
          <a:xfrm>
            <a:off x="1042259" y="303296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正方形/長方形 69">
            <a:extLst>
              <a:ext uri="{FF2B5EF4-FFF2-40B4-BE49-F238E27FC236}">
                <a16:creationId xmlns:a16="http://schemas.microsoft.com/office/drawing/2014/main" id="{17CC497D-7ABF-8C94-49ED-D80D5305401A}"/>
              </a:ext>
            </a:extLst>
          </p:cNvPr>
          <p:cNvSpPr/>
          <p:nvPr/>
        </p:nvSpPr>
        <p:spPr bwMode="auto">
          <a:xfrm>
            <a:off x="1042259" y="346448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2" name="正方形/長方形 71">
            <a:extLst>
              <a:ext uri="{FF2B5EF4-FFF2-40B4-BE49-F238E27FC236}">
                <a16:creationId xmlns:a16="http://schemas.microsoft.com/office/drawing/2014/main" id="{2CBE14D6-AF5F-ADD4-7E73-B3C1FC065084}"/>
              </a:ext>
            </a:extLst>
          </p:cNvPr>
          <p:cNvSpPr/>
          <p:nvPr/>
        </p:nvSpPr>
        <p:spPr bwMode="auto">
          <a:xfrm>
            <a:off x="1042259" y="389600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正方形/長方形 72">
            <a:extLst>
              <a:ext uri="{FF2B5EF4-FFF2-40B4-BE49-F238E27FC236}">
                <a16:creationId xmlns:a16="http://schemas.microsoft.com/office/drawing/2014/main" id="{96A067E1-5401-0C6B-56BF-A7AE1537B670}"/>
              </a:ext>
            </a:extLst>
          </p:cNvPr>
          <p:cNvSpPr/>
          <p:nvPr/>
        </p:nvSpPr>
        <p:spPr bwMode="auto">
          <a:xfrm>
            <a:off x="1042259" y="4411483"/>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正方形/長方形 73">
            <a:extLst>
              <a:ext uri="{FF2B5EF4-FFF2-40B4-BE49-F238E27FC236}">
                <a16:creationId xmlns:a16="http://schemas.microsoft.com/office/drawing/2014/main" id="{98A22C7A-F044-00BA-E17E-6B774CC8F035}"/>
              </a:ext>
            </a:extLst>
          </p:cNvPr>
          <p:cNvSpPr/>
          <p:nvPr/>
        </p:nvSpPr>
        <p:spPr bwMode="auto">
          <a:xfrm>
            <a:off x="1039698" y="4875260"/>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正方形/長方形 74">
            <a:extLst>
              <a:ext uri="{FF2B5EF4-FFF2-40B4-BE49-F238E27FC236}">
                <a16:creationId xmlns:a16="http://schemas.microsoft.com/office/drawing/2014/main" id="{6FEAC0F6-E6F0-354F-FB3C-3DDC35D22C18}"/>
              </a:ext>
            </a:extLst>
          </p:cNvPr>
          <p:cNvSpPr/>
          <p:nvPr/>
        </p:nvSpPr>
        <p:spPr bwMode="auto">
          <a:xfrm>
            <a:off x="1046906" y="5382502"/>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⑦テストケースの見直し</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9" name="正方形/長方形 78">
            <a:extLst>
              <a:ext uri="{FF2B5EF4-FFF2-40B4-BE49-F238E27FC236}">
                <a16:creationId xmlns:a16="http://schemas.microsoft.com/office/drawing/2014/main" id="{6BCA1D9F-BF35-4111-1665-CC35EA338F69}"/>
              </a:ext>
            </a:extLst>
          </p:cNvPr>
          <p:cNvSpPr/>
          <p:nvPr/>
        </p:nvSpPr>
        <p:spPr bwMode="auto">
          <a:xfrm>
            <a:off x="2847667" y="4411483"/>
            <a:ext cx="3258972"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正方形/長方形 83">
            <a:extLst>
              <a:ext uri="{FF2B5EF4-FFF2-40B4-BE49-F238E27FC236}">
                <a16:creationId xmlns:a16="http://schemas.microsoft.com/office/drawing/2014/main" id="{A44C3A8D-C0C1-9211-F121-D9AC03D184E3}"/>
              </a:ext>
            </a:extLst>
          </p:cNvPr>
          <p:cNvSpPr/>
          <p:nvPr/>
        </p:nvSpPr>
        <p:spPr bwMode="auto">
          <a:xfrm>
            <a:off x="2870232" y="4878050"/>
            <a:ext cx="3236408"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6" name="正方形/長方形 85">
            <a:extLst>
              <a:ext uri="{FF2B5EF4-FFF2-40B4-BE49-F238E27FC236}">
                <a16:creationId xmlns:a16="http://schemas.microsoft.com/office/drawing/2014/main" id="{58917ABF-A9A0-9521-8B4A-0E9EF6247228}"/>
              </a:ext>
            </a:extLst>
          </p:cNvPr>
          <p:cNvSpPr/>
          <p:nvPr/>
        </p:nvSpPr>
        <p:spPr bwMode="auto">
          <a:xfrm>
            <a:off x="2879124" y="5369140"/>
            <a:ext cx="3203274"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0" name="矢印: ストライプ 89">
            <a:extLst>
              <a:ext uri="{FF2B5EF4-FFF2-40B4-BE49-F238E27FC236}">
                <a16:creationId xmlns:a16="http://schemas.microsoft.com/office/drawing/2014/main" id="{58108E23-481B-4D02-754B-24E915748807}"/>
              </a:ext>
            </a:extLst>
          </p:cNvPr>
          <p:cNvSpPr/>
          <p:nvPr/>
        </p:nvSpPr>
        <p:spPr bwMode="auto">
          <a:xfrm rot="5400000">
            <a:off x="1526744" y="5731726"/>
            <a:ext cx="256234" cy="354296"/>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91" name="正方形/長方形 90">
            <a:extLst>
              <a:ext uri="{FF2B5EF4-FFF2-40B4-BE49-F238E27FC236}">
                <a16:creationId xmlns:a16="http://schemas.microsoft.com/office/drawing/2014/main" id="{5B3E4918-0797-6836-B028-865259FD692F}"/>
              </a:ext>
            </a:extLst>
          </p:cNvPr>
          <p:cNvSpPr/>
          <p:nvPr/>
        </p:nvSpPr>
        <p:spPr bwMode="auto">
          <a:xfrm>
            <a:off x="2788672" y="2566439"/>
            <a:ext cx="3373600" cy="1573807"/>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pic>
        <p:nvPicPr>
          <p:cNvPr id="92" name="Picture 37" descr="j0433941">
            <a:extLst>
              <a:ext uri="{FF2B5EF4-FFF2-40B4-BE49-F238E27FC236}">
                <a16:creationId xmlns:a16="http://schemas.microsoft.com/office/drawing/2014/main" id="{16D90AA4-B32F-513D-AD2E-2353E620F4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89370" y="5863956"/>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テキスト ボックス 16">
            <a:extLst>
              <a:ext uri="{FF2B5EF4-FFF2-40B4-BE49-F238E27FC236}">
                <a16:creationId xmlns:a16="http://schemas.microsoft.com/office/drawing/2014/main" id="{7CC0A1C9-EC8D-8491-4149-D6BF65CDE8C1}"/>
              </a:ext>
            </a:extLst>
          </p:cNvPr>
          <p:cNvSpPr txBox="1">
            <a:spLocks noChangeArrowheads="1"/>
          </p:cNvSpPr>
          <p:nvPr/>
        </p:nvSpPr>
        <p:spPr bwMode="auto">
          <a:xfrm>
            <a:off x="6382290" y="5969035"/>
            <a:ext cx="3478883" cy="707886"/>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ツールより、ドキュメントを解析して雛形作成</a:t>
            </a:r>
            <a:endParaRPr lang="en-US" altLang="ja-JP" sz="1000" b="1" dirty="0">
              <a:solidFill>
                <a:prstClr val="black"/>
              </a:solidFill>
              <a:latin typeface="Meiryo UI" pitchFamily="50" charset="-128"/>
              <a:ea typeface="Meiryo UI" pitchFamily="50" charset="-128"/>
              <a:cs typeface="Meiryo UI" pitchFamily="50" charset="-128"/>
            </a:endParaRPr>
          </a:p>
          <a:p>
            <a:pPr marL="0" indent="0" eaLnBrk="1" hangingPunct="1">
              <a:spcBef>
                <a:spcPct val="0"/>
              </a:spcBef>
              <a:buFontTx/>
              <a:buNone/>
            </a:pPr>
            <a:r>
              <a:rPr lang="ja-JP" altLang="en-US" sz="1000" b="1" dirty="0">
                <a:latin typeface="Meiryo UI" panose="020B0604030504040204" pitchFamily="50" charset="-128"/>
                <a:ea typeface="Meiryo UI" panose="020B0604030504040204" pitchFamily="50" charset="-128"/>
              </a:rPr>
              <a:t>作業難易度を下げて、テストケース漏れや低級ミスを減少させる。</a:t>
            </a:r>
            <a:endParaRPr lang="en-US" altLang="ja-JP" sz="1000" b="1" dirty="0">
              <a:latin typeface="Meiryo UI" panose="020B0604030504040204" pitchFamily="50" charset="-128"/>
              <a:ea typeface="Meiryo UI" panose="020B0604030504040204" pitchFamily="50" charset="-128"/>
            </a:endParaRPr>
          </a:p>
          <a:p>
            <a:pPr marL="0" indent="0" eaLnBrk="1" hangingPunct="1">
              <a:spcBef>
                <a:spcPct val="0"/>
              </a:spcBef>
              <a:buFontTx/>
              <a:buNone/>
            </a:pPr>
            <a:r>
              <a:rPr lang="ja-JP" altLang="en-US" sz="1000" b="1" dirty="0">
                <a:latin typeface="Meiryo UI" panose="020B0604030504040204" pitchFamily="50" charset="-128"/>
                <a:ea typeface="Meiryo UI" panose="020B0604030504040204" pitchFamily="50" charset="-128"/>
              </a:rPr>
              <a:t>テスト報告書作成時間を大幅に</a:t>
            </a:r>
            <a:r>
              <a:rPr lang="en-US" altLang="ja-JP" sz="1000" b="1" dirty="0">
                <a:latin typeface="Meiryo UI" panose="020B0604030504040204" pitchFamily="50" charset="-128"/>
                <a:ea typeface="Meiryo UI" panose="020B0604030504040204" pitchFamily="50" charset="-128"/>
              </a:rPr>
              <a:t>(20</a:t>
            </a:r>
            <a:r>
              <a:rPr lang="ja-JP" altLang="en-US" sz="1000" b="1" dirty="0">
                <a:latin typeface="Meiryo UI" panose="020B0604030504040204" pitchFamily="50" charset="-128"/>
                <a:ea typeface="Meiryo UI" panose="020B0604030504040204" pitchFamily="50" charset="-128"/>
              </a:rPr>
              <a:t>％～</a:t>
            </a:r>
            <a:r>
              <a:rPr lang="en-US" altLang="ja-JP" sz="1000" b="1" dirty="0">
                <a:latin typeface="Meiryo UI" panose="020B0604030504040204" pitchFamily="50" charset="-128"/>
                <a:ea typeface="Meiryo UI" panose="020B0604030504040204" pitchFamily="50" charset="-128"/>
              </a:rPr>
              <a:t>50</a:t>
            </a:r>
            <a:r>
              <a:rPr lang="ja-JP" altLang="en-US" sz="1000" b="1" dirty="0">
                <a:latin typeface="Meiryo UI" panose="020B0604030504040204" pitchFamily="50" charset="-128"/>
                <a:ea typeface="Meiryo UI" panose="020B0604030504040204" pitchFamily="50" charset="-128"/>
              </a:rPr>
              <a:t>％見込</a:t>
            </a:r>
            <a:r>
              <a:rPr lang="en-US" altLang="ja-JP" sz="1000" b="1" dirty="0">
                <a:latin typeface="Meiryo UI" panose="020B0604030504040204" pitchFamily="50" charset="-128"/>
                <a:ea typeface="Meiryo UI" panose="020B0604030504040204" pitchFamily="50" charset="-128"/>
              </a:rPr>
              <a:t>)</a:t>
            </a:r>
            <a:r>
              <a:rPr lang="ja-JP" altLang="en-US" sz="1000" b="1" dirty="0">
                <a:latin typeface="Meiryo UI" panose="020B0604030504040204" pitchFamily="50" charset="-128"/>
                <a:ea typeface="Meiryo UI" panose="020B0604030504040204" pitchFamily="50" charset="-128"/>
              </a:rPr>
              <a:t>短縮できる。</a:t>
            </a:r>
            <a:endParaRPr lang="ja-JP" altLang="en-US" sz="1000" b="1" dirty="0">
              <a:solidFill>
                <a:prstClr val="black"/>
              </a:solidFill>
              <a:latin typeface="Meiryo UI" pitchFamily="50" charset="-128"/>
              <a:ea typeface="Meiryo UI" pitchFamily="50" charset="-128"/>
              <a:cs typeface="Meiryo UI" pitchFamily="50" charset="-128"/>
            </a:endParaRPr>
          </a:p>
        </p:txBody>
      </p:sp>
      <p:sp>
        <p:nvSpPr>
          <p:cNvPr id="116" name="正方形/長方形 115">
            <a:extLst>
              <a:ext uri="{FF2B5EF4-FFF2-40B4-BE49-F238E27FC236}">
                <a16:creationId xmlns:a16="http://schemas.microsoft.com/office/drawing/2014/main" id="{81C15504-F909-E43B-3AC5-4FB93E682777}"/>
              </a:ext>
            </a:extLst>
          </p:cNvPr>
          <p:cNvSpPr/>
          <p:nvPr/>
        </p:nvSpPr>
        <p:spPr bwMode="auto">
          <a:xfrm>
            <a:off x="6758637" y="4424061"/>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9" name="正方形/長方形 118">
            <a:extLst>
              <a:ext uri="{FF2B5EF4-FFF2-40B4-BE49-F238E27FC236}">
                <a16:creationId xmlns:a16="http://schemas.microsoft.com/office/drawing/2014/main" id="{BEEB7D71-5C34-7E59-9421-4FC6A94A0619}"/>
              </a:ext>
            </a:extLst>
          </p:cNvPr>
          <p:cNvSpPr/>
          <p:nvPr/>
        </p:nvSpPr>
        <p:spPr bwMode="auto">
          <a:xfrm>
            <a:off x="6758343" y="4874118"/>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3" name="正方形/長方形 122">
            <a:extLst>
              <a:ext uri="{FF2B5EF4-FFF2-40B4-BE49-F238E27FC236}">
                <a16:creationId xmlns:a16="http://schemas.microsoft.com/office/drawing/2014/main" id="{30853820-CE09-FEC6-4D02-4F3D6EA98030}"/>
              </a:ext>
            </a:extLst>
          </p:cNvPr>
          <p:cNvSpPr/>
          <p:nvPr/>
        </p:nvSpPr>
        <p:spPr bwMode="auto">
          <a:xfrm>
            <a:off x="6759615" y="5381718"/>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2" name="矢印: ストライプ 131">
            <a:extLst>
              <a:ext uri="{FF2B5EF4-FFF2-40B4-BE49-F238E27FC236}">
                <a16:creationId xmlns:a16="http://schemas.microsoft.com/office/drawing/2014/main" id="{9ECBB71E-9759-363C-774B-0EC2ED53763B}"/>
              </a:ext>
            </a:extLst>
          </p:cNvPr>
          <p:cNvSpPr/>
          <p:nvPr/>
        </p:nvSpPr>
        <p:spPr bwMode="auto">
          <a:xfrm>
            <a:off x="6172266" y="2655379"/>
            <a:ext cx="618932" cy="1308336"/>
          </a:xfrm>
          <a:prstGeom prst="stripedRightArrow">
            <a:avLst>
              <a:gd name="adj1" fmla="val 50000"/>
              <a:gd name="adj2" fmla="val 50000"/>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i="0" u="none" strike="noStrike" normalizeH="0" baseline="0" dirty="0">
              <a:ln w="0"/>
              <a:effectLst>
                <a:outerShdw blurRad="38100" dist="19050" dir="2700000" algn="tl" rotWithShape="0">
                  <a:schemeClr val="dk1">
                    <a:alpha val="40000"/>
                  </a:schemeClr>
                </a:outerShdw>
              </a:effectLst>
              <a:latin typeface="ＭＳ Ｐゴシック" pitchFamily="50" charset="-128"/>
              <a:ea typeface="ＭＳ Ｐゴシック" pitchFamily="50" charset="-128"/>
            </a:endParaRPr>
          </a:p>
        </p:txBody>
      </p:sp>
      <p:sp>
        <p:nvSpPr>
          <p:cNvPr id="71" name="テキスト ボックス 16">
            <a:extLst>
              <a:ext uri="{FF2B5EF4-FFF2-40B4-BE49-F238E27FC236}">
                <a16:creationId xmlns:a16="http://schemas.microsoft.com/office/drawing/2014/main" id="{653319B5-9866-63ED-D0E3-A697CF7E102F}"/>
              </a:ext>
            </a:extLst>
          </p:cNvPr>
          <p:cNvSpPr txBox="1">
            <a:spLocks noChangeArrowheads="1"/>
          </p:cNvSpPr>
          <p:nvPr/>
        </p:nvSpPr>
        <p:spPr bwMode="auto">
          <a:xfrm>
            <a:off x="6465168" y="2923781"/>
            <a:ext cx="258168" cy="707886"/>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ツール化</a:t>
            </a:r>
          </a:p>
        </p:txBody>
      </p:sp>
      <p:sp>
        <p:nvSpPr>
          <p:cNvPr id="133" name="テキスト ボックス 16">
            <a:extLst>
              <a:ext uri="{FF2B5EF4-FFF2-40B4-BE49-F238E27FC236}">
                <a16:creationId xmlns:a16="http://schemas.microsoft.com/office/drawing/2014/main" id="{11A867BC-B618-D984-B480-0BB430F17DAF}"/>
              </a:ext>
            </a:extLst>
          </p:cNvPr>
          <p:cNvSpPr txBox="1">
            <a:spLocks noChangeArrowheads="1"/>
          </p:cNvSpPr>
          <p:nvPr/>
        </p:nvSpPr>
        <p:spPr bwMode="auto">
          <a:xfrm>
            <a:off x="2748562" y="5954764"/>
            <a:ext cx="3478883"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a:t>
            </a:r>
            <a:r>
              <a:rPr lang="en-US" altLang="ja-JP" sz="1000" b="1" dirty="0">
                <a:solidFill>
                  <a:prstClr val="black"/>
                </a:solidFill>
                <a:latin typeface="Meiryo UI" pitchFamily="50" charset="-128"/>
                <a:ea typeface="Meiryo UI" pitchFamily="50" charset="-128"/>
                <a:cs typeface="Meiryo UI" pitchFamily="50" charset="-128"/>
              </a:rPr>
              <a:t>EXCEL</a:t>
            </a:r>
            <a:r>
              <a:rPr lang="ja-JP" altLang="en-US" sz="1000" b="1" dirty="0">
                <a:solidFill>
                  <a:prstClr val="black"/>
                </a:solidFill>
                <a:latin typeface="Meiryo UI" pitchFamily="50" charset="-128"/>
                <a:ea typeface="Meiryo UI" pitchFamily="50" charset="-128"/>
                <a:cs typeface="Meiryo UI" pitchFamily="50" charset="-128"/>
              </a:rPr>
              <a:t>表作成、時間がかかる</a:t>
            </a:r>
          </a:p>
        </p:txBody>
      </p:sp>
      <p:sp>
        <p:nvSpPr>
          <p:cNvPr id="134" name="正方形/長方形 133">
            <a:extLst>
              <a:ext uri="{FF2B5EF4-FFF2-40B4-BE49-F238E27FC236}">
                <a16:creationId xmlns:a16="http://schemas.microsoft.com/office/drawing/2014/main" id="{B5C84432-2D40-DC0E-3700-F2950EFF453C}"/>
              </a:ext>
            </a:extLst>
          </p:cNvPr>
          <p:cNvSpPr/>
          <p:nvPr/>
        </p:nvSpPr>
        <p:spPr bwMode="auto">
          <a:xfrm>
            <a:off x="6758637" y="4161220"/>
            <a:ext cx="2916000" cy="230832"/>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　　　</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57B7BE40-C97E-3BF2-E418-B6505E6D3EE1}"/>
              </a:ext>
            </a:extLst>
          </p:cNvPr>
          <p:cNvSpPr/>
          <p:nvPr/>
        </p:nvSpPr>
        <p:spPr bwMode="auto">
          <a:xfrm>
            <a:off x="6705497" y="2570530"/>
            <a:ext cx="3071716" cy="1604502"/>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8808464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7B19-2D80-3E72-91D5-A63AB6664899}"/>
            </a:ext>
          </a:extLst>
        </p:cNvPr>
        <p:cNvGrpSpPr/>
        <p:nvPr/>
      </p:nvGrpSpPr>
      <p:grpSpPr>
        <a:xfrm>
          <a:off x="0" y="0"/>
          <a:ext cx="0" cy="0"/>
          <a:chOff x="0" y="0"/>
          <a:chExt cx="0" cy="0"/>
        </a:xfrm>
      </p:grpSpPr>
      <p:sp>
        <p:nvSpPr>
          <p:cNvPr id="123" name="テキスト ボックス 28">
            <a:extLst>
              <a:ext uri="{FF2B5EF4-FFF2-40B4-BE49-F238E27FC236}">
                <a16:creationId xmlns:a16="http://schemas.microsoft.com/office/drawing/2014/main" id="{861FE1E1-0DB4-C49B-3EEC-53CFECDC6982}"/>
              </a:ext>
            </a:extLst>
          </p:cNvPr>
          <p:cNvSpPr txBox="1">
            <a:spLocks noChangeArrowheads="1"/>
          </p:cNvSpPr>
          <p:nvPr/>
        </p:nvSpPr>
        <p:spPr bwMode="auto">
          <a:xfrm>
            <a:off x="672081" y="785658"/>
            <a:ext cx="9064806" cy="5879435"/>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indent="0" fontAlgn="base">
              <a:spcAft>
                <a:spcPts val="300"/>
              </a:spcAft>
              <a:buClr>
                <a:srgbClr val="4F81BD"/>
              </a:buClr>
              <a:buNone/>
            </a:pP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a:extLst>
              <a:ext uri="{FF2B5EF4-FFF2-40B4-BE49-F238E27FC236}">
                <a16:creationId xmlns:a16="http://schemas.microsoft.com/office/drawing/2014/main" id="{069865DE-E750-6414-11B7-728DF88E3213}"/>
              </a:ext>
            </a:extLst>
          </p:cNvPr>
          <p:cNvSpPr txBox="1">
            <a:spLocks noChangeArrowheads="1"/>
          </p:cNvSpPr>
          <p:nvPr/>
        </p:nvSpPr>
        <p:spPr bwMode="auto">
          <a:xfrm>
            <a:off x="179772" y="238125"/>
            <a:ext cx="73655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別紙</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en-US" altLang="ja-JP"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SMART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テスト報告書作成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85496DA-21BF-85B9-F963-B118FDE6E309}"/>
              </a:ext>
            </a:extLst>
          </p:cNvPr>
          <p:cNvSpPr/>
          <p:nvPr/>
        </p:nvSpPr>
        <p:spPr bwMode="auto">
          <a:xfrm>
            <a:off x="251715" y="781557"/>
            <a:ext cx="399600" cy="587943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38" name="テキスト ボックス 16">
            <a:extLst>
              <a:ext uri="{FF2B5EF4-FFF2-40B4-BE49-F238E27FC236}">
                <a16:creationId xmlns:a16="http://schemas.microsoft.com/office/drawing/2014/main" id="{030DB6CB-5B38-CE17-A127-1411545D03C8}"/>
              </a:ext>
            </a:extLst>
          </p:cNvPr>
          <p:cNvSpPr txBox="1">
            <a:spLocks noChangeArrowheads="1"/>
          </p:cNvSpPr>
          <p:nvPr/>
        </p:nvSpPr>
        <p:spPr bwMode="auto">
          <a:xfrm>
            <a:off x="632520" y="831107"/>
            <a:ext cx="168863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①</a:t>
            </a:r>
            <a:r>
              <a:rPr lang="en-US" altLang="ja-JP" sz="1000" b="1" dirty="0">
                <a:solidFill>
                  <a:prstClr val="black"/>
                </a:solidFill>
                <a:latin typeface="Meiryo UI" pitchFamily="50" charset="-128"/>
                <a:ea typeface="Meiryo UI" pitchFamily="50" charset="-128"/>
                <a:cs typeface="Meiryo UI" pitchFamily="50" charset="-128"/>
              </a:rPr>
              <a:t>PGM</a:t>
            </a:r>
            <a:r>
              <a:rPr lang="ja-JP" altLang="en-US" sz="1000" b="1" dirty="0">
                <a:solidFill>
                  <a:prstClr val="black"/>
                </a:solidFill>
                <a:latin typeface="Meiryo UI" pitchFamily="50" charset="-128"/>
                <a:ea typeface="Meiryo UI" pitchFamily="50" charset="-128"/>
                <a:cs typeface="Meiryo UI" pitchFamily="50" charset="-128"/>
              </a:rPr>
              <a:t>パターンを選択</a:t>
            </a:r>
          </a:p>
        </p:txBody>
      </p:sp>
      <p:sp>
        <p:nvSpPr>
          <p:cNvPr id="39" name="二等辺三角形 38">
            <a:extLst>
              <a:ext uri="{FF2B5EF4-FFF2-40B4-BE49-F238E27FC236}">
                <a16:creationId xmlns:a16="http://schemas.microsoft.com/office/drawing/2014/main" id="{49D850AC-2E14-F845-3199-0477040663FF}"/>
              </a:ext>
            </a:extLst>
          </p:cNvPr>
          <p:cNvSpPr/>
          <p:nvPr/>
        </p:nvSpPr>
        <p:spPr bwMode="auto">
          <a:xfrm rot="5400000">
            <a:off x="4422509" y="203441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44" name="図 43">
            <a:extLst>
              <a:ext uri="{FF2B5EF4-FFF2-40B4-BE49-F238E27FC236}">
                <a16:creationId xmlns:a16="http://schemas.microsoft.com/office/drawing/2014/main" id="{455B9E5F-B54B-9D7C-17B2-E2E7575FF3F6}"/>
              </a:ext>
            </a:extLst>
          </p:cNvPr>
          <p:cNvPicPr>
            <a:picLocks noChangeAspect="1"/>
          </p:cNvPicPr>
          <p:nvPr/>
        </p:nvPicPr>
        <p:blipFill>
          <a:blip r:embed="rId3"/>
          <a:stretch>
            <a:fillRect/>
          </a:stretch>
        </p:blipFill>
        <p:spPr>
          <a:xfrm>
            <a:off x="704528" y="1042909"/>
            <a:ext cx="3904105" cy="2244296"/>
          </a:xfrm>
          <a:prstGeom prst="rect">
            <a:avLst/>
          </a:prstGeom>
        </p:spPr>
      </p:pic>
      <p:pic>
        <p:nvPicPr>
          <p:cNvPr id="56" name="図 55">
            <a:extLst>
              <a:ext uri="{FF2B5EF4-FFF2-40B4-BE49-F238E27FC236}">
                <a16:creationId xmlns:a16="http://schemas.microsoft.com/office/drawing/2014/main" id="{ABBE85B3-449A-44C4-D813-16070AC4C78A}"/>
              </a:ext>
            </a:extLst>
          </p:cNvPr>
          <p:cNvPicPr>
            <a:picLocks noChangeAspect="1"/>
          </p:cNvPicPr>
          <p:nvPr/>
        </p:nvPicPr>
        <p:blipFill>
          <a:blip r:embed="rId4"/>
          <a:stretch>
            <a:fillRect/>
          </a:stretch>
        </p:blipFill>
        <p:spPr>
          <a:xfrm>
            <a:off x="4970185" y="1044066"/>
            <a:ext cx="4015263" cy="2243140"/>
          </a:xfrm>
          <a:prstGeom prst="rect">
            <a:avLst/>
          </a:prstGeom>
        </p:spPr>
      </p:pic>
      <p:sp>
        <p:nvSpPr>
          <p:cNvPr id="57" name="テキスト ボックス 16">
            <a:extLst>
              <a:ext uri="{FF2B5EF4-FFF2-40B4-BE49-F238E27FC236}">
                <a16:creationId xmlns:a16="http://schemas.microsoft.com/office/drawing/2014/main" id="{750D9FBF-6F9C-4CB0-2607-81569CD133DA}"/>
              </a:ext>
            </a:extLst>
          </p:cNvPr>
          <p:cNvSpPr txBox="1">
            <a:spLocks noChangeArrowheads="1"/>
          </p:cNvSpPr>
          <p:nvPr/>
        </p:nvSpPr>
        <p:spPr bwMode="auto">
          <a:xfrm>
            <a:off x="4880992" y="806515"/>
            <a:ext cx="3472567"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②入出力ファイル選択、テス報告書基本情報設定</a:t>
            </a:r>
          </a:p>
        </p:txBody>
      </p:sp>
      <p:sp>
        <p:nvSpPr>
          <p:cNvPr id="70" name="テキスト ボックス 16">
            <a:extLst>
              <a:ext uri="{FF2B5EF4-FFF2-40B4-BE49-F238E27FC236}">
                <a16:creationId xmlns:a16="http://schemas.microsoft.com/office/drawing/2014/main" id="{1CE23FF0-A963-1A38-37D3-EA0935C2D83A}"/>
              </a:ext>
            </a:extLst>
          </p:cNvPr>
          <p:cNvSpPr txBox="1">
            <a:spLocks noChangeArrowheads="1"/>
          </p:cNvSpPr>
          <p:nvPr/>
        </p:nvSpPr>
        <p:spPr bwMode="auto">
          <a:xfrm>
            <a:off x="632520"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③中間成果物作成</a:t>
            </a:r>
            <a:r>
              <a:rPr lang="en-US" altLang="ja-JP" sz="1000" b="1" dirty="0">
                <a:solidFill>
                  <a:prstClr val="black"/>
                </a:solidFill>
                <a:latin typeface="Meiryo UI" pitchFamily="50" charset="-128"/>
                <a:ea typeface="Meiryo UI" pitchFamily="50" charset="-128"/>
                <a:cs typeface="Meiryo UI" pitchFamily="50" charset="-128"/>
              </a:rPr>
              <a:t>※</a:t>
            </a:r>
            <a:r>
              <a:rPr lang="ja-JP" altLang="en-US" sz="1000" b="1" dirty="0">
                <a:solidFill>
                  <a:prstClr val="black"/>
                </a:solidFill>
                <a:latin typeface="Meiryo UI" pitchFamily="50" charset="-128"/>
                <a:ea typeface="Meiryo UI" pitchFamily="50" charset="-128"/>
                <a:cs typeface="Meiryo UI" pitchFamily="50" charset="-128"/>
              </a:rPr>
              <a:t>編集、削除可能</a:t>
            </a:r>
          </a:p>
        </p:txBody>
      </p:sp>
      <p:sp>
        <p:nvSpPr>
          <p:cNvPr id="79" name="二等辺三角形 78">
            <a:extLst>
              <a:ext uri="{FF2B5EF4-FFF2-40B4-BE49-F238E27FC236}">
                <a16:creationId xmlns:a16="http://schemas.microsoft.com/office/drawing/2014/main" id="{CB87287F-B5A2-5575-49AB-5947574680DF}"/>
              </a:ext>
            </a:extLst>
          </p:cNvPr>
          <p:cNvSpPr/>
          <p:nvPr/>
        </p:nvSpPr>
        <p:spPr bwMode="auto">
          <a:xfrm rot="5400000">
            <a:off x="8758495" y="2034412"/>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4" name="二等辺三角形 83">
            <a:extLst>
              <a:ext uri="{FF2B5EF4-FFF2-40B4-BE49-F238E27FC236}">
                <a16:creationId xmlns:a16="http://schemas.microsoft.com/office/drawing/2014/main" id="{455ECDF1-B2DC-4A0E-D92C-75137F1361A8}"/>
              </a:ext>
            </a:extLst>
          </p:cNvPr>
          <p:cNvSpPr/>
          <p:nvPr/>
        </p:nvSpPr>
        <p:spPr bwMode="auto">
          <a:xfrm rot="5400000">
            <a:off x="4997732" y="491473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87" name="図 86">
            <a:extLst>
              <a:ext uri="{FF2B5EF4-FFF2-40B4-BE49-F238E27FC236}">
                <a16:creationId xmlns:a16="http://schemas.microsoft.com/office/drawing/2014/main" id="{2ECD7157-4BD4-270E-6140-BABE06C39ADB}"/>
              </a:ext>
            </a:extLst>
          </p:cNvPr>
          <p:cNvPicPr>
            <a:picLocks noChangeAspect="1"/>
          </p:cNvPicPr>
          <p:nvPr/>
        </p:nvPicPr>
        <p:blipFill>
          <a:blip r:embed="rId5"/>
          <a:stretch>
            <a:fillRect/>
          </a:stretch>
        </p:blipFill>
        <p:spPr>
          <a:xfrm>
            <a:off x="710789" y="3800556"/>
            <a:ext cx="4437470" cy="1221017"/>
          </a:xfrm>
          <a:prstGeom prst="rect">
            <a:avLst/>
          </a:prstGeom>
        </p:spPr>
      </p:pic>
      <p:pic>
        <p:nvPicPr>
          <p:cNvPr id="91" name="図 90">
            <a:extLst>
              <a:ext uri="{FF2B5EF4-FFF2-40B4-BE49-F238E27FC236}">
                <a16:creationId xmlns:a16="http://schemas.microsoft.com/office/drawing/2014/main" id="{0F0B6BD4-F8A9-EE5B-B7F3-E3D5A025FA33}"/>
              </a:ext>
            </a:extLst>
          </p:cNvPr>
          <p:cNvPicPr>
            <a:picLocks noChangeAspect="1"/>
          </p:cNvPicPr>
          <p:nvPr/>
        </p:nvPicPr>
        <p:blipFill>
          <a:blip r:embed="rId6"/>
          <a:stretch>
            <a:fillRect/>
          </a:stretch>
        </p:blipFill>
        <p:spPr>
          <a:xfrm>
            <a:off x="5514223" y="3861048"/>
            <a:ext cx="4222663" cy="1334526"/>
          </a:xfrm>
          <a:prstGeom prst="rect">
            <a:avLst/>
          </a:prstGeom>
        </p:spPr>
      </p:pic>
      <p:pic>
        <p:nvPicPr>
          <p:cNvPr id="116" name="図 115">
            <a:extLst>
              <a:ext uri="{FF2B5EF4-FFF2-40B4-BE49-F238E27FC236}">
                <a16:creationId xmlns:a16="http://schemas.microsoft.com/office/drawing/2014/main" id="{0B4C9322-C25B-633F-E3C3-6A9419DFC9FC}"/>
              </a:ext>
            </a:extLst>
          </p:cNvPr>
          <p:cNvPicPr>
            <a:picLocks noChangeAspect="1"/>
          </p:cNvPicPr>
          <p:nvPr/>
        </p:nvPicPr>
        <p:blipFill rotWithShape="1">
          <a:blip r:embed="rId7"/>
          <a:srcRect t="16765" b="12148"/>
          <a:stretch/>
        </p:blipFill>
        <p:spPr>
          <a:xfrm>
            <a:off x="5529064" y="5435427"/>
            <a:ext cx="3357547" cy="1225564"/>
          </a:xfrm>
          <a:prstGeom prst="rect">
            <a:avLst/>
          </a:prstGeom>
        </p:spPr>
      </p:pic>
      <p:sp>
        <p:nvSpPr>
          <p:cNvPr id="119" name="テキスト ボックス 16">
            <a:extLst>
              <a:ext uri="{FF2B5EF4-FFF2-40B4-BE49-F238E27FC236}">
                <a16:creationId xmlns:a16="http://schemas.microsoft.com/office/drawing/2014/main" id="{8C7A4D31-1E61-EBF3-683F-8CB21D68563C}"/>
              </a:ext>
            </a:extLst>
          </p:cNvPr>
          <p:cNvSpPr txBox="1">
            <a:spLocks noChangeArrowheads="1"/>
          </p:cNvSpPr>
          <p:nvPr/>
        </p:nvSpPr>
        <p:spPr bwMode="auto">
          <a:xfrm>
            <a:off x="5353897"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■成果物</a:t>
            </a:r>
          </a:p>
        </p:txBody>
      </p:sp>
      <p:sp>
        <p:nvSpPr>
          <p:cNvPr id="132" name="テキスト ボックス 16">
            <a:extLst>
              <a:ext uri="{FF2B5EF4-FFF2-40B4-BE49-F238E27FC236}">
                <a16:creationId xmlns:a16="http://schemas.microsoft.com/office/drawing/2014/main" id="{FBDC5AFA-9FF0-B990-366D-1C2ADFBCE8CD}"/>
              </a:ext>
            </a:extLst>
          </p:cNvPr>
          <p:cNvSpPr txBox="1">
            <a:spLocks noChangeArrowheads="1"/>
          </p:cNvSpPr>
          <p:nvPr/>
        </p:nvSpPr>
        <p:spPr bwMode="auto">
          <a:xfrm>
            <a:off x="625065" y="3573016"/>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一覧作成</a:t>
            </a:r>
            <a:endParaRPr lang="ja-JP" altLang="en-US" sz="1000" dirty="0">
              <a:solidFill>
                <a:prstClr val="black"/>
              </a:solidFill>
              <a:latin typeface="Meiryo UI" pitchFamily="50" charset="-128"/>
              <a:ea typeface="Meiryo UI" pitchFamily="50" charset="-128"/>
              <a:cs typeface="Meiryo UI" pitchFamily="50" charset="-128"/>
            </a:endParaRPr>
          </a:p>
        </p:txBody>
      </p:sp>
      <p:sp>
        <p:nvSpPr>
          <p:cNvPr id="134" name="テキスト ボックス 16">
            <a:extLst>
              <a:ext uri="{FF2B5EF4-FFF2-40B4-BE49-F238E27FC236}">
                <a16:creationId xmlns:a16="http://schemas.microsoft.com/office/drawing/2014/main" id="{8CEBE0A0-F8C2-70A3-2F05-0532FC4A18E1}"/>
              </a:ext>
            </a:extLst>
          </p:cNvPr>
          <p:cNvSpPr txBox="1">
            <a:spLocks noChangeArrowheads="1"/>
          </p:cNvSpPr>
          <p:nvPr/>
        </p:nvSpPr>
        <p:spPr bwMode="auto">
          <a:xfrm>
            <a:off x="606119" y="5060813"/>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詳細作成</a:t>
            </a:r>
          </a:p>
        </p:txBody>
      </p:sp>
      <p:sp>
        <p:nvSpPr>
          <p:cNvPr id="135" name="テキスト ボックス 16">
            <a:extLst>
              <a:ext uri="{FF2B5EF4-FFF2-40B4-BE49-F238E27FC236}">
                <a16:creationId xmlns:a16="http://schemas.microsoft.com/office/drawing/2014/main" id="{2B7740B4-2256-EB76-F13C-02F642404BF2}"/>
              </a:ext>
            </a:extLst>
          </p:cNvPr>
          <p:cNvSpPr txBox="1">
            <a:spLocks noChangeArrowheads="1"/>
          </p:cNvSpPr>
          <p:nvPr/>
        </p:nvSpPr>
        <p:spPr bwMode="auto">
          <a:xfrm>
            <a:off x="5385048" y="5207188"/>
            <a:ext cx="2592288"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詳細</a:t>
            </a:r>
            <a:endParaRPr lang="ja-JP" altLang="en-US" sz="1000" dirty="0">
              <a:latin typeface="Meiryo UI" pitchFamily="50" charset="-128"/>
              <a:ea typeface="Meiryo UI" pitchFamily="50" charset="-128"/>
              <a:cs typeface="Meiryo UI" pitchFamily="50" charset="-128"/>
            </a:endParaRPr>
          </a:p>
        </p:txBody>
      </p:sp>
      <p:sp>
        <p:nvSpPr>
          <p:cNvPr id="136" name="テキスト ボックス 16">
            <a:extLst>
              <a:ext uri="{FF2B5EF4-FFF2-40B4-BE49-F238E27FC236}">
                <a16:creationId xmlns:a16="http://schemas.microsoft.com/office/drawing/2014/main" id="{953756A8-5B50-4541-6A21-9E46CFBEEE3C}"/>
              </a:ext>
            </a:extLst>
          </p:cNvPr>
          <p:cNvSpPr txBox="1">
            <a:spLocks noChangeArrowheads="1"/>
          </p:cNvSpPr>
          <p:nvPr/>
        </p:nvSpPr>
        <p:spPr bwMode="auto">
          <a:xfrm>
            <a:off x="5385048" y="3573016"/>
            <a:ext cx="152644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一覧</a:t>
            </a:r>
            <a:endParaRPr lang="ja-JP" altLang="en-US" sz="1000" dirty="0">
              <a:latin typeface="Meiryo UI" pitchFamily="50" charset="-128"/>
              <a:ea typeface="Meiryo UI" pitchFamily="50" charset="-128"/>
              <a:cs typeface="Meiryo UI" pitchFamily="50" charset="-128"/>
            </a:endParaRPr>
          </a:p>
        </p:txBody>
      </p:sp>
      <p:sp>
        <p:nvSpPr>
          <p:cNvPr id="2" name="フローチャート: 結合子 1">
            <a:extLst>
              <a:ext uri="{FF2B5EF4-FFF2-40B4-BE49-F238E27FC236}">
                <a16:creationId xmlns:a16="http://schemas.microsoft.com/office/drawing/2014/main" id="{D1F81FA5-39DF-EFC8-2266-6479CBEA3A9F}"/>
              </a:ext>
            </a:extLst>
          </p:cNvPr>
          <p:cNvSpPr/>
          <p:nvPr/>
        </p:nvSpPr>
        <p:spPr bwMode="auto">
          <a:xfrm>
            <a:off x="2542232" y="1556792"/>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3" name="フローチャート: 結合子 2">
            <a:extLst>
              <a:ext uri="{FF2B5EF4-FFF2-40B4-BE49-F238E27FC236}">
                <a16:creationId xmlns:a16="http://schemas.microsoft.com/office/drawing/2014/main" id="{5CDB4CF0-A463-4A16-2D4B-1C0DF9E32097}"/>
              </a:ext>
            </a:extLst>
          </p:cNvPr>
          <p:cNvSpPr/>
          <p:nvPr/>
        </p:nvSpPr>
        <p:spPr bwMode="auto">
          <a:xfrm>
            <a:off x="8297816" y="2705686"/>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4" name="フローチャート: 結合子 3">
            <a:extLst>
              <a:ext uri="{FF2B5EF4-FFF2-40B4-BE49-F238E27FC236}">
                <a16:creationId xmlns:a16="http://schemas.microsoft.com/office/drawing/2014/main" id="{3DDB1439-864B-9C5E-8DA4-05C8490D65B6}"/>
              </a:ext>
            </a:extLst>
          </p:cNvPr>
          <p:cNvSpPr/>
          <p:nvPr/>
        </p:nvSpPr>
        <p:spPr bwMode="auto">
          <a:xfrm>
            <a:off x="3862530" y="4189992"/>
            <a:ext cx="526770" cy="142595"/>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pic>
        <p:nvPicPr>
          <p:cNvPr id="5" name="図 4">
            <a:extLst>
              <a:ext uri="{FF2B5EF4-FFF2-40B4-BE49-F238E27FC236}">
                <a16:creationId xmlns:a16="http://schemas.microsoft.com/office/drawing/2014/main" id="{24926886-11F8-2A1C-B4A2-5A7825E1782D}"/>
              </a:ext>
            </a:extLst>
          </p:cNvPr>
          <p:cNvPicPr>
            <a:picLocks noChangeAspect="1"/>
          </p:cNvPicPr>
          <p:nvPr/>
        </p:nvPicPr>
        <p:blipFill>
          <a:blip r:embed="rId8"/>
          <a:stretch>
            <a:fillRect/>
          </a:stretch>
        </p:blipFill>
        <p:spPr>
          <a:xfrm>
            <a:off x="719280" y="5265828"/>
            <a:ext cx="4443731" cy="1390675"/>
          </a:xfrm>
          <a:prstGeom prst="rect">
            <a:avLst/>
          </a:prstGeom>
        </p:spPr>
      </p:pic>
      <p:sp>
        <p:nvSpPr>
          <p:cNvPr id="6" name="フローチャート: 結合子 5">
            <a:extLst>
              <a:ext uri="{FF2B5EF4-FFF2-40B4-BE49-F238E27FC236}">
                <a16:creationId xmlns:a16="http://schemas.microsoft.com/office/drawing/2014/main" id="{6AB27ECC-02FB-6A94-3448-B8953355E2E5}"/>
              </a:ext>
            </a:extLst>
          </p:cNvPr>
          <p:cNvSpPr/>
          <p:nvPr/>
        </p:nvSpPr>
        <p:spPr bwMode="auto">
          <a:xfrm>
            <a:off x="4706800" y="5407543"/>
            <a:ext cx="526770" cy="246222"/>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8" name="二等辺三角形 7">
            <a:extLst>
              <a:ext uri="{FF2B5EF4-FFF2-40B4-BE49-F238E27FC236}">
                <a16:creationId xmlns:a16="http://schemas.microsoft.com/office/drawing/2014/main" id="{FF73DC9E-2D12-880B-9579-FBF3535B6346}"/>
              </a:ext>
            </a:extLst>
          </p:cNvPr>
          <p:cNvSpPr/>
          <p:nvPr/>
        </p:nvSpPr>
        <p:spPr bwMode="auto">
          <a:xfrm rot="10800000">
            <a:off x="3535322" y="5060812"/>
            <a:ext cx="588487" cy="183064"/>
          </a:xfrm>
          <a:prstGeom prst="triangle">
            <a:avLst>
              <a:gd name="adj" fmla="val 46659"/>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Tree>
    <p:extLst>
      <p:ext uri="{BB962C8B-B14F-4D97-AF65-F5344CB8AC3E}">
        <p14:creationId xmlns:p14="http://schemas.microsoft.com/office/powerpoint/2010/main" val="4102188372"/>
      </p:ext>
    </p:extLst>
  </p:cSld>
  <p:clrMapOvr>
    <a:masterClrMapping/>
  </p:clrMapOvr>
  <p:transition spd="med"/>
</p:sld>
</file>

<file path=ppt/theme/theme1.xml><?xml version="1.0" encoding="utf-8"?>
<a:theme xmlns:a="http://schemas.openxmlformats.org/drawingml/2006/main" name="【済南本部長報告会】2019年5月度_システム統括本部_v0.2 - コピー">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プロジェクトの概要">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2_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sz="1400" b="0" i="0" u="none" strike="noStrike" cap="none" normalizeH="0" baseline="0" dirty="0" smtClean="0">
            <a:ln>
              <a:noFill/>
            </a:ln>
            <a:solidFill>
              <a:schemeClr val="bg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txDef>
      <a:spPr>
        <a:solidFill>
          <a:schemeClr val="bg1"/>
        </a:solidFill>
      </a:spPr>
      <a:bodyPr wrap="square" rtlCol="0">
        <a:spAutoFit/>
      </a:bodyPr>
      <a:lstStyle>
        <a:defPPr algn="r">
          <a:defRPr sz="600" dirty="0"/>
        </a:defPPr>
      </a:lstStyle>
    </a:txDef>
  </a:objectDefaults>
  <a:extraClrSchemeLst>
    <a:extraClrScheme>
      <a:clrScheme name="2_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2_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2_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プロジェクトの概要">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bg1">
              <a:lumMod val="50000"/>
            </a:schemeClr>
          </a:solidFill>
          <a:prstDash val="solid"/>
          <a:round/>
          <a:headEnd type="none" w="med" len="med"/>
          <a:tailEnd type="none" w="med" len="med"/>
        </a:ln>
        <a:effectLst/>
      </a:spPr>
      <a:bodyPr vert="horz" wrap="none" lIns="36000" tIns="36000" rIns="36000" bIns="36000" numCol="1" rtlCol="0" anchor="ctr" anchorCtr="0" compatLnSpc="1">
        <a:prstTxWarp prst="textNoShape">
          <a:avLst/>
        </a:prstTxWarp>
      </a:bodyPr>
      <a:lstStyle>
        <a:defPPr marL="0" marR="0" indent="0" algn="ctr" defTabSz="1395413" rtl="0" eaLnBrk="1" fontAlgn="ctr" latinLnBrk="0" hangingPunct="1">
          <a:lnSpc>
            <a:spcPct val="110000"/>
          </a:lnSpc>
          <a:spcBef>
            <a:spcPct val="10000"/>
          </a:spcBef>
          <a:spcAft>
            <a:spcPct val="10000"/>
          </a:spcAft>
          <a:buClr>
            <a:srgbClr val="647E9E"/>
          </a:buClr>
          <a:buSzPct val="80000"/>
          <a:buFont typeface="Wingdings" pitchFamily="2" charset="2"/>
          <a:buNone/>
          <a:tabLst/>
          <a:defRPr kumimoji="1"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gradFill rotWithShape="1">
          <a:gsLst>
            <a:gs pos="0">
              <a:schemeClr val="bg1"/>
            </a:gs>
            <a:gs pos="100000">
              <a:srgbClr val="FFCCFF"/>
            </a:gs>
          </a:gsLst>
          <a:lin ang="2700000" scaled="1"/>
        </a:gradFill>
        <a:ln w="12700" cap="flat" cmpd="sng" algn="ctr">
          <a:solidFill>
            <a:srgbClr val="FF0000"/>
          </a:solidFill>
          <a:prstDash val="dash"/>
          <a:round/>
          <a:headEnd type="none" w="med" len="med"/>
          <a:tailEnd type="none" w="med" len="med"/>
        </a:ln>
        <a:effectLst/>
      </a:spPr>
      <a:body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①cool9-s-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3_①cool9-s-1">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①cool9-s-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①cool9-s-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①cool9-s-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①cool9-s-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①cool9-s-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①cool9-s-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①cool9-s-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①cool9-s-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①cool9-s-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①cool9-s-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①cool9-s-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①cool9-s-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①cool9-s-1 13">
        <a:dk1>
          <a:srgbClr val="000000"/>
        </a:dk1>
        <a:lt1>
          <a:srgbClr val="FFFFFF"/>
        </a:lt1>
        <a:dk2>
          <a:srgbClr val="000000"/>
        </a:dk2>
        <a:lt2>
          <a:srgbClr val="808080"/>
        </a:lt2>
        <a:accent1>
          <a:srgbClr val="FFFFCC"/>
        </a:accent1>
        <a:accent2>
          <a:srgbClr val="FFCCCC"/>
        </a:accent2>
        <a:accent3>
          <a:srgbClr val="FFFFFF"/>
        </a:accent3>
        <a:accent4>
          <a:srgbClr val="000000"/>
        </a:accent4>
        <a:accent5>
          <a:srgbClr val="FFFFE2"/>
        </a:accent5>
        <a:accent6>
          <a:srgbClr val="E7B9B9"/>
        </a:accent6>
        <a:hlink>
          <a:srgbClr val="D8F5D7"/>
        </a:hlink>
        <a:folHlink>
          <a:srgbClr val="CDD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【済南本部長報告会】2019年5月度_システム統括本部_v0.2 - コピー</Template>
  <TotalTime>7426</TotalTime>
  <Words>1791</Words>
  <Application>Microsoft Office PowerPoint</Application>
  <PresentationFormat>A4 210 x 297 mm</PresentationFormat>
  <Paragraphs>217</Paragraphs>
  <Slides>6</Slides>
  <Notes>6</Notes>
  <HiddenSlides>0</HiddenSlides>
  <MMClips>0</MMClips>
  <ScaleCrop>false</ScaleCrop>
  <HeadingPairs>
    <vt:vector size="6" baseType="variant">
      <vt:variant>
        <vt:lpstr>使用されているフォント</vt:lpstr>
      </vt:variant>
      <vt:variant>
        <vt:i4>7</vt:i4>
      </vt:variant>
      <vt:variant>
        <vt:lpstr>テーマ</vt:lpstr>
      </vt:variant>
      <vt:variant>
        <vt:i4>4</vt:i4>
      </vt:variant>
      <vt:variant>
        <vt:lpstr>スライド タイトル</vt:lpstr>
      </vt:variant>
      <vt:variant>
        <vt:i4>6</vt:i4>
      </vt:variant>
    </vt:vector>
  </HeadingPairs>
  <TitlesOfParts>
    <vt:vector size="17" baseType="lpstr">
      <vt:lpstr>Meiryo UI</vt:lpstr>
      <vt:lpstr>ＭＳ Ｐゴシック</vt:lpstr>
      <vt:lpstr>MS UI Gothic</vt:lpstr>
      <vt:lpstr>Arial</vt:lpstr>
      <vt:lpstr>Century Gothic</vt:lpstr>
      <vt:lpstr>Times New Roman</vt:lpstr>
      <vt:lpstr>Wingdings</vt:lpstr>
      <vt:lpstr>【済南本部長報告会】2019年5月度_システム統括本部_v0.2 - コピー</vt:lpstr>
      <vt:lpstr>2_プロジェクトの概要</vt:lpstr>
      <vt:lpstr>3_プロジェクトの概要</vt:lpstr>
      <vt:lpstr>3_①cool9-s-1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段爱华</dc:creator>
  <cp:lastModifiedBy>李 小蘭/DIRリテール基幹システム第一部</cp:lastModifiedBy>
  <cp:revision>334</cp:revision>
  <cp:lastPrinted>2019-06-12T07:33:00Z</cp:lastPrinted>
  <dcterms:created xsi:type="dcterms:W3CDTF">2019-06-03T09:13:36Z</dcterms:created>
  <dcterms:modified xsi:type="dcterms:W3CDTF">2025-08-01T12:23:59Z</dcterms:modified>
</cp:coreProperties>
</file>