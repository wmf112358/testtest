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5989" r:id="rId2"/>
    <p:sldMasterId id="2147486094" r:id="rId3"/>
    <p:sldMasterId id="2147486121" r:id="rId4"/>
  </p:sldMasterIdLst>
  <p:notesMasterIdLst>
    <p:notesMasterId r:id="rId8"/>
  </p:notesMasterIdLst>
  <p:handoutMasterIdLst>
    <p:handoutMasterId r:id="rId9"/>
  </p:handoutMasterIdLst>
  <p:sldIdLst>
    <p:sldId id="2255" r:id="rId5"/>
    <p:sldId id="2254" r:id="rId6"/>
    <p:sldId id="2256" r:id="rId7"/>
  </p:sldIdLst>
  <p:sldSz cx="9906000" cy="6858000" type="A4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5" userDrawn="1">
          <p15:clr>
            <a:srgbClr val="A4A3A4"/>
          </p15:clr>
        </p15:guide>
        <p15:guide id="2" orient="horz" pos="1525" userDrawn="1">
          <p15:clr>
            <a:srgbClr val="A4A3A4"/>
          </p15:clr>
        </p15:guide>
        <p15:guide id="3" pos="18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7F6FF"/>
    <a:srgbClr val="376092"/>
    <a:srgbClr val="CBECFF"/>
    <a:srgbClr val="C6D9F1"/>
    <a:srgbClr val="FFCCFF"/>
    <a:srgbClr val="FFCCCC"/>
    <a:srgbClr val="7F7F7F"/>
    <a:srgbClr val="4F81BD"/>
    <a:srgbClr val="948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6" autoAdjust="0"/>
    <p:restoredTop sz="94652" autoAdjust="0"/>
  </p:normalViewPr>
  <p:slideViewPr>
    <p:cSldViewPr snapToObjects="1">
      <p:cViewPr varScale="1">
        <p:scale>
          <a:sx n="105" d="100"/>
          <a:sy n="105" d="100"/>
        </p:scale>
        <p:origin x="2100" y="114"/>
      </p:cViewPr>
      <p:guideLst>
        <p:guide orient="horz" pos="2795"/>
        <p:guide orient="horz" pos="1525"/>
        <p:guide pos="180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8E6419-4268-47C7-8784-2DF93DCE2D66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BF91069-988E-4F06-8C47-58A0DA17AF33}">
      <dgm:prSet phldrT="[テキスト]" custT="1"/>
      <dgm:spPr/>
      <dgm:t>
        <a:bodyPr/>
        <a:lstStyle/>
        <a:p>
          <a:r>
            <a:rPr kumimoji="1" lang="ja-JP" altLang="en-US" sz="1000" b="1" dirty="0"/>
            <a:t>仕様理解</a:t>
          </a:r>
        </a:p>
      </dgm:t>
    </dgm:pt>
    <dgm:pt modelId="{BF4A9D2E-39E7-47F8-8166-E2CFCFE83143}" type="parTrans" cxnId="{0780F008-F57B-49E7-8954-3003273297F1}">
      <dgm:prSet/>
      <dgm:spPr/>
      <dgm:t>
        <a:bodyPr/>
        <a:lstStyle/>
        <a:p>
          <a:endParaRPr kumimoji="1" lang="ja-JP" altLang="en-US" sz="1000"/>
        </a:p>
      </dgm:t>
    </dgm:pt>
    <dgm:pt modelId="{70DD6C58-198C-41EC-A9B3-06CE2304AA5C}" type="sibTrans" cxnId="{0780F008-F57B-49E7-8954-3003273297F1}">
      <dgm:prSet custT="1"/>
      <dgm:spPr/>
      <dgm:t>
        <a:bodyPr/>
        <a:lstStyle/>
        <a:p>
          <a:endParaRPr kumimoji="1" lang="ja-JP" altLang="en-US" sz="1000"/>
        </a:p>
      </dgm:t>
    </dgm:pt>
    <dgm:pt modelId="{39492381-8284-423C-9100-67473D1E55DE}">
      <dgm:prSet phldrT="[テキスト]" custT="1"/>
      <dgm:spPr/>
      <dgm:t>
        <a:bodyPr/>
        <a:lstStyle/>
        <a:p>
          <a:pPr>
            <a:buFontTx/>
            <a:buNone/>
          </a:pPr>
          <a:r>
            <a:rPr kumimoji="1" lang="en-US" altLang="ja-JP" sz="900" dirty="0"/>
            <a:t>※</a:t>
          </a:r>
          <a:r>
            <a:rPr kumimoji="1" lang="ja-JP" altLang="en-US" sz="900" dirty="0"/>
            <a:t>読み合わせポイント</a:t>
          </a:r>
        </a:p>
      </dgm:t>
    </dgm:pt>
    <dgm:pt modelId="{D7219FA5-DE08-4DB0-A953-746B4F854B69}" type="parTrans" cxnId="{2689A251-A0FD-4025-B06F-152056331D10}">
      <dgm:prSet/>
      <dgm:spPr/>
      <dgm:t>
        <a:bodyPr/>
        <a:lstStyle/>
        <a:p>
          <a:endParaRPr kumimoji="1" lang="ja-JP" altLang="en-US" sz="1000"/>
        </a:p>
      </dgm:t>
    </dgm:pt>
    <dgm:pt modelId="{EFE389B8-5BC5-4132-8A42-44BF89E0AAEF}" type="sibTrans" cxnId="{2689A251-A0FD-4025-B06F-152056331D10}">
      <dgm:prSet/>
      <dgm:spPr/>
      <dgm:t>
        <a:bodyPr/>
        <a:lstStyle/>
        <a:p>
          <a:endParaRPr kumimoji="1" lang="ja-JP" altLang="en-US" sz="1000"/>
        </a:p>
      </dgm:t>
    </dgm:pt>
    <dgm:pt modelId="{A947F7CD-955B-4FB8-A205-36F576890B2F}">
      <dgm:prSet phldrT="[テキスト]" custT="1"/>
      <dgm:spPr/>
      <dgm:t>
        <a:bodyPr/>
        <a:lstStyle/>
        <a:p>
          <a:r>
            <a:rPr kumimoji="1" lang="ja-JP" altLang="en-US" sz="1000" b="1" dirty="0"/>
            <a:t>テスト項目抽出</a:t>
          </a:r>
        </a:p>
      </dgm:t>
    </dgm:pt>
    <dgm:pt modelId="{CE3BF29B-70CC-40F2-82F9-FBC00DBAC9D4}" type="parTrans" cxnId="{4607D6DA-B3FB-47D4-ADF3-73AEB42001AE}">
      <dgm:prSet/>
      <dgm:spPr/>
      <dgm:t>
        <a:bodyPr/>
        <a:lstStyle/>
        <a:p>
          <a:endParaRPr kumimoji="1" lang="ja-JP" altLang="en-US" sz="1000"/>
        </a:p>
      </dgm:t>
    </dgm:pt>
    <dgm:pt modelId="{164FCE94-22EA-4AE5-82D0-F31CCBE41818}" type="sibTrans" cxnId="{4607D6DA-B3FB-47D4-ADF3-73AEB42001AE}">
      <dgm:prSet custT="1"/>
      <dgm:spPr/>
      <dgm:t>
        <a:bodyPr/>
        <a:lstStyle/>
        <a:p>
          <a:endParaRPr kumimoji="1" lang="ja-JP" altLang="en-US" sz="1000"/>
        </a:p>
      </dgm:t>
    </dgm:pt>
    <dgm:pt modelId="{FB02FB84-C087-4743-9845-F357C0E81E48}">
      <dgm:prSet phldrT="[テキスト]" custT="1"/>
      <dgm:spPr/>
      <dgm:t>
        <a:bodyPr/>
        <a:lstStyle/>
        <a:p>
          <a:pPr>
            <a:buFontTx/>
            <a:buNone/>
          </a:pPr>
          <a:r>
            <a:rPr kumimoji="1" lang="en-US" altLang="ja-JP" sz="900" dirty="0"/>
            <a:t>※</a:t>
          </a:r>
          <a:r>
            <a:rPr kumimoji="1" lang="ja-JP" altLang="en-US" sz="900" dirty="0"/>
            <a:t>テストパータン</a:t>
          </a:r>
        </a:p>
      </dgm:t>
    </dgm:pt>
    <dgm:pt modelId="{CBC0090F-17DF-42A7-B766-57F7181C329A}" type="parTrans" cxnId="{6D1E98D3-C1D2-43E9-886E-742BCBB86AB9}">
      <dgm:prSet/>
      <dgm:spPr/>
      <dgm:t>
        <a:bodyPr/>
        <a:lstStyle/>
        <a:p>
          <a:endParaRPr kumimoji="1" lang="ja-JP" altLang="en-US" sz="1000"/>
        </a:p>
      </dgm:t>
    </dgm:pt>
    <dgm:pt modelId="{36B5AB98-1FAA-46DF-BBC7-4CFE52317B07}" type="sibTrans" cxnId="{6D1E98D3-C1D2-43E9-886E-742BCBB86AB9}">
      <dgm:prSet/>
      <dgm:spPr/>
      <dgm:t>
        <a:bodyPr/>
        <a:lstStyle/>
        <a:p>
          <a:endParaRPr kumimoji="1" lang="ja-JP" altLang="en-US" sz="1000"/>
        </a:p>
      </dgm:t>
    </dgm:pt>
    <dgm:pt modelId="{52DDAB45-8A38-441D-9CC2-40593F17F625}">
      <dgm:prSet phldrT="[テキスト]" custT="1"/>
      <dgm:spPr/>
      <dgm:t>
        <a:bodyPr/>
        <a:lstStyle/>
        <a:p>
          <a:r>
            <a:rPr kumimoji="1" lang="ja-JP" altLang="en-US" sz="1000" b="1" dirty="0"/>
            <a:t>書式生成</a:t>
          </a:r>
        </a:p>
      </dgm:t>
    </dgm:pt>
    <dgm:pt modelId="{44EB1723-A065-4A9B-9F99-C4EFA5EBBFB9}" type="parTrans" cxnId="{14EBFADC-365B-464D-A07B-D295B039B420}">
      <dgm:prSet/>
      <dgm:spPr/>
      <dgm:t>
        <a:bodyPr/>
        <a:lstStyle/>
        <a:p>
          <a:endParaRPr kumimoji="1" lang="ja-JP" altLang="en-US" sz="1000"/>
        </a:p>
      </dgm:t>
    </dgm:pt>
    <dgm:pt modelId="{6D4BFE05-030D-4755-B939-3BFB0D75F79D}" type="sibTrans" cxnId="{14EBFADC-365B-464D-A07B-D295B039B420}">
      <dgm:prSet custT="1"/>
      <dgm:spPr/>
      <dgm:t>
        <a:bodyPr/>
        <a:lstStyle/>
        <a:p>
          <a:endParaRPr kumimoji="1" lang="ja-JP" altLang="en-US" sz="1000"/>
        </a:p>
      </dgm:t>
    </dgm:pt>
    <dgm:pt modelId="{6652A19A-0A49-4151-9CB9-F64099D160FC}">
      <dgm:prSet phldrT="[テキスト]" custT="1"/>
      <dgm:spPr/>
      <dgm:t>
        <a:bodyPr/>
        <a:lstStyle/>
        <a:p>
          <a:pPr>
            <a:buFontTx/>
            <a:buNone/>
          </a:pPr>
          <a:r>
            <a:rPr kumimoji="1" lang="en-US" altLang="ja-JP" sz="900" dirty="0"/>
            <a:t>※</a:t>
          </a:r>
          <a:r>
            <a:rPr kumimoji="1" lang="ja-JP" altLang="en-US" sz="900" dirty="0"/>
            <a:t>詳細設計に全分岐</a:t>
          </a:r>
        </a:p>
      </dgm:t>
    </dgm:pt>
    <dgm:pt modelId="{6931D8BB-D4AB-4F51-B19B-167A5CF52954}" type="parTrans" cxnId="{BBC39A99-4565-4621-9550-55F11F8A2BB2}">
      <dgm:prSet/>
      <dgm:spPr/>
      <dgm:t>
        <a:bodyPr/>
        <a:lstStyle/>
        <a:p>
          <a:endParaRPr kumimoji="1" lang="ja-JP" altLang="en-US" sz="1000"/>
        </a:p>
      </dgm:t>
    </dgm:pt>
    <dgm:pt modelId="{88ECD2BA-1415-4D05-B3B7-0607A438B691}" type="sibTrans" cxnId="{BBC39A99-4565-4621-9550-55F11F8A2BB2}">
      <dgm:prSet/>
      <dgm:spPr/>
      <dgm:t>
        <a:bodyPr/>
        <a:lstStyle/>
        <a:p>
          <a:endParaRPr kumimoji="1" lang="ja-JP" altLang="en-US" sz="1000"/>
        </a:p>
      </dgm:t>
    </dgm:pt>
    <dgm:pt modelId="{F7BEAA1E-45DB-419C-A536-96DDB96F3F5E}">
      <dgm:prSet custT="1"/>
      <dgm:spPr/>
      <dgm:t>
        <a:bodyPr/>
        <a:lstStyle/>
        <a:p>
          <a:r>
            <a:rPr kumimoji="1" lang="ja-JP" altLang="en-US" sz="1000" b="1" dirty="0"/>
            <a:t>入力データ設計・出力結果想定</a:t>
          </a:r>
        </a:p>
      </dgm:t>
    </dgm:pt>
    <dgm:pt modelId="{63E1CDA2-A0EA-4F0A-93EF-8297166AD752}" type="parTrans" cxnId="{5ECEB22A-D657-4398-854D-47882A9C59EC}">
      <dgm:prSet/>
      <dgm:spPr/>
      <dgm:t>
        <a:bodyPr/>
        <a:lstStyle/>
        <a:p>
          <a:endParaRPr kumimoji="1" lang="ja-JP" altLang="en-US" sz="1000"/>
        </a:p>
      </dgm:t>
    </dgm:pt>
    <dgm:pt modelId="{7FFD5DBE-35F1-4006-A316-A393C8B5FDA7}" type="sibTrans" cxnId="{5ECEB22A-D657-4398-854D-47882A9C59EC}">
      <dgm:prSet/>
      <dgm:spPr/>
      <dgm:t>
        <a:bodyPr/>
        <a:lstStyle/>
        <a:p>
          <a:endParaRPr kumimoji="1" lang="ja-JP" altLang="en-US" sz="1000"/>
        </a:p>
      </dgm:t>
    </dgm:pt>
    <dgm:pt modelId="{38DDFAD5-2176-453F-8803-F631A80B6021}">
      <dgm:prSet phldrT="[テキスト]" custT="1"/>
      <dgm:spPr/>
      <dgm:t>
        <a:bodyPr/>
        <a:lstStyle/>
        <a:p>
          <a:pPr>
            <a:buFontTx/>
            <a:buNone/>
          </a:pPr>
          <a:r>
            <a:rPr kumimoji="1" lang="ja-JP" altLang="en-US" sz="900" dirty="0"/>
            <a:t>・機能概要</a:t>
          </a:r>
        </a:p>
      </dgm:t>
    </dgm:pt>
    <dgm:pt modelId="{962520D1-04EE-419B-B0AC-AFE0A2B2FEB6}" type="parTrans" cxnId="{B1830A3A-1329-4A21-BAD6-B32A2A1DB6EF}">
      <dgm:prSet/>
      <dgm:spPr/>
      <dgm:t>
        <a:bodyPr/>
        <a:lstStyle/>
        <a:p>
          <a:endParaRPr kumimoji="1" lang="ja-JP" altLang="en-US"/>
        </a:p>
      </dgm:t>
    </dgm:pt>
    <dgm:pt modelId="{05D4EDDC-84A6-4922-A282-5BF769CBA573}" type="sibTrans" cxnId="{B1830A3A-1329-4A21-BAD6-B32A2A1DB6EF}">
      <dgm:prSet/>
      <dgm:spPr/>
      <dgm:t>
        <a:bodyPr/>
        <a:lstStyle/>
        <a:p>
          <a:endParaRPr kumimoji="1" lang="ja-JP" altLang="en-US"/>
        </a:p>
      </dgm:t>
    </dgm:pt>
    <dgm:pt modelId="{DFC8A7A3-579A-487D-A512-0DCE34DA3FFE}">
      <dgm:prSet phldrT="[テキスト]" custT="1"/>
      <dgm:spPr/>
      <dgm:t>
        <a:bodyPr/>
        <a:lstStyle/>
        <a:p>
          <a:pPr>
            <a:buFontTx/>
            <a:buNone/>
          </a:pPr>
          <a:r>
            <a:rPr kumimoji="1" lang="ja-JP" altLang="en-US" sz="900" dirty="0"/>
            <a:t>・編集仕様</a:t>
          </a:r>
        </a:p>
      </dgm:t>
    </dgm:pt>
    <dgm:pt modelId="{2C9B9A7E-CD7D-4864-977B-796D9FA25399}" type="parTrans" cxnId="{9F84BFE9-D192-436A-9570-9138C8772FC1}">
      <dgm:prSet/>
      <dgm:spPr/>
      <dgm:t>
        <a:bodyPr/>
        <a:lstStyle/>
        <a:p>
          <a:endParaRPr kumimoji="1" lang="ja-JP" altLang="en-US"/>
        </a:p>
      </dgm:t>
    </dgm:pt>
    <dgm:pt modelId="{379BB69F-C708-4D3A-ABB9-E7AB155E7A12}" type="sibTrans" cxnId="{9F84BFE9-D192-436A-9570-9138C8772FC1}">
      <dgm:prSet/>
      <dgm:spPr/>
      <dgm:t>
        <a:bodyPr/>
        <a:lstStyle/>
        <a:p>
          <a:endParaRPr kumimoji="1" lang="ja-JP" altLang="en-US"/>
        </a:p>
      </dgm:t>
    </dgm:pt>
    <dgm:pt modelId="{05630804-CF94-4D3E-BC80-8EE0BD73FA92}">
      <dgm:prSet phldrT="[テキスト]" custT="1"/>
      <dgm:spPr/>
      <dgm:t>
        <a:bodyPr/>
        <a:lstStyle/>
        <a:p>
          <a:pPr>
            <a:buFontTx/>
            <a:buNone/>
          </a:pPr>
          <a:r>
            <a:rPr kumimoji="1" lang="ja-JP" altLang="en-US" sz="900" dirty="0"/>
            <a:t>・処理条件</a:t>
          </a:r>
        </a:p>
      </dgm:t>
    </dgm:pt>
    <dgm:pt modelId="{7C65D361-27FB-409D-BC2C-F917F4AF8635}" type="parTrans" cxnId="{EFA40558-AE9D-4144-9BA5-1BA24732EC95}">
      <dgm:prSet/>
      <dgm:spPr/>
      <dgm:t>
        <a:bodyPr/>
        <a:lstStyle/>
        <a:p>
          <a:endParaRPr kumimoji="1" lang="ja-JP" altLang="en-US"/>
        </a:p>
      </dgm:t>
    </dgm:pt>
    <dgm:pt modelId="{228430EC-C954-42DC-B4FE-016B8EB955AA}" type="sibTrans" cxnId="{EFA40558-AE9D-4144-9BA5-1BA24732EC95}">
      <dgm:prSet/>
      <dgm:spPr/>
      <dgm:t>
        <a:bodyPr/>
        <a:lstStyle/>
        <a:p>
          <a:endParaRPr kumimoji="1" lang="ja-JP" altLang="en-US"/>
        </a:p>
      </dgm:t>
    </dgm:pt>
    <dgm:pt modelId="{49396A2A-D796-41AD-B899-3C3AB5A557CD}">
      <dgm:prSet phldrT="[テキスト]" custT="1"/>
      <dgm:spPr/>
      <dgm:t>
        <a:bodyPr/>
        <a:lstStyle/>
        <a:p>
          <a:pPr>
            <a:buFontTx/>
            <a:buNone/>
          </a:pPr>
          <a:r>
            <a:rPr kumimoji="1" lang="ja-JP" altLang="en-US" sz="900" dirty="0"/>
            <a:t>・チェック仕様</a:t>
          </a:r>
        </a:p>
      </dgm:t>
    </dgm:pt>
    <dgm:pt modelId="{B02C0228-1703-46C5-A7D9-CF32674E586B}" type="parTrans" cxnId="{A9DB1ED1-EB98-45EE-9EB7-C1E73AD17048}">
      <dgm:prSet/>
      <dgm:spPr/>
      <dgm:t>
        <a:bodyPr/>
        <a:lstStyle/>
        <a:p>
          <a:endParaRPr kumimoji="1" lang="ja-JP" altLang="en-US"/>
        </a:p>
      </dgm:t>
    </dgm:pt>
    <dgm:pt modelId="{63A1DA9A-54C6-478B-AF23-59AF1697A662}" type="sibTrans" cxnId="{A9DB1ED1-EB98-45EE-9EB7-C1E73AD17048}">
      <dgm:prSet/>
      <dgm:spPr/>
      <dgm:t>
        <a:bodyPr/>
        <a:lstStyle/>
        <a:p>
          <a:endParaRPr kumimoji="1" lang="ja-JP" altLang="en-US"/>
        </a:p>
      </dgm:t>
    </dgm:pt>
    <dgm:pt modelId="{D29F9FED-B90B-461A-B634-164D51C517F0}">
      <dgm:prSet phldrT="[テキスト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kumimoji="1" lang="ja-JP" altLang="en-US" sz="900" dirty="0"/>
            <a:t>０件</a:t>
          </a:r>
        </a:p>
      </dgm:t>
    </dgm:pt>
    <dgm:pt modelId="{170F1880-999E-43ED-8BC1-9014F607C154}" type="parTrans" cxnId="{EE2B3E7E-35D1-474E-B041-AF0CC41B7818}">
      <dgm:prSet/>
      <dgm:spPr/>
      <dgm:t>
        <a:bodyPr/>
        <a:lstStyle/>
        <a:p>
          <a:endParaRPr kumimoji="1" lang="ja-JP" altLang="en-US"/>
        </a:p>
      </dgm:t>
    </dgm:pt>
    <dgm:pt modelId="{F2FE922E-9F94-4A52-B756-AA98DF4866DB}" type="sibTrans" cxnId="{EE2B3E7E-35D1-474E-B041-AF0CC41B7818}">
      <dgm:prSet/>
      <dgm:spPr/>
      <dgm:t>
        <a:bodyPr/>
        <a:lstStyle/>
        <a:p>
          <a:endParaRPr kumimoji="1" lang="ja-JP" altLang="en-US"/>
        </a:p>
      </dgm:t>
    </dgm:pt>
    <dgm:pt modelId="{567B815C-7882-4E2C-A995-D0EF2CFBAFF8}">
      <dgm:prSet phldrT="[テキスト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kumimoji="1" lang="ja-JP" altLang="en-US" sz="900" dirty="0"/>
            <a:t>正常</a:t>
          </a:r>
        </a:p>
      </dgm:t>
    </dgm:pt>
    <dgm:pt modelId="{3A8587BD-5CFE-4136-AF9B-EF0F448B0E21}" type="parTrans" cxnId="{E5C08D0E-C358-480C-B6FC-7856C776C555}">
      <dgm:prSet/>
      <dgm:spPr/>
      <dgm:t>
        <a:bodyPr/>
        <a:lstStyle/>
        <a:p>
          <a:endParaRPr kumimoji="1" lang="ja-JP" altLang="en-US"/>
        </a:p>
      </dgm:t>
    </dgm:pt>
    <dgm:pt modelId="{D3DA9DDA-458F-44A6-BCDF-F614C90487E4}" type="sibTrans" cxnId="{E5C08D0E-C358-480C-B6FC-7856C776C555}">
      <dgm:prSet/>
      <dgm:spPr/>
      <dgm:t>
        <a:bodyPr/>
        <a:lstStyle/>
        <a:p>
          <a:endParaRPr kumimoji="1" lang="ja-JP" altLang="en-US"/>
        </a:p>
      </dgm:t>
    </dgm:pt>
    <dgm:pt modelId="{BF9B8201-3393-4E41-95EE-12149F8A31D4}">
      <dgm:prSet phldrT="[テキスト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kumimoji="1" lang="ja-JP" altLang="en-US" sz="900" dirty="0"/>
            <a:t>異常</a:t>
          </a:r>
        </a:p>
      </dgm:t>
    </dgm:pt>
    <dgm:pt modelId="{1EF6B432-5388-4FEB-AF32-1D6428DB53D0}" type="parTrans" cxnId="{8C2AAB03-EFC4-4E9C-807E-4B75AF5AA6B1}">
      <dgm:prSet/>
      <dgm:spPr/>
      <dgm:t>
        <a:bodyPr/>
        <a:lstStyle/>
        <a:p>
          <a:endParaRPr kumimoji="1" lang="ja-JP" altLang="en-US"/>
        </a:p>
      </dgm:t>
    </dgm:pt>
    <dgm:pt modelId="{431BA4EF-07B9-4130-BC9A-11690A8E614E}" type="sibTrans" cxnId="{8C2AAB03-EFC4-4E9C-807E-4B75AF5AA6B1}">
      <dgm:prSet/>
      <dgm:spPr/>
      <dgm:t>
        <a:bodyPr/>
        <a:lstStyle/>
        <a:p>
          <a:endParaRPr kumimoji="1" lang="ja-JP" altLang="en-US"/>
        </a:p>
      </dgm:t>
    </dgm:pt>
    <dgm:pt modelId="{92602144-2707-41A2-8DBE-0C6D60E5A427}">
      <dgm:prSet phldrT="[テキスト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kumimoji="1" lang="ja-JP" altLang="en-US" sz="900" dirty="0"/>
            <a:t>・・・</a:t>
          </a:r>
        </a:p>
      </dgm:t>
    </dgm:pt>
    <dgm:pt modelId="{080205A3-B2C0-4F88-B75E-F71731A9B286}" type="parTrans" cxnId="{87B40455-1322-4422-91BA-5E42FB13DACB}">
      <dgm:prSet/>
      <dgm:spPr/>
      <dgm:t>
        <a:bodyPr/>
        <a:lstStyle/>
        <a:p>
          <a:endParaRPr kumimoji="1" lang="ja-JP" altLang="en-US"/>
        </a:p>
      </dgm:t>
    </dgm:pt>
    <dgm:pt modelId="{19D6BEBE-39CB-4A1A-96A0-B96B57153B55}" type="sibTrans" cxnId="{87B40455-1322-4422-91BA-5E42FB13DACB}">
      <dgm:prSet/>
      <dgm:spPr/>
      <dgm:t>
        <a:bodyPr/>
        <a:lstStyle/>
        <a:p>
          <a:endParaRPr kumimoji="1" lang="ja-JP" altLang="en-US"/>
        </a:p>
      </dgm:t>
    </dgm:pt>
    <dgm:pt modelId="{05399AEE-7367-48CD-8918-2A7E6C9F13FA}">
      <dgm:prSet phldrT="[テキスト]" custT="1"/>
      <dgm:spPr/>
      <dgm:t>
        <a:bodyPr/>
        <a:lstStyle/>
        <a:p>
          <a:pPr>
            <a:buFontTx/>
            <a:buNone/>
          </a:pPr>
          <a:r>
            <a:rPr kumimoji="1" lang="ja-JP" altLang="en-US" sz="900" dirty="0"/>
            <a:t>・パータン毎にケース作成</a:t>
          </a:r>
        </a:p>
      </dgm:t>
    </dgm:pt>
    <dgm:pt modelId="{4E14BF86-DB1B-4366-8954-EC1669F8855C}" type="parTrans" cxnId="{B67975C6-92B5-4D0A-BDA0-0614A945571B}">
      <dgm:prSet/>
      <dgm:spPr/>
      <dgm:t>
        <a:bodyPr/>
        <a:lstStyle/>
        <a:p>
          <a:endParaRPr kumimoji="1" lang="ja-JP" altLang="en-US"/>
        </a:p>
      </dgm:t>
    </dgm:pt>
    <dgm:pt modelId="{1796B4AD-BCD2-45C3-BB5B-97A5D668A746}" type="sibTrans" cxnId="{B67975C6-92B5-4D0A-BDA0-0614A945571B}">
      <dgm:prSet/>
      <dgm:spPr/>
      <dgm:t>
        <a:bodyPr/>
        <a:lstStyle/>
        <a:p>
          <a:endParaRPr kumimoji="1" lang="ja-JP" altLang="en-US"/>
        </a:p>
      </dgm:t>
    </dgm:pt>
    <dgm:pt modelId="{28947D1C-866B-4D54-9007-1C0A78C65345}">
      <dgm:prSet phldrT="[テキスト]" custT="1"/>
      <dgm:spPr/>
      <dgm:t>
        <a:bodyPr/>
        <a:lstStyle/>
        <a:p>
          <a:pPr>
            <a:buFontTx/>
            <a:buNone/>
          </a:pPr>
          <a:r>
            <a:rPr kumimoji="1" lang="ja-JP" altLang="en-US" sz="900" dirty="0"/>
            <a:t>・条件と処理分けて記入</a:t>
          </a:r>
        </a:p>
      </dgm:t>
    </dgm:pt>
    <dgm:pt modelId="{967E89CD-88F9-42E3-BF64-C1BE34DB420A}" type="parTrans" cxnId="{5303D0E4-5EF6-4183-92C6-5A1A5092BD37}">
      <dgm:prSet/>
      <dgm:spPr/>
      <dgm:t>
        <a:bodyPr/>
        <a:lstStyle/>
        <a:p>
          <a:endParaRPr kumimoji="1" lang="ja-JP" altLang="en-US"/>
        </a:p>
      </dgm:t>
    </dgm:pt>
    <dgm:pt modelId="{0DC0DF86-C466-4A4A-9897-83A5A1570811}" type="sibTrans" cxnId="{5303D0E4-5EF6-4183-92C6-5A1A5092BD37}">
      <dgm:prSet/>
      <dgm:spPr/>
      <dgm:t>
        <a:bodyPr/>
        <a:lstStyle/>
        <a:p>
          <a:endParaRPr kumimoji="1" lang="ja-JP" altLang="en-US"/>
        </a:p>
      </dgm:t>
    </dgm:pt>
    <dgm:pt modelId="{1E2BB0B3-0982-4991-871F-2D7EBBE4F1C4}">
      <dgm:prSet phldrT="[テキスト]" custT="1"/>
      <dgm:spPr/>
      <dgm:t>
        <a:bodyPr/>
        <a:lstStyle/>
        <a:p>
          <a:pPr>
            <a:buFontTx/>
            <a:buNone/>
          </a:pPr>
          <a:r>
            <a:rPr kumimoji="1" lang="ja-JP" altLang="en-US" sz="900" dirty="0"/>
            <a:t>・１条件分岐につき最低１テストケース</a:t>
          </a:r>
        </a:p>
      </dgm:t>
    </dgm:pt>
    <dgm:pt modelId="{D57B67FC-A73E-4A2E-8907-A6A045D291E8}" type="parTrans" cxnId="{CE263862-9DB5-4287-A983-5DB984B4B8B4}">
      <dgm:prSet/>
      <dgm:spPr/>
      <dgm:t>
        <a:bodyPr/>
        <a:lstStyle/>
        <a:p>
          <a:endParaRPr kumimoji="1" lang="ja-JP" altLang="en-US"/>
        </a:p>
      </dgm:t>
    </dgm:pt>
    <dgm:pt modelId="{580F1FDC-218B-408D-AA93-B12E71C11E58}" type="sibTrans" cxnId="{CE263862-9DB5-4287-A983-5DB984B4B8B4}">
      <dgm:prSet/>
      <dgm:spPr/>
      <dgm:t>
        <a:bodyPr/>
        <a:lstStyle/>
        <a:p>
          <a:endParaRPr kumimoji="1" lang="ja-JP" altLang="en-US"/>
        </a:p>
      </dgm:t>
    </dgm:pt>
    <dgm:pt modelId="{899C99DB-18F6-4C84-8EDA-DDC7F2290A67}" type="pres">
      <dgm:prSet presAssocID="{DC8E6419-4268-47C7-8784-2DF93DCE2D66}" presName="linearFlow" presStyleCnt="0">
        <dgm:presLayoutVars>
          <dgm:dir/>
          <dgm:animLvl val="lvl"/>
          <dgm:resizeHandles val="exact"/>
        </dgm:presLayoutVars>
      </dgm:prSet>
      <dgm:spPr/>
    </dgm:pt>
    <dgm:pt modelId="{363ED554-E543-44C3-9F88-1FE0DF8F07B4}" type="pres">
      <dgm:prSet presAssocID="{4BF91069-988E-4F06-8C47-58A0DA17AF33}" presName="composite" presStyleCnt="0"/>
      <dgm:spPr/>
    </dgm:pt>
    <dgm:pt modelId="{6581709D-6307-490A-992C-F4B806575101}" type="pres">
      <dgm:prSet presAssocID="{4BF91069-988E-4F06-8C47-58A0DA17AF33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429F9C1-4CAF-4BA1-B12D-2E23428CAA0D}" type="pres">
      <dgm:prSet presAssocID="{4BF91069-988E-4F06-8C47-58A0DA17AF33}" presName="parSh" presStyleLbl="node1" presStyleIdx="0" presStyleCnt="4"/>
      <dgm:spPr/>
    </dgm:pt>
    <dgm:pt modelId="{EF8CEFF7-0F44-4F12-B5A3-FBA53892F773}" type="pres">
      <dgm:prSet presAssocID="{4BF91069-988E-4F06-8C47-58A0DA17AF33}" presName="desTx" presStyleLbl="fgAcc1" presStyleIdx="0" presStyleCnt="4">
        <dgm:presLayoutVars>
          <dgm:bulletEnabled val="1"/>
        </dgm:presLayoutVars>
      </dgm:prSet>
      <dgm:spPr/>
    </dgm:pt>
    <dgm:pt modelId="{5392F0E3-4E7B-4A4C-A575-79A60FB6D52B}" type="pres">
      <dgm:prSet presAssocID="{70DD6C58-198C-41EC-A9B3-06CE2304AA5C}" presName="sibTrans" presStyleLbl="sibTrans2D1" presStyleIdx="0" presStyleCnt="3"/>
      <dgm:spPr/>
    </dgm:pt>
    <dgm:pt modelId="{67ED6C8D-2E42-4439-AC20-398D6CC5FF63}" type="pres">
      <dgm:prSet presAssocID="{70DD6C58-198C-41EC-A9B3-06CE2304AA5C}" presName="connTx" presStyleLbl="sibTrans2D1" presStyleIdx="0" presStyleCnt="3"/>
      <dgm:spPr/>
    </dgm:pt>
    <dgm:pt modelId="{334C49F1-1075-4846-8208-B10662ADD28B}" type="pres">
      <dgm:prSet presAssocID="{A947F7CD-955B-4FB8-A205-36F576890B2F}" presName="composite" presStyleCnt="0"/>
      <dgm:spPr/>
    </dgm:pt>
    <dgm:pt modelId="{3D5BF72E-7ADE-4C9F-A937-DAE0204E0452}" type="pres">
      <dgm:prSet presAssocID="{A947F7CD-955B-4FB8-A205-36F576890B2F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A3A9402-BF18-4FBE-ACAF-E57499DAB22A}" type="pres">
      <dgm:prSet presAssocID="{A947F7CD-955B-4FB8-A205-36F576890B2F}" presName="parSh" presStyleLbl="node1" presStyleIdx="1" presStyleCnt="4"/>
      <dgm:spPr/>
    </dgm:pt>
    <dgm:pt modelId="{005AD228-2C86-42C2-BA0F-FC2AD883711C}" type="pres">
      <dgm:prSet presAssocID="{A947F7CD-955B-4FB8-A205-36F576890B2F}" presName="desTx" presStyleLbl="fgAcc1" presStyleIdx="1" presStyleCnt="4">
        <dgm:presLayoutVars>
          <dgm:bulletEnabled val="1"/>
        </dgm:presLayoutVars>
      </dgm:prSet>
      <dgm:spPr/>
    </dgm:pt>
    <dgm:pt modelId="{9CEFBDA5-E98B-4EA3-8159-B2DA452DBC45}" type="pres">
      <dgm:prSet presAssocID="{164FCE94-22EA-4AE5-82D0-F31CCBE41818}" presName="sibTrans" presStyleLbl="sibTrans2D1" presStyleIdx="1" presStyleCnt="3"/>
      <dgm:spPr/>
    </dgm:pt>
    <dgm:pt modelId="{44F6BED2-8714-4233-B03B-0A62DB25F937}" type="pres">
      <dgm:prSet presAssocID="{164FCE94-22EA-4AE5-82D0-F31CCBE41818}" presName="connTx" presStyleLbl="sibTrans2D1" presStyleIdx="1" presStyleCnt="3"/>
      <dgm:spPr/>
    </dgm:pt>
    <dgm:pt modelId="{682DA0D9-AFEE-4909-A6AD-70E608BF16B1}" type="pres">
      <dgm:prSet presAssocID="{52DDAB45-8A38-441D-9CC2-40593F17F625}" presName="composite" presStyleCnt="0"/>
      <dgm:spPr/>
    </dgm:pt>
    <dgm:pt modelId="{55251979-E301-400D-89C1-60982AC4F094}" type="pres">
      <dgm:prSet presAssocID="{52DDAB45-8A38-441D-9CC2-40593F17F625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5F3AAA3-6F79-43B9-9761-133EE8B4F469}" type="pres">
      <dgm:prSet presAssocID="{52DDAB45-8A38-441D-9CC2-40593F17F625}" presName="parSh" presStyleLbl="node1" presStyleIdx="2" presStyleCnt="4"/>
      <dgm:spPr/>
    </dgm:pt>
    <dgm:pt modelId="{36965DA2-9C2D-488A-A381-DB0AC9123B25}" type="pres">
      <dgm:prSet presAssocID="{52DDAB45-8A38-441D-9CC2-40593F17F625}" presName="desTx" presStyleLbl="fgAcc1" presStyleIdx="2" presStyleCnt="4">
        <dgm:presLayoutVars>
          <dgm:bulletEnabled val="1"/>
        </dgm:presLayoutVars>
      </dgm:prSet>
      <dgm:spPr/>
    </dgm:pt>
    <dgm:pt modelId="{60EDE07B-4A20-45CA-8305-CE07F40E51ED}" type="pres">
      <dgm:prSet presAssocID="{6D4BFE05-030D-4755-B939-3BFB0D75F79D}" presName="sibTrans" presStyleLbl="sibTrans2D1" presStyleIdx="2" presStyleCnt="3"/>
      <dgm:spPr/>
    </dgm:pt>
    <dgm:pt modelId="{E302EED9-726C-4CB1-93B0-19F9D5709C61}" type="pres">
      <dgm:prSet presAssocID="{6D4BFE05-030D-4755-B939-3BFB0D75F79D}" presName="connTx" presStyleLbl="sibTrans2D1" presStyleIdx="2" presStyleCnt="3"/>
      <dgm:spPr/>
    </dgm:pt>
    <dgm:pt modelId="{2B30C93C-070E-4C78-B66A-04DF7CD14B23}" type="pres">
      <dgm:prSet presAssocID="{F7BEAA1E-45DB-419C-A536-96DDB96F3F5E}" presName="composite" presStyleCnt="0"/>
      <dgm:spPr/>
    </dgm:pt>
    <dgm:pt modelId="{8EFADB66-7898-4DB8-BE66-7BF64F11A6DA}" type="pres">
      <dgm:prSet presAssocID="{F7BEAA1E-45DB-419C-A536-96DDB96F3F5E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4D463F0-2D4D-40D1-96F9-0182514A3E4D}" type="pres">
      <dgm:prSet presAssocID="{F7BEAA1E-45DB-419C-A536-96DDB96F3F5E}" presName="parSh" presStyleLbl="node1" presStyleIdx="3" presStyleCnt="4"/>
      <dgm:spPr/>
    </dgm:pt>
    <dgm:pt modelId="{37908F19-6DF8-4B11-86B9-91F2431BF9C7}" type="pres">
      <dgm:prSet presAssocID="{F7BEAA1E-45DB-419C-A536-96DDB96F3F5E}" presName="desTx" presStyleLbl="fgAcc1" presStyleIdx="3" presStyleCnt="4">
        <dgm:presLayoutVars>
          <dgm:bulletEnabled val="1"/>
        </dgm:presLayoutVars>
      </dgm:prSet>
      <dgm:spPr/>
    </dgm:pt>
  </dgm:ptLst>
  <dgm:cxnLst>
    <dgm:cxn modelId="{53878D02-465C-4948-98C0-C384BDE98E9B}" type="presOf" srcId="{92602144-2707-41A2-8DBE-0C6D60E5A427}" destId="{005AD228-2C86-42C2-BA0F-FC2AD883711C}" srcOrd="0" destOrd="4" presId="urn:microsoft.com/office/officeart/2005/8/layout/process3"/>
    <dgm:cxn modelId="{8C2AAB03-EFC4-4E9C-807E-4B75AF5AA6B1}" srcId="{A947F7CD-955B-4FB8-A205-36F576890B2F}" destId="{BF9B8201-3393-4E41-95EE-12149F8A31D4}" srcOrd="3" destOrd="0" parTransId="{1EF6B432-5388-4FEB-AF32-1D6428DB53D0}" sibTransId="{431BA4EF-07B9-4130-BC9A-11690A8E614E}"/>
    <dgm:cxn modelId="{731ED405-7E42-4353-AFCE-CF79D4BB5529}" type="presOf" srcId="{A947F7CD-955B-4FB8-A205-36F576890B2F}" destId="{3A3A9402-BF18-4FBE-ACAF-E57499DAB22A}" srcOrd="1" destOrd="0" presId="urn:microsoft.com/office/officeart/2005/8/layout/process3"/>
    <dgm:cxn modelId="{0780F008-F57B-49E7-8954-3003273297F1}" srcId="{DC8E6419-4268-47C7-8784-2DF93DCE2D66}" destId="{4BF91069-988E-4F06-8C47-58A0DA17AF33}" srcOrd="0" destOrd="0" parTransId="{BF4A9D2E-39E7-47F8-8166-E2CFCFE83143}" sibTransId="{70DD6C58-198C-41EC-A9B3-06CE2304AA5C}"/>
    <dgm:cxn modelId="{E5C08D0E-C358-480C-B6FC-7856C776C555}" srcId="{A947F7CD-955B-4FB8-A205-36F576890B2F}" destId="{567B815C-7882-4E2C-A995-D0EF2CFBAFF8}" srcOrd="2" destOrd="0" parTransId="{3A8587BD-5CFE-4136-AF9B-EF0F448B0E21}" sibTransId="{D3DA9DDA-458F-44A6-BCDF-F614C90487E4}"/>
    <dgm:cxn modelId="{84706621-455A-43DC-9F00-E0E9A21C7AC6}" type="presOf" srcId="{39492381-8284-423C-9100-67473D1E55DE}" destId="{EF8CEFF7-0F44-4F12-B5A3-FBA53892F773}" srcOrd="0" destOrd="0" presId="urn:microsoft.com/office/officeart/2005/8/layout/process3"/>
    <dgm:cxn modelId="{2DE02822-BAE1-4684-A003-DD988CA99EDC}" type="presOf" srcId="{D29F9FED-B90B-461A-B634-164D51C517F0}" destId="{005AD228-2C86-42C2-BA0F-FC2AD883711C}" srcOrd="0" destOrd="1" presId="urn:microsoft.com/office/officeart/2005/8/layout/process3"/>
    <dgm:cxn modelId="{5DD1DB24-44DC-4085-A1C5-A1A9FC746F75}" type="presOf" srcId="{52DDAB45-8A38-441D-9CC2-40593F17F625}" destId="{55251979-E301-400D-89C1-60982AC4F094}" srcOrd="0" destOrd="0" presId="urn:microsoft.com/office/officeart/2005/8/layout/process3"/>
    <dgm:cxn modelId="{A39C7C25-A960-4ABA-A30D-F06D08B0983B}" type="presOf" srcId="{6D4BFE05-030D-4755-B939-3BFB0D75F79D}" destId="{60EDE07B-4A20-45CA-8305-CE07F40E51ED}" srcOrd="0" destOrd="0" presId="urn:microsoft.com/office/officeart/2005/8/layout/process3"/>
    <dgm:cxn modelId="{5ECEB22A-D657-4398-854D-47882A9C59EC}" srcId="{DC8E6419-4268-47C7-8784-2DF93DCE2D66}" destId="{F7BEAA1E-45DB-419C-A536-96DDB96F3F5E}" srcOrd="3" destOrd="0" parTransId="{63E1CDA2-A0EA-4F0A-93EF-8297166AD752}" sibTransId="{7FFD5DBE-35F1-4006-A316-A393C8B5FDA7}"/>
    <dgm:cxn modelId="{1A099E2E-2266-4476-96C5-38D146B803E3}" type="presOf" srcId="{DC8E6419-4268-47C7-8784-2DF93DCE2D66}" destId="{899C99DB-18F6-4C84-8EDA-DDC7F2290A67}" srcOrd="0" destOrd="0" presId="urn:microsoft.com/office/officeart/2005/8/layout/process3"/>
    <dgm:cxn modelId="{4A961830-E6A8-4911-A9B3-C979B73CAD2F}" type="presOf" srcId="{6652A19A-0A49-4151-9CB9-F64099D160FC}" destId="{36965DA2-9C2D-488A-A381-DB0AC9123B25}" srcOrd="0" destOrd="0" presId="urn:microsoft.com/office/officeart/2005/8/layout/process3"/>
    <dgm:cxn modelId="{8B102931-CF2F-4A4D-8A1D-A1E0EA71286F}" type="presOf" srcId="{A947F7CD-955B-4FB8-A205-36F576890B2F}" destId="{3D5BF72E-7ADE-4C9F-A937-DAE0204E0452}" srcOrd="0" destOrd="0" presId="urn:microsoft.com/office/officeart/2005/8/layout/process3"/>
    <dgm:cxn modelId="{31339833-A425-4F9C-9576-919C94CEDC34}" type="presOf" srcId="{164FCE94-22EA-4AE5-82D0-F31CCBE41818}" destId="{44F6BED2-8714-4233-B03B-0A62DB25F937}" srcOrd="1" destOrd="0" presId="urn:microsoft.com/office/officeart/2005/8/layout/process3"/>
    <dgm:cxn modelId="{4B34D934-0BF9-48E3-9B31-23A903AC40EA}" type="presOf" srcId="{F7BEAA1E-45DB-419C-A536-96DDB96F3F5E}" destId="{F4D463F0-2D4D-40D1-96F9-0182514A3E4D}" srcOrd="1" destOrd="0" presId="urn:microsoft.com/office/officeart/2005/8/layout/process3"/>
    <dgm:cxn modelId="{4FDDAF36-B452-40A3-BFD5-B93D0CF584F5}" type="presOf" srcId="{52DDAB45-8A38-441D-9CC2-40593F17F625}" destId="{35F3AAA3-6F79-43B9-9761-133EE8B4F469}" srcOrd="1" destOrd="0" presId="urn:microsoft.com/office/officeart/2005/8/layout/process3"/>
    <dgm:cxn modelId="{B1830A3A-1329-4A21-BAD6-B32A2A1DB6EF}" srcId="{4BF91069-988E-4F06-8C47-58A0DA17AF33}" destId="{38DDFAD5-2176-453F-8803-F631A80B6021}" srcOrd="1" destOrd="0" parTransId="{962520D1-04EE-419B-B0AC-AFE0A2B2FEB6}" sibTransId="{05D4EDDC-84A6-4922-A282-5BF769CBA573}"/>
    <dgm:cxn modelId="{9DA57C3A-6C35-44EB-82F5-5C3F1A6487F4}" type="presOf" srcId="{05630804-CF94-4D3E-BC80-8EE0BD73FA92}" destId="{EF8CEFF7-0F44-4F12-B5A3-FBA53892F773}" srcOrd="0" destOrd="3" presId="urn:microsoft.com/office/officeart/2005/8/layout/process3"/>
    <dgm:cxn modelId="{14EBCA3F-FF9F-4D9D-81CA-7DA90FCA3C0D}" type="presOf" srcId="{164FCE94-22EA-4AE5-82D0-F31CCBE41818}" destId="{9CEFBDA5-E98B-4EA3-8159-B2DA452DBC45}" srcOrd="0" destOrd="0" presId="urn:microsoft.com/office/officeart/2005/8/layout/process3"/>
    <dgm:cxn modelId="{CE263862-9DB5-4287-A983-5DB984B4B8B4}" srcId="{52DDAB45-8A38-441D-9CC2-40593F17F625}" destId="{1E2BB0B3-0982-4991-871F-2D7EBBE4F1C4}" srcOrd="2" destOrd="0" parTransId="{D57B67FC-A73E-4A2E-8907-A6A045D291E8}" sibTransId="{580F1FDC-218B-408D-AA93-B12E71C11E58}"/>
    <dgm:cxn modelId="{2689A251-A0FD-4025-B06F-152056331D10}" srcId="{4BF91069-988E-4F06-8C47-58A0DA17AF33}" destId="{39492381-8284-423C-9100-67473D1E55DE}" srcOrd="0" destOrd="0" parTransId="{D7219FA5-DE08-4DB0-A953-746B4F854B69}" sibTransId="{EFE389B8-5BC5-4132-8A42-44BF89E0AAEF}"/>
    <dgm:cxn modelId="{87B40455-1322-4422-91BA-5E42FB13DACB}" srcId="{A947F7CD-955B-4FB8-A205-36F576890B2F}" destId="{92602144-2707-41A2-8DBE-0C6D60E5A427}" srcOrd="4" destOrd="0" parTransId="{080205A3-B2C0-4F88-B75E-F71731A9B286}" sibTransId="{19D6BEBE-39CB-4A1A-96A0-B96B57153B55}"/>
    <dgm:cxn modelId="{EFA40558-AE9D-4144-9BA5-1BA24732EC95}" srcId="{4BF91069-988E-4F06-8C47-58A0DA17AF33}" destId="{05630804-CF94-4D3E-BC80-8EE0BD73FA92}" srcOrd="3" destOrd="0" parTransId="{7C65D361-27FB-409D-BC2C-F917F4AF8635}" sibTransId="{228430EC-C954-42DC-B4FE-016B8EB955AA}"/>
    <dgm:cxn modelId="{564C467C-2234-4828-B1B0-87C718B7A502}" type="presOf" srcId="{38DDFAD5-2176-453F-8803-F631A80B6021}" destId="{EF8CEFF7-0F44-4F12-B5A3-FBA53892F773}" srcOrd="0" destOrd="1" presId="urn:microsoft.com/office/officeart/2005/8/layout/process3"/>
    <dgm:cxn modelId="{F6BFC87C-51A7-48B2-8B05-62539F0F73D8}" type="presOf" srcId="{4BF91069-988E-4F06-8C47-58A0DA17AF33}" destId="{6581709D-6307-490A-992C-F4B806575101}" srcOrd="0" destOrd="0" presId="urn:microsoft.com/office/officeart/2005/8/layout/process3"/>
    <dgm:cxn modelId="{EE2B3E7E-35D1-474E-B041-AF0CC41B7818}" srcId="{A947F7CD-955B-4FB8-A205-36F576890B2F}" destId="{D29F9FED-B90B-461A-B634-164D51C517F0}" srcOrd="1" destOrd="0" parTransId="{170F1880-999E-43ED-8BC1-9014F607C154}" sibTransId="{F2FE922E-9F94-4A52-B756-AA98DF4866DB}"/>
    <dgm:cxn modelId="{930EFD80-9729-4056-8252-8FA0377FA542}" type="presOf" srcId="{DFC8A7A3-579A-487D-A512-0DCE34DA3FFE}" destId="{EF8CEFF7-0F44-4F12-B5A3-FBA53892F773}" srcOrd="0" destOrd="2" presId="urn:microsoft.com/office/officeart/2005/8/layout/process3"/>
    <dgm:cxn modelId="{BA0CF986-CFB6-4008-BFB6-660A2B6842C1}" type="presOf" srcId="{70DD6C58-198C-41EC-A9B3-06CE2304AA5C}" destId="{5392F0E3-4E7B-4A4C-A575-79A60FB6D52B}" srcOrd="0" destOrd="0" presId="urn:microsoft.com/office/officeart/2005/8/layout/process3"/>
    <dgm:cxn modelId="{C85FA88F-B755-4765-AF25-9694F20E95EF}" type="presOf" srcId="{4BF91069-988E-4F06-8C47-58A0DA17AF33}" destId="{8429F9C1-4CAF-4BA1-B12D-2E23428CAA0D}" srcOrd="1" destOrd="0" presId="urn:microsoft.com/office/officeart/2005/8/layout/process3"/>
    <dgm:cxn modelId="{A0ABB490-B2F5-4001-9820-C541012A7A74}" type="presOf" srcId="{28947D1C-866B-4D54-9007-1C0A78C65345}" destId="{36965DA2-9C2D-488A-A381-DB0AC9123B25}" srcOrd="0" destOrd="3" presId="urn:microsoft.com/office/officeart/2005/8/layout/process3"/>
    <dgm:cxn modelId="{BBC39A99-4565-4621-9550-55F11F8A2BB2}" srcId="{52DDAB45-8A38-441D-9CC2-40593F17F625}" destId="{6652A19A-0A49-4151-9CB9-F64099D160FC}" srcOrd="0" destOrd="0" parTransId="{6931D8BB-D4AB-4F51-B19B-167A5CF52954}" sibTransId="{88ECD2BA-1415-4D05-B3B7-0607A438B691}"/>
    <dgm:cxn modelId="{D9D36CA1-7B9A-4E6C-9FF3-C8C764310D9E}" type="presOf" srcId="{6D4BFE05-030D-4755-B939-3BFB0D75F79D}" destId="{E302EED9-726C-4CB1-93B0-19F9D5709C61}" srcOrd="1" destOrd="0" presId="urn:microsoft.com/office/officeart/2005/8/layout/process3"/>
    <dgm:cxn modelId="{D284DCA9-8A81-4F95-A533-8090D9768FA7}" type="presOf" srcId="{FB02FB84-C087-4743-9845-F357C0E81E48}" destId="{005AD228-2C86-42C2-BA0F-FC2AD883711C}" srcOrd="0" destOrd="0" presId="urn:microsoft.com/office/officeart/2005/8/layout/process3"/>
    <dgm:cxn modelId="{139F15AB-4D19-4E85-9D6F-3D477BA05C74}" type="presOf" srcId="{70DD6C58-198C-41EC-A9B3-06CE2304AA5C}" destId="{67ED6C8D-2E42-4439-AC20-398D6CC5FF63}" srcOrd="1" destOrd="0" presId="urn:microsoft.com/office/officeart/2005/8/layout/process3"/>
    <dgm:cxn modelId="{BF82BCC4-B106-4691-8047-9FFB88161396}" type="presOf" srcId="{BF9B8201-3393-4E41-95EE-12149F8A31D4}" destId="{005AD228-2C86-42C2-BA0F-FC2AD883711C}" srcOrd="0" destOrd="3" presId="urn:microsoft.com/office/officeart/2005/8/layout/process3"/>
    <dgm:cxn modelId="{B67975C6-92B5-4D0A-BDA0-0614A945571B}" srcId="{52DDAB45-8A38-441D-9CC2-40593F17F625}" destId="{05399AEE-7367-48CD-8918-2A7E6C9F13FA}" srcOrd="1" destOrd="0" parTransId="{4E14BF86-DB1B-4366-8954-EC1669F8855C}" sibTransId="{1796B4AD-BCD2-45C3-BB5B-97A5D668A746}"/>
    <dgm:cxn modelId="{01B89FD0-DBDE-42C7-8DA9-CD635037451B}" type="presOf" srcId="{1E2BB0B3-0982-4991-871F-2D7EBBE4F1C4}" destId="{36965DA2-9C2D-488A-A381-DB0AC9123B25}" srcOrd="0" destOrd="2" presId="urn:microsoft.com/office/officeart/2005/8/layout/process3"/>
    <dgm:cxn modelId="{A9DB1ED1-EB98-45EE-9EB7-C1E73AD17048}" srcId="{4BF91069-988E-4F06-8C47-58A0DA17AF33}" destId="{49396A2A-D796-41AD-B899-3C3AB5A557CD}" srcOrd="4" destOrd="0" parTransId="{B02C0228-1703-46C5-A7D9-CF32674E586B}" sibTransId="{63A1DA9A-54C6-478B-AF23-59AF1697A662}"/>
    <dgm:cxn modelId="{6D1E98D3-C1D2-43E9-886E-742BCBB86AB9}" srcId="{A947F7CD-955B-4FB8-A205-36F576890B2F}" destId="{FB02FB84-C087-4743-9845-F357C0E81E48}" srcOrd="0" destOrd="0" parTransId="{CBC0090F-17DF-42A7-B766-57F7181C329A}" sibTransId="{36B5AB98-1FAA-46DF-BBC7-4CFE52317B07}"/>
    <dgm:cxn modelId="{4607D6DA-B3FB-47D4-ADF3-73AEB42001AE}" srcId="{DC8E6419-4268-47C7-8784-2DF93DCE2D66}" destId="{A947F7CD-955B-4FB8-A205-36F576890B2F}" srcOrd="1" destOrd="0" parTransId="{CE3BF29B-70CC-40F2-82F9-FBC00DBAC9D4}" sibTransId="{164FCE94-22EA-4AE5-82D0-F31CCBE41818}"/>
    <dgm:cxn modelId="{C25FE3DA-4B1E-4B63-86F6-F32BF2085182}" type="presOf" srcId="{49396A2A-D796-41AD-B899-3C3AB5A557CD}" destId="{EF8CEFF7-0F44-4F12-B5A3-FBA53892F773}" srcOrd="0" destOrd="4" presId="urn:microsoft.com/office/officeart/2005/8/layout/process3"/>
    <dgm:cxn modelId="{14EBFADC-365B-464D-A07B-D295B039B420}" srcId="{DC8E6419-4268-47C7-8784-2DF93DCE2D66}" destId="{52DDAB45-8A38-441D-9CC2-40593F17F625}" srcOrd="2" destOrd="0" parTransId="{44EB1723-A065-4A9B-9F99-C4EFA5EBBFB9}" sibTransId="{6D4BFE05-030D-4755-B939-3BFB0D75F79D}"/>
    <dgm:cxn modelId="{5303D0E4-5EF6-4183-92C6-5A1A5092BD37}" srcId="{52DDAB45-8A38-441D-9CC2-40593F17F625}" destId="{28947D1C-866B-4D54-9007-1C0A78C65345}" srcOrd="3" destOrd="0" parTransId="{967E89CD-88F9-42E3-BF64-C1BE34DB420A}" sibTransId="{0DC0DF86-C466-4A4A-9897-83A5A1570811}"/>
    <dgm:cxn modelId="{9F84BFE9-D192-436A-9570-9138C8772FC1}" srcId="{4BF91069-988E-4F06-8C47-58A0DA17AF33}" destId="{DFC8A7A3-579A-487D-A512-0DCE34DA3FFE}" srcOrd="2" destOrd="0" parTransId="{2C9B9A7E-CD7D-4864-977B-796D9FA25399}" sibTransId="{379BB69F-C708-4D3A-ABB9-E7AB155E7A12}"/>
    <dgm:cxn modelId="{D9DE59F6-C366-473A-B097-36712C21C519}" type="presOf" srcId="{567B815C-7882-4E2C-A995-D0EF2CFBAFF8}" destId="{005AD228-2C86-42C2-BA0F-FC2AD883711C}" srcOrd="0" destOrd="2" presId="urn:microsoft.com/office/officeart/2005/8/layout/process3"/>
    <dgm:cxn modelId="{5C1255FA-6994-4F16-9A29-7DFEED41D09C}" type="presOf" srcId="{F7BEAA1E-45DB-419C-A536-96DDB96F3F5E}" destId="{8EFADB66-7898-4DB8-BE66-7BF64F11A6DA}" srcOrd="0" destOrd="0" presId="urn:microsoft.com/office/officeart/2005/8/layout/process3"/>
    <dgm:cxn modelId="{E5886FFF-471D-4E97-BD85-07C5B8014524}" type="presOf" srcId="{05399AEE-7367-48CD-8918-2A7E6C9F13FA}" destId="{36965DA2-9C2D-488A-A381-DB0AC9123B25}" srcOrd="0" destOrd="1" presId="urn:microsoft.com/office/officeart/2005/8/layout/process3"/>
    <dgm:cxn modelId="{DD7CEDA5-6E28-4211-921E-0ED3CBE09038}" type="presParOf" srcId="{899C99DB-18F6-4C84-8EDA-DDC7F2290A67}" destId="{363ED554-E543-44C3-9F88-1FE0DF8F07B4}" srcOrd="0" destOrd="0" presId="urn:microsoft.com/office/officeart/2005/8/layout/process3"/>
    <dgm:cxn modelId="{5724EC38-AC39-4C55-A33E-EDD45A29D1DD}" type="presParOf" srcId="{363ED554-E543-44C3-9F88-1FE0DF8F07B4}" destId="{6581709D-6307-490A-992C-F4B806575101}" srcOrd="0" destOrd="0" presId="urn:microsoft.com/office/officeart/2005/8/layout/process3"/>
    <dgm:cxn modelId="{CC677DC9-F559-411A-9D28-4B8F91EAED59}" type="presParOf" srcId="{363ED554-E543-44C3-9F88-1FE0DF8F07B4}" destId="{8429F9C1-4CAF-4BA1-B12D-2E23428CAA0D}" srcOrd="1" destOrd="0" presId="urn:microsoft.com/office/officeart/2005/8/layout/process3"/>
    <dgm:cxn modelId="{F1256F4A-BA03-4113-ACAD-A2641DC4A8E5}" type="presParOf" srcId="{363ED554-E543-44C3-9F88-1FE0DF8F07B4}" destId="{EF8CEFF7-0F44-4F12-B5A3-FBA53892F773}" srcOrd="2" destOrd="0" presId="urn:microsoft.com/office/officeart/2005/8/layout/process3"/>
    <dgm:cxn modelId="{C8B74EE8-7C09-4FE6-907A-DD3E310769AF}" type="presParOf" srcId="{899C99DB-18F6-4C84-8EDA-DDC7F2290A67}" destId="{5392F0E3-4E7B-4A4C-A575-79A60FB6D52B}" srcOrd="1" destOrd="0" presId="urn:microsoft.com/office/officeart/2005/8/layout/process3"/>
    <dgm:cxn modelId="{54B327C2-00E8-429E-BA33-4151840B4E55}" type="presParOf" srcId="{5392F0E3-4E7B-4A4C-A575-79A60FB6D52B}" destId="{67ED6C8D-2E42-4439-AC20-398D6CC5FF63}" srcOrd="0" destOrd="0" presId="urn:microsoft.com/office/officeart/2005/8/layout/process3"/>
    <dgm:cxn modelId="{B1C720FD-A9DA-49A8-A650-EF04743B3502}" type="presParOf" srcId="{899C99DB-18F6-4C84-8EDA-DDC7F2290A67}" destId="{334C49F1-1075-4846-8208-B10662ADD28B}" srcOrd="2" destOrd="0" presId="urn:microsoft.com/office/officeart/2005/8/layout/process3"/>
    <dgm:cxn modelId="{8EB51211-E102-47D6-82F5-C4E0EDBE4501}" type="presParOf" srcId="{334C49F1-1075-4846-8208-B10662ADD28B}" destId="{3D5BF72E-7ADE-4C9F-A937-DAE0204E0452}" srcOrd="0" destOrd="0" presId="urn:microsoft.com/office/officeart/2005/8/layout/process3"/>
    <dgm:cxn modelId="{2106D92B-C864-43EF-9C2B-10FB1C76F626}" type="presParOf" srcId="{334C49F1-1075-4846-8208-B10662ADD28B}" destId="{3A3A9402-BF18-4FBE-ACAF-E57499DAB22A}" srcOrd="1" destOrd="0" presId="urn:microsoft.com/office/officeart/2005/8/layout/process3"/>
    <dgm:cxn modelId="{1FB2A00D-A0AF-41F8-9B42-7FB95107C6B9}" type="presParOf" srcId="{334C49F1-1075-4846-8208-B10662ADD28B}" destId="{005AD228-2C86-42C2-BA0F-FC2AD883711C}" srcOrd="2" destOrd="0" presId="urn:microsoft.com/office/officeart/2005/8/layout/process3"/>
    <dgm:cxn modelId="{26D1CAEB-36E4-4410-8FEA-9F599DCED360}" type="presParOf" srcId="{899C99DB-18F6-4C84-8EDA-DDC7F2290A67}" destId="{9CEFBDA5-E98B-4EA3-8159-B2DA452DBC45}" srcOrd="3" destOrd="0" presId="urn:microsoft.com/office/officeart/2005/8/layout/process3"/>
    <dgm:cxn modelId="{C295780F-70A4-4AE2-97F3-733B6D6A229C}" type="presParOf" srcId="{9CEFBDA5-E98B-4EA3-8159-B2DA452DBC45}" destId="{44F6BED2-8714-4233-B03B-0A62DB25F937}" srcOrd="0" destOrd="0" presId="urn:microsoft.com/office/officeart/2005/8/layout/process3"/>
    <dgm:cxn modelId="{1BBF32B4-0012-4CBF-9158-00D16C7D88FE}" type="presParOf" srcId="{899C99DB-18F6-4C84-8EDA-DDC7F2290A67}" destId="{682DA0D9-AFEE-4909-A6AD-70E608BF16B1}" srcOrd="4" destOrd="0" presId="urn:microsoft.com/office/officeart/2005/8/layout/process3"/>
    <dgm:cxn modelId="{4679B268-D4E1-431A-B422-5FF04B283BB0}" type="presParOf" srcId="{682DA0D9-AFEE-4909-A6AD-70E608BF16B1}" destId="{55251979-E301-400D-89C1-60982AC4F094}" srcOrd="0" destOrd="0" presId="urn:microsoft.com/office/officeart/2005/8/layout/process3"/>
    <dgm:cxn modelId="{89B429FC-3D31-42E9-A9AD-EC2DA1B83A8A}" type="presParOf" srcId="{682DA0D9-AFEE-4909-A6AD-70E608BF16B1}" destId="{35F3AAA3-6F79-43B9-9761-133EE8B4F469}" srcOrd="1" destOrd="0" presId="urn:microsoft.com/office/officeart/2005/8/layout/process3"/>
    <dgm:cxn modelId="{B78EBA30-A9D2-4D23-A57D-C53F249572E4}" type="presParOf" srcId="{682DA0D9-AFEE-4909-A6AD-70E608BF16B1}" destId="{36965DA2-9C2D-488A-A381-DB0AC9123B25}" srcOrd="2" destOrd="0" presId="urn:microsoft.com/office/officeart/2005/8/layout/process3"/>
    <dgm:cxn modelId="{33274901-61B3-4CA8-B009-278EAA827ECA}" type="presParOf" srcId="{899C99DB-18F6-4C84-8EDA-DDC7F2290A67}" destId="{60EDE07B-4A20-45CA-8305-CE07F40E51ED}" srcOrd="5" destOrd="0" presId="urn:microsoft.com/office/officeart/2005/8/layout/process3"/>
    <dgm:cxn modelId="{6C39AD7D-223C-48B1-9A17-F1BA0C999017}" type="presParOf" srcId="{60EDE07B-4A20-45CA-8305-CE07F40E51ED}" destId="{E302EED9-726C-4CB1-93B0-19F9D5709C61}" srcOrd="0" destOrd="0" presId="urn:microsoft.com/office/officeart/2005/8/layout/process3"/>
    <dgm:cxn modelId="{70DABF51-0F3A-439F-AC27-9376A3FEBDD0}" type="presParOf" srcId="{899C99DB-18F6-4C84-8EDA-DDC7F2290A67}" destId="{2B30C93C-070E-4C78-B66A-04DF7CD14B23}" srcOrd="6" destOrd="0" presId="urn:microsoft.com/office/officeart/2005/8/layout/process3"/>
    <dgm:cxn modelId="{574BD2D2-D173-44E1-9461-ACAAEC0E1164}" type="presParOf" srcId="{2B30C93C-070E-4C78-B66A-04DF7CD14B23}" destId="{8EFADB66-7898-4DB8-BE66-7BF64F11A6DA}" srcOrd="0" destOrd="0" presId="urn:microsoft.com/office/officeart/2005/8/layout/process3"/>
    <dgm:cxn modelId="{F6B377BA-CCCC-4C47-84E8-9FD281A5D72F}" type="presParOf" srcId="{2B30C93C-070E-4C78-B66A-04DF7CD14B23}" destId="{F4D463F0-2D4D-40D1-96F9-0182514A3E4D}" srcOrd="1" destOrd="0" presId="urn:microsoft.com/office/officeart/2005/8/layout/process3"/>
    <dgm:cxn modelId="{07E9A701-9AF4-497E-8BB1-6D9E76BAD611}" type="presParOf" srcId="{2B30C93C-070E-4C78-B66A-04DF7CD14B23}" destId="{37908F19-6DF8-4B11-86B9-91F2431BF9C7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9F9C1-4CAF-4BA1-B12D-2E23428CAA0D}">
      <dsp:nvSpPr>
        <dsp:cNvPr id="0" name=""/>
        <dsp:cNvSpPr/>
      </dsp:nvSpPr>
      <dsp:spPr>
        <a:xfrm>
          <a:off x="1171" y="2707"/>
          <a:ext cx="1472117" cy="820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1" kern="1200" dirty="0"/>
            <a:t>仕様理解</a:t>
          </a:r>
        </a:p>
      </dsp:txBody>
      <dsp:txXfrm>
        <a:off x="1171" y="2707"/>
        <a:ext cx="1472117" cy="547200"/>
      </dsp:txXfrm>
    </dsp:sp>
    <dsp:sp modelId="{EF8CEFF7-0F44-4F12-B5A3-FBA53892F773}">
      <dsp:nvSpPr>
        <dsp:cNvPr id="0" name=""/>
        <dsp:cNvSpPr/>
      </dsp:nvSpPr>
      <dsp:spPr>
        <a:xfrm>
          <a:off x="302689" y="549907"/>
          <a:ext cx="1472117" cy="109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en-US" altLang="ja-JP" sz="900" kern="1200" dirty="0"/>
            <a:t>※</a:t>
          </a:r>
          <a:r>
            <a:rPr kumimoji="1" lang="ja-JP" altLang="en-US" sz="900" kern="1200" dirty="0"/>
            <a:t>読み合わせポイント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ja-JP" altLang="en-US" sz="900" kern="1200" dirty="0"/>
            <a:t>・機能概要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ja-JP" altLang="en-US" sz="900" kern="1200" dirty="0"/>
            <a:t>・編集仕様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ja-JP" altLang="en-US" sz="900" kern="1200" dirty="0"/>
            <a:t>・処理条件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ja-JP" altLang="en-US" sz="900" kern="1200" dirty="0"/>
            <a:t>・チェック仕様</a:t>
          </a:r>
        </a:p>
      </dsp:txBody>
      <dsp:txXfrm>
        <a:off x="334743" y="581961"/>
        <a:ext cx="1408009" cy="1030292"/>
      </dsp:txXfrm>
    </dsp:sp>
    <dsp:sp modelId="{5392F0E3-4E7B-4A4C-A575-79A60FB6D52B}">
      <dsp:nvSpPr>
        <dsp:cNvPr id="0" name=""/>
        <dsp:cNvSpPr/>
      </dsp:nvSpPr>
      <dsp:spPr>
        <a:xfrm>
          <a:off x="1696457" y="93050"/>
          <a:ext cx="473115" cy="3665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000" kern="1200"/>
        </a:p>
      </dsp:txBody>
      <dsp:txXfrm>
        <a:off x="1696457" y="166353"/>
        <a:ext cx="363161" cy="219908"/>
      </dsp:txXfrm>
    </dsp:sp>
    <dsp:sp modelId="{3A3A9402-BF18-4FBE-ACAF-E57499DAB22A}">
      <dsp:nvSpPr>
        <dsp:cNvPr id="0" name=""/>
        <dsp:cNvSpPr/>
      </dsp:nvSpPr>
      <dsp:spPr>
        <a:xfrm>
          <a:off x="2365960" y="2707"/>
          <a:ext cx="1472117" cy="820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1" kern="1200" dirty="0"/>
            <a:t>テスト項目抽出</a:t>
          </a:r>
        </a:p>
      </dsp:txBody>
      <dsp:txXfrm>
        <a:off x="2365960" y="2707"/>
        <a:ext cx="1472117" cy="547200"/>
      </dsp:txXfrm>
    </dsp:sp>
    <dsp:sp modelId="{005AD228-2C86-42C2-BA0F-FC2AD883711C}">
      <dsp:nvSpPr>
        <dsp:cNvPr id="0" name=""/>
        <dsp:cNvSpPr/>
      </dsp:nvSpPr>
      <dsp:spPr>
        <a:xfrm>
          <a:off x="2667478" y="549907"/>
          <a:ext cx="1472117" cy="109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en-US" altLang="ja-JP" sz="900" kern="1200" dirty="0"/>
            <a:t>※</a:t>
          </a:r>
          <a:r>
            <a:rPr kumimoji="1" lang="ja-JP" altLang="en-US" sz="900" kern="1200" dirty="0"/>
            <a:t>テストパータン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kumimoji="1" lang="ja-JP" altLang="en-US" sz="900" kern="1200" dirty="0"/>
            <a:t>０件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kumimoji="1" lang="ja-JP" altLang="en-US" sz="900" kern="1200" dirty="0"/>
            <a:t>正常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kumimoji="1" lang="ja-JP" altLang="en-US" sz="900" kern="1200" dirty="0"/>
            <a:t>異常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kumimoji="1" lang="ja-JP" altLang="en-US" sz="900" kern="1200" dirty="0"/>
            <a:t>・・・</a:t>
          </a:r>
        </a:p>
      </dsp:txBody>
      <dsp:txXfrm>
        <a:off x="2699532" y="581961"/>
        <a:ext cx="1408009" cy="1030292"/>
      </dsp:txXfrm>
    </dsp:sp>
    <dsp:sp modelId="{9CEFBDA5-E98B-4EA3-8159-B2DA452DBC45}">
      <dsp:nvSpPr>
        <dsp:cNvPr id="0" name=""/>
        <dsp:cNvSpPr/>
      </dsp:nvSpPr>
      <dsp:spPr>
        <a:xfrm>
          <a:off x="4061245" y="93050"/>
          <a:ext cx="473115" cy="3665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000" kern="1200"/>
        </a:p>
      </dsp:txBody>
      <dsp:txXfrm>
        <a:off x="4061245" y="166353"/>
        <a:ext cx="363161" cy="219908"/>
      </dsp:txXfrm>
    </dsp:sp>
    <dsp:sp modelId="{35F3AAA3-6F79-43B9-9761-133EE8B4F469}">
      <dsp:nvSpPr>
        <dsp:cNvPr id="0" name=""/>
        <dsp:cNvSpPr/>
      </dsp:nvSpPr>
      <dsp:spPr>
        <a:xfrm>
          <a:off x="4730748" y="2707"/>
          <a:ext cx="1472117" cy="820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1" kern="1200" dirty="0"/>
            <a:t>書式生成</a:t>
          </a:r>
        </a:p>
      </dsp:txBody>
      <dsp:txXfrm>
        <a:off x="4730748" y="2707"/>
        <a:ext cx="1472117" cy="547200"/>
      </dsp:txXfrm>
    </dsp:sp>
    <dsp:sp modelId="{36965DA2-9C2D-488A-A381-DB0AC9123B25}">
      <dsp:nvSpPr>
        <dsp:cNvPr id="0" name=""/>
        <dsp:cNvSpPr/>
      </dsp:nvSpPr>
      <dsp:spPr>
        <a:xfrm>
          <a:off x="5032267" y="549907"/>
          <a:ext cx="1472117" cy="109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en-US" altLang="ja-JP" sz="900" kern="1200" dirty="0"/>
            <a:t>※</a:t>
          </a:r>
          <a:r>
            <a:rPr kumimoji="1" lang="ja-JP" altLang="en-US" sz="900" kern="1200" dirty="0"/>
            <a:t>詳細設計に全分岐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ja-JP" altLang="en-US" sz="900" kern="1200" dirty="0"/>
            <a:t>・パータン毎にケース作成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ja-JP" altLang="en-US" sz="900" kern="1200" dirty="0"/>
            <a:t>・１条件分岐につき最低１テストケース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kumimoji="1" lang="ja-JP" altLang="en-US" sz="900" kern="1200" dirty="0"/>
            <a:t>・条件と処理分けて記入</a:t>
          </a:r>
        </a:p>
      </dsp:txBody>
      <dsp:txXfrm>
        <a:off x="5064321" y="581961"/>
        <a:ext cx="1408009" cy="1030292"/>
      </dsp:txXfrm>
    </dsp:sp>
    <dsp:sp modelId="{60EDE07B-4A20-45CA-8305-CE07F40E51ED}">
      <dsp:nvSpPr>
        <dsp:cNvPr id="0" name=""/>
        <dsp:cNvSpPr/>
      </dsp:nvSpPr>
      <dsp:spPr>
        <a:xfrm>
          <a:off x="6426034" y="93050"/>
          <a:ext cx="473115" cy="3665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000" kern="1200"/>
        </a:p>
      </dsp:txBody>
      <dsp:txXfrm>
        <a:off x="6426034" y="166353"/>
        <a:ext cx="363161" cy="219908"/>
      </dsp:txXfrm>
    </dsp:sp>
    <dsp:sp modelId="{F4D463F0-2D4D-40D1-96F9-0182514A3E4D}">
      <dsp:nvSpPr>
        <dsp:cNvPr id="0" name=""/>
        <dsp:cNvSpPr/>
      </dsp:nvSpPr>
      <dsp:spPr>
        <a:xfrm>
          <a:off x="7095537" y="2707"/>
          <a:ext cx="1472117" cy="820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000" b="1" kern="1200" dirty="0"/>
            <a:t>入力データ設計・出力結果想定</a:t>
          </a:r>
        </a:p>
      </dsp:txBody>
      <dsp:txXfrm>
        <a:off x="7095537" y="2707"/>
        <a:ext cx="1472117" cy="547200"/>
      </dsp:txXfrm>
    </dsp:sp>
    <dsp:sp modelId="{37908F19-6DF8-4B11-86B9-91F2431BF9C7}">
      <dsp:nvSpPr>
        <dsp:cNvPr id="0" name=""/>
        <dsp:cNvSpPr/>
      </dsp:nvSpPr>
      <dsp:spPr>
        <a:xfrm>
          <a:off x="7397055" y="549907"/>
          <a:ext cx="1472117" cy="109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C75E6-4168-451F-9146-492174EFA5DE}" type="datetimeFigureOut">
              <a:rPr kumimoji="1" lang="ja-JP" altLang="en-US" smtClean="0"/>
              <a:t>2025/8/7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3ACEB-9C1D-40A7-8EF1-76CD56121F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3448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t" anchorCtr="0" compatLnSpc="1">
            <a:prstTxWarp prst="textNoShape">
              <a:avLst/>
            </a:prstTxWarp>
          </a:bodyPr>
          <a:lstStyle>
            <a:lvl1pPr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978" y="2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t" anchorCtr="0" compatLnSpc="1">
            <a:prstTxWarp prst="textNoShape">
              <a:avLst/>
            </a:prstTxWarp>
          </a:bodyPr>
          <a:lstStyle>
            <a:lvl1pPr algn="r"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816EE9BF-94F0-48F9-ADDD-67290FCD7202}" type="datetime8">
              <a:rPr lang="ja-JP" altLang="en-US"/>
              <a:pPr>
                <a:defRPr/>
              </a:pPr>
              <a:t>25/8/7 9時57分</a:t>
            </a:fld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708025" y="744538"/>
            <a:ext cx="5387975" cy="373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0440" y="4720950"/>
            <a:ext cx="4984735" cy="4473818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45085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b" anchorCtr="0" compatLnSpc="1">
            <a:prstTxWarp prst="textNoShape">
              <a:avLst/>
            </a:prstTxWarp>
          </a:bodyPr>
          <a:lstStyle>
            <a:lvl1pPr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978" y="9445085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b" anchorCtr="0" compatLnSpc="1">
            <a:prstTxWarp prst="textNoShape">
              <a:avLst/>
            </a:prstTxWarp>
          </a:bodyPr>
          <a:lstStyle>
            <a:lvl1pPr algn="r"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CA73974C-908A-44C4-AABB-E2964FDD6C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276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A3E38-45BC-3CAC-CF78-09826CE9B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25E1136-FB65-3FD8-1194-5E4449BFF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4E7668-D5C1-2CBD-1CA5-DC6A0F2139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06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09F90D-BFEC-4F7D-AB5B-9185A4D85581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50" charset="-128"/>
                <a:cs typeface="+mn-cs"/>
              </a:rPr>
              <a:pPr marL="0" marR="0" lvl="0" indent="0" algn="r" defTabSz="90614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ＭＳ Ｐゴシック" pitchFamily="50" charset="-128"/>
              <a:cs typeface="+mn-cs"/>
            </a:endParaRPr>
          </a:p>
        </p:txBody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F85EF47E-1E5B-EC82-CD02-527F16B9B0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700" b="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4300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AE6F4-9B56-C072-41F1-72A6D05F0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E388C82-84F6-9DD8-F5A2-154BF3974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DC5CF0-C9B1-62A6-FC08-D817A41BC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06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09F90D-BFEC-4F7D-AB5B-9185A4D85581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50" charset="-128"/>
                <a:cs typeface="+mn-cs"/>
              </a:rPr>
              <a:pPr marL="0" marR="0" lvl="0" indent="0" algn="r" defTabSz="90614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ＭＳ Ｐゴシック" pitchFamily="50" charset="-128"/>
              <a:cs typeface="+mn-cs"/>
            </a:endParaRPr>
          </a:p>
        </p:txBody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1D9FAC76-9CA3-F9E8-D4AC-E9644E1825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700" b="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1228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DB945-9EF2-AECD-174E-AF2A75F44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6A35BAA-1C3C-35AE-6B79-195394E85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BDA90C-C4AA-6874-C205-CE1D34305A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06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09F90D-BFEC-4F7D-AB5B-9185A4D85581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50" charset="-128"/>
                <a:cs typeface="+mn-cs"/>
              </a:rPr>
              <a:pPr marL="0" marR="0" lvl="0" indent="0" algn="r" defTabSz="90614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ＭＳ Ｐゴシック" pitchFamily="50" charset="-128"/>
              <a:cs typeface="+mn-cs"/>
            </a:endParaRPr>
          </a:p>
        </p:txBody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06463AE5-8B95-57DB-79EA-BCA09A91B9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700" b="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7473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00675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516813" y="333375"/>
            <a:ext cx="2389187" cy="57626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44488" y="333375"/>
            <a:ext cx="7019925" cy="57626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00675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テキスト ボックス 2"/>
          <p:cNvSpPr txBox="1"/>
          <p:nvPr userDrawn="1"/>
        </p:nvSpPr>
        <p:spPr>
          <a:xfrm>
            <a:off x="1136576" y="1340768"/>
            <a:ext cx="2304256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kumimoji="1" lang="ja-JP" altLang="en-US" sz="600" dirty="0"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516813" y="333375"/>
            <a:ext cx="2389187" cy="57626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44488" y="333375"/>
            <a:ext cx="7019925" cy="57626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08050" y="2286000"/>
            <a:ext cx="84201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28850" y="4114800"/>
            <a:ext cx="6934200" cy="17541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0">
                <a:latin typeface="Times New Roman" pitchFamily="18" charset="0"/>
              </a:defRPr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  <p:sp>
        <p:nvSpPr>
          <p:cNvPr id="5" name="テキスト ボックス 6"/>
          <p:cNvSpPr txBox="1">
            <a:spLocks noChangeArrowheads="1"/>
          </p:cNvSpPr>
          <p:nvPr userDrawn="1"/>
        </p:nvSpPr>
        <p:spPr bwMode="auto">
          <a:xfrm>
            <a:off x="9407525" y="6562725"/>
            <a:ext cx="474663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1A90D3D1-DAD7-4F5D-B8D9-FECF06E60720}" type="slidenum">
              <a:rPr kumimoji="0" lang="ja-JP" altLang="en-US" sz="1000" smtClean="0">
                <a:solidFill>
                  <a:srgbClr val="000000"/>
                </a:solidFill>
              </a:rPr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248007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42950" y="836712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259053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368376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4488" y="333375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00675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81770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040506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4488" y="333375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118604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61128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500279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715062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4488" y="333375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67655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516813" y="333375"/>
            <a:ext cx="2389187" cy="5762625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44488" y="333375"/>
            <a:ext cx="7019925" cy="57626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306440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344488" y="333375"/>
            <a:ext cx="9561512" cy="5762625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39864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6"/>
          <p:cNvSpPr>
            <a:spLocks noChangeArrowheads="1"/>
          </p:cNvSpPr>
          <p:nvPr userDrawn="1"/>
        </p:nvSpPr>
        <p:spPr bwMode="gray">
          <a:xfrm>
            <a:off x="0" y="5949950"/>
            <a:ext cx="9906000" cy="908050"/>
          </a:xfrm>
          <a:prstGeom prst="rect">
            <a:avLst/>
          </a:prstGeom>
          <a:gradFill rotWithShape="1">
            <a:gsLst>
              <a:gs pos="0">
                <a:srgbClr val="CCECFF">
                  <a:alpha val="4999"/>
                </a:srgbClr>
              </a:gs>
              <a:gs pos="100000">
                <a:srgbClr val="6699FF">
                  <a:alpha val="39998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5" name="AutoShape 17"/>
          <p:cNvSpPr>
            <a:spLocks noChangeArrowheads="1"/>
          </p:cNvSpPr>
          <p:nvPr/>
        </p:nvSpPr>
        <p:spPr bwMode="gray">
          <a:xfrm rot="10800000" flipH="1">
            <a:off x="4763" y="3398838"/>
            <a:ext cx="423862" cy="390525"/>
          </a:xfrm>
          <a:prstGeom prst="rtTriangle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6" name="Rectangle 54"/>
          <p:cNvSpPr>
            <a:spLocks noChangeArrowheads="1"/>
          </p:cNvSpPr>
          <p:nvPr userDrawn="1"/>
        </p:nvSpPr>
        <p:spPr bwMode="gray">
          <a:xfrm>
            <a:off x="703263" y="3502025"/>
            <a:ext cx="9164637" cy="71438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CDDEFF">
                  <a:alpha val="71999"/>
                </a:srgbClr>
              </a:gs>
            </a:gsLst>
            <a:lin ang="18900000" scaled="1"/>
          </a:gradFill>
          <a:ln>
            <a:noFill/>
          </a:ln>
          <a:effectLst>
            <a:outerShdw dist="56796" dir="1593903" algn="ctr" rotWithShape="0">
              <a:srgbClr val="E5EEFF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7" name="Rectangle 49"/>
          <p:cNvSpPr>
            <a:spLocks noChangeArrowheads="1"/>
          </p:cNvSpPr>
          <p:nvPr userDrawn="1"/>
        </p:nvSpPr>
        <p:spPr bwMode="auto">
          <a:xfrm>
            <a:off x="1052513" y="2492375"/>
            <a:ext cx="233362" cy="1223963"/>
          </a:xfrm>
          <a:prstGeom prst="rect">
            <a:avLst/>
          </a:prstGeom>
          <a:gradFill rotWithShape="1">
            <a:gsLst>
              <a:gs pos="0">
                <a:srgbClr val="BED4FF"/>
              </a:gs>
              <a:gs pos="100000">
                <a:srgbClr val="578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8" name="Rectangle 75" descr="横線"/>
          <p:cNvSpPr>
            <a:spLocks noChangeArrowheads="1"/>
          </p:cNvSpPr>
          <p:nvPr userDrawn="1"/>
        </p:nvSpPr>
        <p:spPr bwMode="auto">
          <a:xfrm>
            <a:off x="0" y="4763"/>
            <a:ext cx="9906000" cy="400050"/>
          </a:xfrm>
          <a:prstGeom prst="rect">
            <a:avLst/>
          </a:prstGeom>
          <a:pattFill prst="ltHorz">
            <a:fgClr>
              <a:srgbClr val="6699FF"/>
            </a:fgClr>
            <a:bgClr>
              <a:srgbClr val="E5EE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r" eaLnBrk="1" hangingPunct="1">
              <a:defRPr/>
            </a:pPr>
            <a:endParaRPr lang="ja-JP" altLang="ja-JP" b="1">
              <a:solidFill>
                <a:prstClr val="white"/>
              </a:solidFill>
              <a:latin typeface="Century Gothic" pitchFamily="34" charset="0"/>
              <a:ea typeface="SimHei" pitchFamily="2" charset="-122"/>
            </a:endParaRPr>
          </a:p>
        </p:txBody>
      </p:sp>
      <p:sp>
        <p:nvSpPr>
          <p:cNvPr id="9" name="Rectangle 55"/>
          <p:cNvSpPr>
            <a:spLocks noChangeArrowheads="1"/>
          </p:cNvSpPr>
          <p:nvPr userDrawn="1"/>
        </p:nvSpPr>
        <p:spPr bwMode="gray">
          <a:xfrm>
            <a:off x="7927975" y="0"/>
            <a:ext cx="87313" cy="6851650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CDDEFF">
                  <a:alpha val="71999"/>
                </a:srgbClr>
              </a:gs>
            </a:gsLst>
            <a:lin ang="18900000" scaled="1"/>
          </a:gradFill>
          <a:ln>
            <a:noFill/>
          </a:ln>
          <a:effectLst>
            <a:outerShdw dist="35921" dir="2700000" algn="ctr" rotWithShape="0">
              <a:srgbClr val="E5EEFF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grpSp>
        <p:nvGrpSpPr>
          <p:cNvPr id="10" name="Group 79"/>
          <p:cNvGrpSpPr>
            <a:grpSpLocks/>
          </p:cNvGrpSpPr>
          <p:nvPr userDrawn="1"/>
        </p:nvGrpSpPr>
        <p:grpSpPr bwMode="auto">
          <a:xfrm>
            <a:off x="168275" y="514350"/>
            <a:ext cx="647700" cy="647700"/>
            <a:chOff x="158" y="164"/>
            <a:chExt cx="545" cy="545"/>
          </a:xfrm>
        </p:grpSpPr>
        <p:sp>
          <p:nvSpPr>
            <p:cNvPr id="11" name="Rectangle 80"/>
            <p:cNvSpPr>
              <a:spLocks noChangeArrowheads="1"/>
            </p:cNvSpPr>
            <p:nvPr userDrawn="1"/>
          </p:nvSpPr>
          <p:spPr bwMode="auto">
            <a:xfrm rot="10800000">
              <a:off x="483" y="272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2" name="Rectangle 81"/>
            <p:cNvSpPr>
              <a:spLocks noChangeArrowheads="1"/>
            </p:cNvSpPr>
            <p:nvPr userDrawn="1"/>
          </p:nvSpPr>
          <p:spPr bwMode="auto">
            <a:xfrm rot="10800000">
              <a:off x="374" y="380"/>
              <a:ext cx="108" cy="108"/>
            </a:xfrm>
            <a:prstGeom prst="rect">
              <a:avLst/>
            </a:prstGeom>
            <a:solidFill>
              <a:srgbClr val="E5E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3" name="Rectangle 82"/>
            <p:cNvSpPr>
              <a:spLocks noChangeArrowheads="1"/>
            </p:cNvSpPr>
            <p:nvPr userDrawn="1"/>
          </p:nvSpPr>
          <p:spPr bwMode="auto">
            <a:xfrm rot="10800000">
              <a:off x="374" y="164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4" name="Rectangle 83"/>
            <p:cNvSpPr>
              <a:spLocks noChangeArrowheads="1"/>
            </p:cNvSpPr>
            <p:nvPr userDrawn="1"/>
          </p:nvSpPr>
          <p:spPr bwMode="auto">
            <a:xfrm rot="10800000">
              <a:off x="266" y="272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5" name="Rectangle 84"/>
            <p:cNvSpPr>
              <a:spLocks noChangeArrowheads="1"/>
            </p:cNvSpPr>
            <p:nvPr userDrawn="1"/>
          </p:nvSpPr>
          <p:spPr bwMode="auto">
            <a:xfrm rot="10800000">
              <a:off x="158" y="595"/>
              <a:ext cx="108" cy="108"/>
            </a:xfrm>
            <a:prstGeom prst="rect">
              <a:avLst/>
            </a:prstGeom>
            <a:solidFill>
              <a:srgbClr val="E5E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6" name="Rectangle 85"/>
            <p:cNvSpPr>
              <a:spLocks noChangeArrowheads="1"/>
            </p:cNvSpPr>
            <p:nvPr userDrawn="1"/>
          </p:nvSpPr>
          <p:spPr bwMode="auto">
            <a:xfrm rot="10800000">
              <a:off x="158" y="164"/>
              <a:ext cx="108" cy="108"/>
            </a:xfrm>
            <a:prstGeom prst="rect">
              <a:avLst/>
            </a:prstGeom>
            <a:solidFill>
              <a:srgbClr val="6699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7" name="Rectangle 86"/>
            <p:cNvSpPr>
              <a:spLocks noChangeArrowheads="1"/>
            </p:cNvSpPr>
            <p:nvPr userDrawn="1"/>
          </p:nvSpPr>
          <p:spPr bwMode="auto">
            <a:xfrm rot="10800000">
              <a:off x="591" y="164"/>
              <a:ext cx="108" cy="108"/>
            </a:xfrm>
            <a:prstGeom prst="rect">
              <a:avLst/>
            </a:prstGeom>
            <a:solidFill>
              <a:srgbClr val="E5E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8" name="Rectangle 87"/>
            <p:cNvSpPr>
              <a:spLocks noChangeArrowheads="1"/>
            </p:cNvSpPr>
            <p:nvPr userDrawn="1"/>
          </p:nvSpPr>
          <p:spPr bwMode="auto">
            <a:xfrm rot="10800000">
              <a:off x="266" y="489"/>
              <a:ext cx="108" cy="107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9" name="Rectangle 88"/>
            <p:cNvSpPr>
              <a:spLocks noChangeArrowheads="1"/>
            </p:cNvSpPr>
            <p:nvPr userDrawn="1"/>
          </p:nvSpPr>
          <p:spPr bwMode="auto">
            <a:xfrm rot="10800000">
              <a:off x="158" y="380"/>
              <a:ext cx="108" cy="108"/>
            </a:xfrm>
            <a:prstGeom prst="rect">
              <a:avLst/>
            </a:prstGeom>
            <a:solidFill>
              <a:srgbClr val="9FBF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0" name="Rectangle 89"/>
            <p:cNvSpPr>
              <a:spLocks noChangeArrowheads="1"/>
            </p:cNvSpPr>
            <p:nvPr userDrawn="1"/>
          </p:nvSpPr>
          <p:spPr bwMode="auto">
            <a:xfrm rot="10800000">
              <a:off x="593" y="380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1" name="Rectangle 90"/>
            <p:cNvSpPr>
              <a:spLocks noChangeArrowheads="1"/>
            </p:cNvSpPr>
            <p:nvPr userDrawn="1"/>
          </p:nvSpPr>
          <p:spPr bwMode="auto">
            <a:xfrm rot="10800000">
              <a:off x="485" y="489"/>
              <a:ext cx="108" cy="107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2" name="Rectangle 91"/>
            <p:cNvSpPr>
              <a:spLocks noChangeArrowheads="1"/>
            </p:cNvSpPr>
            <p:nvPr userDrawn="1"/>
          </p:nvSpPr>
          <p:spPr bwMode="auto">
            <a:xfrm rot="10800000">
              <a:off x="377" y="595"/>
              <a:ext cx="108" cy="108"/>
            </a:xfrm>
            <a:prstGeom prst="rect">
              <a:avLst/>
            </a:prstGeom>
            <a:solidFill>
              <a:srgbClr val="9FBF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3" name="Rectangle 92"/>
            <p:cNvSpPr>
              <a:spLocks noChangeArrowheads="1"/>
            </p:cNvSpPr>
            <p:nvPr userDrawn="1"/>
          </p:nvSpPr>
          <p:spPr bwMode="auto">
            <a:xfrm rot="10800000">
              <a:off x="595" y="601"/>
              <a:ext cx="108" cy="108"/>
            </a:xfrm>
            <a:prstGeom prst="rect">
              <a:avLst/>
            </a:prstGeom>
            <a:solidFill>
              <a:srgbClr val="6699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</p:grpSp>
      <p:sp>
        <p:nvSpPr>
          <p:cNvPr id="3115" name="Rectangle 43"/>
          <p:cNvSpPr>
            <a:spLocks noGrp="1" noChangeArrowheads="1"/>
          </p:cNvSpPr>
          <p:nvPr>
            <p:ph type="ctrTitle"/>
          </p:nvPr>
        </p:nvSpPr>
        <p:spPr>
          <a:xfrm>
            <a:off x="1064568" y="2246313"/>
            <a:ext cx="7256463" cy="1470025"/>
          </a:xfrm>
        </p:spPr>
        <p:txBody>
          <a:bodyPr/>
          <a:lstStyle>
            <a:lvl1pPr algn="ctr">
              <a:defRPr sz="28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116" name="Rectangle 44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5445125"/>
            <a:ext cx="6934200" cy="431800"/>
          </a:xfrm>
        </p:spPr>
        <p:txBody>
          <a:bodyPr/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24" name="Rectangle 45"/>
          <p:cNvSpPr>
            <a:spLocks noGrp="1" noChangeArrowheads="1"/>
          </p:cNvSpPr>
          <p:nvPr>
            <p:ph type="dt" sz="half" idx="10"/>
          </p:nvPr>
        </p:nvSpPr>
        <p:spPr>
          <a:xfrm>
            <a:off x="1285875" y="6165850"/>
            <a:ext cx="2311400" cy="476250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pPr algn="ctr" fontAlgn="ctr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endParaRPr lang="en-US" altLang="ja-JP">
              <a:solidFill>
                <a:prstClr val="black"/>
              </a:solidFill>
            </a:endParaRPr>
          </a:p>
        </p:txBody>
      </p:sp>
      <p:sp>
        <p:nvSpPr>
          <p:cNvPr id="25" name="Rectangle 4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76613" y="6165850"/>
            <a:ext cx="31369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ＭＳ Ｐゴシック" pitchFamily="50" charset="-128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7495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65"/>
          <p:cNvSpPr>
            <a:spLocks noChangeArrowheads="1"/>
          </p:cNvSpPr>
          <p:nvPr userDrawn="1"/>
        </p:nvSpPr>
        <p:spPr bwMode="gray">
          <a:xfrm>
            <a:off x="0" y="6669088"/>
            <a:ext cx="9906000" cy="196850"/>
          </a:xfrm>
          <a:prstGeom prst="rect">
            <a:avLst/>
          </a:prstGeom>
          <a:gradFill rotWithShape="1">
            <a:gsLst>
              <a:gs pos="0">
                <a:srgbClr val="CCECFF">
                  <a:alpha val="4999"/>
                </a:srgbClr>
              </a:gs>
              <a:gs pos="100000">
                <a:srgbClr val="6699FF">
                  <a:alpha val="39998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5" name="Rectangle 172"/>
          <p:cNvSpPr>
            <a:spLocks noChangeArrowheads="1"/>
          </p:cNvSpPr>
          <p:nvPr userDrawn="1"/>
        </p:nvSpPr>
        <p:spPr bwMode="gray">
          <a:xfrm>
            <a:off x="273050" y="404813"/>
            <a:ext cx="9632950" cy="71437"/>
          </a:xfrm>
          <a:prstGeom prst="rect">
            <a:avLst/>
          </a:prstGeom>
          <a:gradFill rotWithShape="1">
            <a:gsLst>
              <a:gs pos="0">
                <a:schemeClr val="bg1">
                  <a:alpha val="71999"/>
                </a:schemeClr>
              </a:gs>
              <a:gs pos="100000">
                <a:srgbClr val="6699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6" name="Rectangle 177"/>
          <p:cNvSpPr>
            <a:spLocks noChangeArrowheads="1"/>
          </p:cNvSpPr>
          <p:nvPr userDrawn="1"/>
        </p:nvSpPr>
        <p:spPr bwMode="auto">
          <a:xfrm>
            <a:off x="2289175" y="6337300"/>
            <a:ext cx="53467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en-US" altLang="ja-JP" sz="1000">
              <a:solidFill>
                <a:prstClr val="black"/>
              </a:solidFill>
            </a:endParaRPr>
          </a:p>
          <a:p>
            <a:pPr algn="ctr" eaLnBrk="1" hangingPunct="1">
              <a:defRPr/>
            </a:pPr>
            <a:endParaRPr lang="en-US" altLang="ja-JP" sz="1000">
              <a:solidFill>
                <a:prstClr val="black"/>
              </a:solidFill>
            </a:endParaRPr>
          </a:p>
        </p:txBody>
      </p:sp>
      <p:pic>
        <p:nvPicPr>
          <p:cNvPr id="7" name="図 8" descr="SinoComdir-logom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22225"/>
            <a:ext cx="404813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スライド番号プレースホルダ 3"/>
          <p:cNvSpPr>
            <a:spLocks noGrp="1"/>
          </p:cNvSpPr>
          <p:nvPr>
            <p:ph type="sldNum" sz="quarter" idx="10"/>
          </p:nvPr>
        </p:nvSpPr>
        <p:spPr>
          <a:xfrm>
            <a:off x="9409457" y="6633356"/>
            <a:ext cx="584103" cy="1841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 fontAlgn="ctr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84D70646-AC34-4952-86F6-5152C004452E}" type="slidenum">
              <a:rPr lang="en-US" altLang="ja-JP" smtClean="0">
                <a:solidFill>
                  <a:prstClr val="black"/>
                </a:solidFill>
              </a:rPr>
              <a:pPr algn="ctr" fontAlgn="ctr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402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44488" y="333375"/>
            <a:ext cx="84201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タイトルの書式設定</a:t>
            </a:r>
          </a:p>
        </p:txBody>
      </p:sp>
      <p:sp>
        <p:nvSpPr>
          <p:cNvPr id="102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91630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テキストの書式設定</a:t>
            </a:r>
          </a:p>
          <a:p>
            <a:pPr lvl="1"/>
            <a:r>
              <a:rPr lang="ja-JP"/>
              <a:t>第 </a:t>
            </a:r>
            <a:r>
              <a:rPr lang="ja-JP" altLang="ja-JP"/>
              <a:t>2 </a:t>
            </a:r>
            <a:r>
              <a:rPr lang="ja-JP"/>
              <a:t>レベル</a:t>
            </a:r>
          </a:p>
          <a:p>
            <a:pPr lvl="2"/>
            <a:r>
              <a:rPr lang="ja-JP"/>
              <a:t>第 </a:t>
            </a:r>
            <a:r>
              <a:rPr lang="ja-JP" altLang="ja-JP"/>
              <a:t>3 </a:t>
            </a:r>
            <a:r>
              <a:rPr lang="ja-JP"/>
              <a:t>レベル</a:t>
            </a:r>
          </a:p>
          <a:p>
            <a:pPr lvl="3"/>
            <a:r>
              <a:rPr lang="ja-JP"/>
              <a:t>第 </a:t>
            </a:r>
            <a:r>
              <a:rPr lang="ja-JP" altLang="ja-JP"/>
              <a:t>4 </a:t>
            </a:r>
            <a:r>
              <a:rPr lang="ja-JP"/>
              <a:t>レベル</a:t>
            </a:r>
          </a:p>
          <a:p>
            <a:pPr lvl="4"/>
            <a:r>
              <a:rPr lang="ja-JP"/>
              <a:t>第 </a:t>
            </a:r>
            <a:r>
              <a:rPr lang="ja-JP" altLang="ja-JP"/>
              <a:t>5 </a:t>
            </a:r>
            <a:r>
              <a:rPr lang="ja-JP"/>
              <a:t>レベル</a:t>
            </a: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1722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j-lt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26"/>
          <p:cNvSpPr>
            <a:spLocks noChangeArrowheads="1"/>
          </p:cNvSpPr>
          <p:nvPr/>
        </p:nvSpPr>
        <p:spPr bwMode="auto">
          <a:xfrm>
            <a:off x="273050" y="652463"/>
            <a:ext cx="9632950" cy="76200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</p:spPr>
        <p:txBody>
          <a:bodyPr lIns="95729" tIns="47865" rIns="95729" bIns="47865"/>
          <a:lstStyle/>
          <a:p>
            <a:pPr defTabSz="957263">
              <a:defRPr/>
            </a:pPr>
            <a:endParaRPr kumimoji="0" lang="ja-JP" altLang="en-US" sz="2500">
              <a:latin typeface="Times New Roman" pitchFamily="18" charset="0"/>
              <a:ea typeface="ＭＳ Ｐゴシック" pitchFamily="50" charset="-128"/>
            </a:endParaRPr>
          </a:p>
        </p:txBody>
      </p:sp>
      <p:pic>
        <p:nvPicPr>
          <p:cNvPr id="1030" name="Picture 7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374063" y="0"/>
            <a:ext cx="1531937" cy="62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>
            <a:spLocks noChangeArrowheads="1"/>
          </p:cNvSpPr>
          <p:nvPr userDrawn="1"/>
        </p:nvSpPr>
        <p:spPr bwMode="auto">
          <a:xfrm>
            <a:off x="9407525" y="6562725"/>
            <a:ext cx="474663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1A90D3D1-DAD7-4F5D-B8D9-FECF06E60720}" type="slidenum">
              <a:rPr kumimoji="0" lang="ja-JP" altLang="en-US" sz="1000" smtClean="0">
                <a:solidFill>
                  <a:srgbClr val="000000"/>
                </a:solidFill>
              </a:rPr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60" r:id="rId1"/>
    <p:sldLayoutId id="2147486061" r:id="rId2"/>
    <p:sldLayoutId id="2147486062" r:id="rId3"/>
    <p:sldLayoutId id="2147486063" r:id="rId4"/>
    <p:sldLayoutId id="2147486064" r:id="rId5"/>
    <p:sldLayoutId id="2147486065" r:id="rId6"/>
    <p:sldLayoutId id="2147486066" r:id="rId7"/>
    <p:sldLayoutId id="2147486067" r:id="rId8"/>
    <p:sldLayoutId id="2147486068" r:id="rId9"/>
    <p:sldLayoutId id="2147486069" r:id="rId10"/>
    <p:sldLayoutId id="2147486070" r:id="rId11"/>
  </p:sldLayoutIdLst>
  <p:transition spd="med"/>
  <p:txStyles>
    <p:titleStyle>
      <a:lvl1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+mj-lt"/>
          <a:ea typeface="+mj-ea"/>
          <a:cs typeface="+mj-cs"/>
        </a:defRPr>
      </a:lvl1pPr>
      <a:lvl2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2pPr>
      <a:lvl3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3pPr>
      <a:lvl4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4pPr>
      <a:lvl5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5pPr>
      <a:lvl6pPr marL="4572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6pPr>
      <a:lvl7pPr marL="9144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7pPr>
      <a:lvl8pPr marL="13716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8pPr>
      <a:lvl9pPr marL="18288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58775" indent="-358775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SzPct val="80000"/>
        <a:buFont typeface="Wingdings" pitchFamily="2" charset="2"/>
        <a:buChar char="l"/>
        <a:defRPr kumimoji="1" sz="3400" b="1">
          <a:solidFill>
            <a:schemeClr val="bg2"/>
          </a:solidFill>
          <a:latin typeface="+mn-lt"/>
          <a:ea typeface="+mn-ea"/>
          <a:cs typeface="+mn-cs"/>
        </a:defRPr>
      </a:lvl1pPr>
      <a:lvl2pPr marL="777875" indent="-298450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3000" b="1">
          <a:solidFill>
            <a:schemeClr val="bg2"/>
          </a:solidFill>
          <a:latin typeface="+mn-lt"/>
          <a:ea typeface="+mn-ea"/>
        </a:defRPr>
      </a:lvl2pPr>
      <a:lvl3pPr marL="1196975" indent="-239713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2500" b="1">
          <a:solidFill>
            <a:schemeClr val="bg2"/>
          </a:solidFill>
          <a:latin typeface="+mn-lt"/>
          <a:ea typeface="+mn-ea"/>
        </a:defRPr>
      </a:lvl3pPr>
      <a:lvl4pPr marL="1674813" indent="-238125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1900" b="1">
          <a:solidFill>
            <a:schemeClr val="bg2"/>
          </a:solidFill>
          <a:latin typeface="+mn-lt"/>
          <a:ea typeface="+mn-ea"/>
        </a:defRPr>
      </a:lvl4pPr>
      <a:lvl5pPr marL="21558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5pPr>
      <a:lvl6pPr marL="26130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6pPr>
      <a:lvl7pPr marL="30702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7pPr>
      <a:lvl8pPr marL="35274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8pPr>
      <a:lvl9pPr marL="39846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6"/>
          <p:cNvSpPr>
            <a:spLocks noChangeArrowheads="1"/>
          </p:cNvSpPr>
          <p:nvPr/>
        </p:nvSpPr>
        <p:spPr bwMode="auto">
          <a:xfrm>
            <a:off x="273050" y="652463"/>
            <a:ext cx="9632950" cy="76200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</p:spPr>
        <p:txBody>
          <a:bodyPr lIns="95729" tIns="47865" rIns="95729" bIns="47865"/>
          <a:lstStyle/>
          <a:p>
            <a:pPr defTabSz="957263">
              <a:defRPr/>
            </a:pPr>
            <a:endParaRPr kumimoji="0" lang="ja-JP" altLang="en-US" sz="2500">
              <a:latin typeface="Times New Roman" pitchFamily="18" charset="0"/>
              <a:ea typeface="ＭＳ Ｐゴシック" pitchFamily="50" charset="-128"/>
            </a:endParaRPr>
          </a:p>
        </p:txBody>
      </p:sp>
      <p:pic>
        <p:nvPicPr>
          <p:cNvPr id="3075" name="Picture 7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374063" y="0"/>
            <a:ext cx="1531937" cy="62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テキスト ボックス 6"/>
          <p:cNvSpPr txBox="1">
            <a:spLocks noChangeArrowheads="1"/>
          </p:cNvSpPr>
          <p:nvPr/>
        </p:nvSpPr>
        <p:spPr bwMode="auto">
          <a:xfrm>
            <a:off x="9407525" y="6562725"/>
            <a:ext cx="474663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1A90D3D1-DAD7-4F5D-B8D9-FECF06E60720}" type="slidenum">
              <a:rPr kumimoji="0" lang="ja-JP" altLang="en-US" sz="1000" smtClean="0"/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/>
          </a:p>
        </p:txBody>
      </p:sp>
      <p:sp>
        <p:nvSpPr>
          <p:cNvPr id="307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44488" y="333375"/>
            <a:ext cx="84201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タイトルの書式設定</a:t>
            </a:r>
          </a:p>
        </p:txBody>
      </p:sp>
      <p:sp>
        <p:nvSpPr>
          <p:cNvPr id="307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91630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テキストの書式設定</a:t>
            </a:r>
          </a:p>
          <a:p>
            <a:pPr lvl="1"/>
            <a:r>
              <a:rPr lang="ja-JP"/>
              <a:t>第 </a:t>
            </a:r>
            <a:r>
              <a:rPr lang="ja-JP" altLang="ja-JP"/>
              <a:t>2 </a:t>
            </a:r>
            <a:r>
              <a:rPr lang="ja-JP"/>
              <a:t>レベル</a:t>
            </a:r>
          </a:p>
          <a:p>
            <a:pPr lvl="2"/>
            <a:r>
              <a:rPr lang="ja-JP"/>
              <a:t>第 </a:t>
            </a:r>
            <a:r>
              <a:rPr lang="ja-JP" altLang="ja-JP"/>
              <a:t>3 </a:t>
            </a:r>
            <a:r>
              <a:rPr lang="ja-JP"/>
              <a:t>レベル</a:t>
            </a:r>
          </a:p>
          <a:p>
            <a:pPr lvl="3"/>
            <a:r>
              <a:rPr lang="ja-JP"/>
              <a:t>第 </a:t>
            </a:r>
            <a:r>
              <a:rPr lang="ja-JP" altLang="ja-JP"/>
              <a:t>4 </a:t>
            </a:r>
            <a:r>
              <a:rPr lang="ja-JP"/>
              <a:t>レベル</a:t>
            </a:r>
          </a:p>
          <a:p>
            <a:pPr lvl="4"/>
            <a:r>
              <a:rPr lang="ja-JP"/>
              <a:t>第 </a:t>
            </a:r>
            <a:r>
              <a:rPr lang="ja-JP" altLang="ja-JP"/>
              <a:t>5 </a:t>
            </a:r>
            <a:r>
              <a:rPr lang="ja-JP"/>
              <a:t>レベル</a:t>
            </a:r>
          </a:p>
        </p:txBody>
      </p:sp>
      <p:sp>
        <p:nvSpPr>
          <p:cNvPr id="307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1722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j-lt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82" r:id="rId1"/>
    <p:sldLayoutId id="2147486083" r:id="rId2"/>
    <p:sldLayoutId id="2147486084" r:id="rId3"/>
    <p:sldLayoutId id="2147486085" r:id="rId4"/>
    <p:sldLayoutId id="2147486086" r:id="rId5"/>
    <p:sldLayoutId id="2147486087" r:id="rId6"/>
    <p:sldLayoutId id="2147486088" r:id="rId7"/>
    <p:sldLayoutId id="2147486089" r:id="rId8"/>
    <p:sldLayoutId id="2147486090" r:id="rId9"/>
    <p:sldLayoutId id="2147486091" r:id="rId10"/>
    <p:sldLayoutId id="2147486092" r:id="rId11"/>
  </p:sldLayoutIdLst>
  <p:transition spd="med"/>
  <p:txStyles>
    <p:titleStyle>
      <a:lvl1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+mj-lt"/>
          <a:ea typeface="+mj-ea"/>
          <a:cs typeface="+mj-cs"/>
        </a:defRPr>
      </a:lvl1pPr>
      <a:lvl2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2pPr>
      <a:lvl3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3pPr>
      <a:lvl4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4pPr>
      <a:lvl5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5pPr>
      <a:lvl6pPr marL="4572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6pPr>
      <a:lvl7pPr marL="9144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7pPr>
      <a:lvl8pPr marL="13716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8pPr>
      <a:lvl9pPr marL="18288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58775" indent="-35877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SzPct val="80000"/>
        <a:buFont typeface="Wingdings" pitchFamily="2" charset="2"/>
        <a:buChar char="l"/>
        <a:defRPr sz="3400" b="1">
          <a:solidFill>
            <a:schemeClr val="bg2"/>
          </a:solidFill>
          <a:latin typeface="+mn-lt"/>
          <a:ea typeface="+mn-ea"/>
          <a:cs typeface="+mn-cs"/>
        </a:defRPr>
      </a:lvl1pPr>
      <a:lvl2pPr marL="777875" indent="-298450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sz="3000" b="1">
          <a:solidFill>
            <a:schemeClr val="bg2"/>
          </a:solidFill>
          <a:latin typeface="+mn-lt"/>
          <a:ea typeface="+mn-ea"/>
        </a:defRPr>
      </a:lvl2pPr>
      <a:lvl3pPr marL="1196975" indent="-239713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2500" b="1">
          <a:solidFill>
            <a:schemeClr val="bg2"/>
          </a:solidFill>
          <a:latin typeface="+mn-lt"/>
          <a:ea typeface="+mn-ea"/>
        </a:defRPr>
      </a:lvl3pPr>
      <a:lvl4pPr marL="1674813" indent="-23812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sz="1900" b="1">
          <a:solidFill>
            <a:schemeClr val="bg2"/>
          </a:solidFill>
          <a:latin typeface="+mn-lt"/>
          <a:ea typeface="+mn-ea"/>
        </a:defRPr>
      </a:lvl4pPr>
      <a:lvl5pPr marL="21558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5pPr>
      <a:lvl6pPr marL="26130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6pPr>
      <a:lvl7pPr marL="30702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7pPr>
      <a:lvl8pPr marL="35274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8pPr>
      <a:lvl9pPr marL="39846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91630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395" tIns="48197" rIns="96395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2560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1722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>
            <a:lvl1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  <p:sp>
        <p:nvSpPr>
          <p:cNvPr id="1029" name="Rectangle 26"/>
          <p:cNvSpPr>
            <a:spLocks noChangeArrowheads="1"/>
          </p:cNvSpPr>
          <p:nvPr/>
        </p:nvSpPr>
        <p:spPr bwMode="auto">
          <a:xfrm>
            <a:off x="272480" y="671513"/>
            <a:ext cx="9630345" cy="76200"/>
          </a:xfrm>
          <a:prstGeom prst="rect">
            <a:avLst/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29" tIns="47865" rIns="95729" bIns="47865"/>
          <a:lstStyle/>
          <a:p>
            <a:pPr defTabSz="957263"/>
            <a:endParaRPr lang="ja-JP" altLang="ja-JP" sz="25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pic>
        <p:nvPicPr>
          <p:cNvPr id="1030" name="図 7" descr="C:\Users\xunhe043\Desktop\未标题-1.jp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0"/>
            <a:ext cx="167322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ボックス 6"/>
          <p:cNvSpPr txBox="1">
            <a:spLocks noChangeArrowheads="1"/>
          </p:cNvSpPr>
          <p:nvPr/>
        </p:nvSpPr>
        <p:spPr bwMode="auto">
          <a:xfrm>
            <a:off x="9407525" y="6562725"/>
            <a:ext cx="474663" cy="2587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D555F367-4119-4E45-920E-2DA35BF7F925}" type="slidenum">
              <a:rPr kumimoji="0" lang="ja-JP" altLang="en-US" sz="1000" smtClean="0">
                <a:solidFill>
                  <a:prstClr val="black"/>
                </a:solidFill>
              </a:rPr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76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95" r:id="rId1"/>
    <p:sldLayoutId id="2147486096" r:id="rId2"/>
    <p:sldLayoutId id="2147486097" r:id="rId3"/>
    <p:sldLayoutId id="2147486098" r:id="rId4"/>
    <p:sldLayoutId id="2147486099" r:id="rId5"/>
    <p:sldLayoutId id="2147486100" r:id="rId6"/>
    <p:sldLayoutId id="2147486101" r:id="rId7"/>
    <p:sldLayoutId id="2147486102" r:id="rId8"/>
    <p:sldLayoutId id="2147486103" r:id="rId9"/>
    <p:sldLayoutId id="2147486104" r:id="rId10"/>
    <p:sldLayoutId id="2147486105" r:id="rId11"/>
    <p:sldLayoutId id="2147486106" r:id="rId12"/>
  </p:sldLayoutIdLst>
  <p:transition spd="med"/>
  <p:hf hdr="0" dt="0"/>
  <p:txStyles>
    <p:titleStyle>
      <a:lvl1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+mj-lt"/>
          <a:ea typeface="+mj-ea"/>
          <a:cs typeface="+mj-cs"/>
        </a:defRPr>
      </a:lvl1pPr>
      <a:lvl2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2pPr>
      <a:lvl3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3pPr>
      <a:lvl4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4pPr>
      <a:lvl5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5pPr>
      <a:lvl6pPr marL="4572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6pPr>
      <a:lvl7pPr marL="9144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7pPr>
      <a:lvl8pPr marL="13716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8pPr>
      <a:lvl9pPr marL="18288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58775" indent="-35877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SzPct val="80000"/>
        <a:buFont typeface="Wingdings" pitchFamily="2" charset="2"/>
        <a:buChar char="l"/>
        <a:defRPr kumimoji="1" sz="3400" b="1">
          <a:solidFill>
            <a:schemeClr val="bg2"/>
          </a:solidFill>
          <a:latin typeface="+mn-lt"/>
          <a:ea typeface="+mn-ea"/>
          <a:cs typeface="+mn-cs"/>
        </a:defRPr>
      </a:lvl1pPr>
      <a:lvl2pPr marL="777875" indent="-298450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3000" b="1">
          <a:solidFill>
            <a:schemeClr val="bg2"/>
          </a:solidFill>
          <a:latin typeface="+mn-lt"/>
          <a:ea typeface="+mn-ea"/>
        </a:defRPr>
      </a:lvl2pPr>
      <a:lvl3pPr marL="1196975" indent="-239713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2500" b="1">
          <a:solidFill>
            <a:schemeClr val="bg2"/>
          </a:solidFill>
          <a:latin typeface="+mn-lt"/>
          <a:ea typeface="+mn-ea"/>
        </a:defRPr>
      </a:lvl3pPr>
      <a:lvl4pPr marL="1674813" indent="-23812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1900" b="1">
          <a:solidFill>
            <a:schemeClr val="bg2"/>
          </a:solidFill>
          <a:latin typeface="+mn-lt"/>
          <a:ea typeface="+mn-ea"/>
        </a:defRPr>
      </a:lvl4pPr>
      <a:lvl5pPr marL="21558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5pPr>
      <a:lvl6pPr marL="26130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6pPr>
      <a:lvl7pPr marL="30702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7pPr>
      <a:lvl8pPr marL="35274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8pPr>
      <a:lvl9pPr marL="39846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5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765175"/>
            <a:ext cx="8915400" cy="568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051" name="Rectangle 159"/>
          <p:cNvSpPr>
            <a:spLocks noGrp="1" noChangeArrowheads="1"/>
          </p:cNvSpPr>
          <p:nvPr>
            <p:ph type="title"/>
          </p:nvPr>
        </p:nvSpPr>
        <p:spPr bwMode="auto">
          <a:xfrm>
            <a:off x="447675" y="-60325"/>
            <a:ext cx="84201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69514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22" r:id="rId1"/>
    <p:sldLayoutId id="214748612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Arial" charset="0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Arial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EC97-F625-B436-D4F2-D5CE58133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テキスト ボックス 21">
            <a:extLst>
              <a:ext uri="{FF2B5EF4-FFF2-40B4-BE49-F238E27FC236}">
                <a16:creationId xmlns:a16="http://schemas.microsoft.com/office/drawing/2014/main" id="{288BC508-EB26-DEF4-07A6-1AEE4A116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72" y="238125"/>
            <a:ext cx="80499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l"/>
              <a:defRPr kumimoji="1" sz="34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1pPr>
            <a:lvl2pPr marL="742950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–"/>
              <a:defRPr kumimoji="1" sz="30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2pPr>
            <a:lvl3pPr marL="11430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25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3pPr>
            <a:lvl4pPr marL="16002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–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4pPr>
            <a:lvl5pPr marL="20574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9pPr>
          </a:lstStyle>
          <a:p>
            <a:pPr fontAlgn="ctr">
              <a:lnSpc>
                <a:spcPct val="110000"/>
              </a:lnSpc>
              <a:spcAft>
                <a:spcPct val="10000"/>
              </a:spcAft>
              <a:buClr>
                <a:srgbClr val="647E9E"/>
              </a:buClr>
              <a:buSzPct val="80000"/>
              <a:buNone/>
              <a:defRPr/>
            </a:pPr>
            <a:r>
              <a:rPr kumimoji="1" lang="en-US" altLang="ja-JP" sz="2000" b="0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kumimoji="1" lang="ja-JP" altLang="en-US" sz="2000" b="0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トピックス</a:t>
            </a:r>
            <a:r>
              <a:rPr kumimoji="1" lang="en-US" altLang="ja-JP" sz="2000" b="0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】SMART</a:t>
            </a:r>
            <a:r>
              <a:rPr kumimoji="1" lang="ja-JP" altLang="en-US" sz="2000" b="0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テスト計画作成</a:t>
            </a:r>
            <a:r>
              <a:rPr lang="ja-JP" altLang="ja-JP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自動化</a:t>
            </a:r>
            <a:r>
              <a:rPr lang="ja-JP" altLang="en-US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推進に関する報告</a:t>
            </a:r>
            <a:r>
              <a:rPr lang="ja-JP" altLang="ja-JP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について</a:t>
            </a:r>
            <a:endParaRPr lang="ja-JP" altLang="en-US" sz="2000" b="0" kern="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Rectangle 281">
            <a:extLst>
              <a:ext uri="{FF2B5EF4-FFF2-40B4-BE49-F238E27FC236}">
                <a16:creationId xmlns:a16="http://schemas.microsoft.com/office/drawing/2014/main" id="{79FBF908-99B3-500D-CC39-492160751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95" y="771978"/>
            <a:ext cx="9120954" cy="105163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72000" tIns="72000" rIns="0" bIns="72000" anchor="ctr" anchorCtr="0"/>
          <a:lstStyle/>
          <a:p>
            <a:pPr marL="180975" indent="-180975" fontAlgn="auto"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  <a:defRPr/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現状、分散では、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SMART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ではテスト計画作成作業は開発工程の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割を占めている。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0975" indent="-180975" fontAlgn="auto"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  <a:defRPr/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この作業は、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PGM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類型ごとのテスト基準がありますが、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PGM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の難易度より、属人化傾向が高まっている。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0975" indent="-180975" fontAlgn="auto"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  <a:defRPr/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それに伴い、若手でも対応できるよう、全ての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PGM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類型を対象に、生成式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技術を活用してツール化を行って、品質・生産性を改善している。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0975" indent="-180975" fontAlgn="auto"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  <a:defRPr/>
            </a:pPr>
            <a:r>
              <a:rPr kumimoji="0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本頁では、</a:t>
            </a:r>
            <a:r>
              <a:rPr lang="ja-JP" altLang="en-US" spc="1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同様な取り組みを行っている他本部に対して、組織的な連携・展開を目的として、具体的な取り組みについてご報告する。</a:t>
            </a:r>
            <a:endParaRPr kumimoji="0" lang="en-US" altLang="ja-JP" kern="0" dirty="0">
              <a:solidFill>
                <a:prstClr val="black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13C05C51-F694-BB4E-8A94-F6E1B39D734A}"/>
              </a:ext>
            </a:extLst>
          </p:cNvPr>
          <p:cNvSpPr/>
          <p:nvPr/>
        </p:nvSpPr>
        <p:spPr bwMode="auto">
          <a:xfrm>
            <a:off x="272480" y="773088"/>
            <a:ext cx="399600" cy="1051637"/>
          </a:xfrm>
          <a:prstGeom prst="rect">
            <a:avLst/>
          </a:prstGeom>
          <a:solidFill>
            <a:srgbClr val="376092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none" lIns="90000" tIns="0" rIns="9144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概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要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3C5BADB-F074-0382-B3F9-BA2BD3312484}"/>
              </a:ext>
            </a:extLst>
          </p:cNvPr>
          <p:cNvSpPr/>
          <p:nvPr/>
        </p:nvSpPr>
        <p:spPr bwMode="auto">
          <a:xfrm>
            <a:off x="272480" y="1871439"/>
            <a:ext cx="399600" cy="4748436"/>
          </a:xfrm>
          <a:prstGeom prst="rect">
            <a:avLst/>
          </a:prstGeom>
          <a:solidFill>
            <a:srgbClr val="376092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eaVert" wrap="none" lIns="90000" tIns="0" rIns="9144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ツール推進の考え方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5" name="テキスト ボックス 28">
            <a:extLst>
              <a:ext uri="{FF2B5EF4-FFF2-40B4-BE49-F238E27FC236}">
                <a16:creationId xmlns:a16="http://schemas.microsoft.com/office/drawing/2014/main" id="{61881F01-43DA-37E7-402F-557C5EFD0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94" y="1877311"/>
            <a:ext cx="9120953" cy="47425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72000" tIns="36000" rIns="72000" bIns="36000" anchor="t"/>
          <a:lstStyle>
            <a:defPPr>
              <a:defRPr lang="ja-JP"/>
            </a:defPPr>
            <a:lvl1pPr marL="171450" indent="-171450" defTabSz="1395413" eaLnBrk="1" fontAlgn="ctr" latinLnBrk="0" hangingPunct="1">
              <a:spcAft>
                <a:spcPct val="10000"/>
              </a:spcAft>
              <a:buClr>
                <a:srgbClr val="6699FF"/>
              </a:buClr>
              <a:buSzPct val="100000"/>
              <a:buFont typeface="Wingdings" panose="05000000000000000000" pitchFamily="2" charset="2"/>
              <a:buChar char="ü"/>
              <a:defRPr sz="1400"/>
            </a:lvl1pPr>
            <a:lvl2pPr defTabSz="914400" eaLnBrk="1" latinLnBrk="0" hangingPunct="1">
              <a:defRPr sz="1800">
                <a:latin typeface="+mn-lt"/>
                <a:ea typeface="+mn-ea"/>
              </a:defRPr>
            </a:lvl2pPr>
            <a:lvl3pPr defTabSz="914400" eaLnBrk="1" latinLnBrk="0" hangingPunct="1">
              <a:defRPr sz="1800">
                <a:latin typeface="+mn-lt"/>
                <a:ea typeface="+mn-ea"/>
              </a:defRPr>
            </a:lvl3pPr>
            <a:lvl4pPr defTabSz="914400" eaLnBrk="1" latinLnBrk="0" hangingPunct="1">
              <a:defRPr sz="1800">
                <a:latin typeface="+mn-lt"/>
                <a:ea typeface="+mn-ea"/>
              </a:defRPr>
            </a:lvl4pPr>
            <a:lvl5pPr defTabSz="914400" eaLnBrk="1" latinLnBrk="0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fontAlgn="base">
              <a:spcAft>
                <a:spcPts val="300"/>
              </a:spcAft>
              <a:buClr>
                <a:srgbClr val="4F81BD"/>
              </a:buClr>
              <a:buFont typeface="Wingdings" pitchFamily="2" charset="2"/>
              <a:buChar char="u"/>
            </a:pPr>
            <a:r>
              <a:rPr lang="en-US" altLang="ja-JP" sz="1200" spc="1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SMART</a:t>
            </a:r>
            <a:r>
              <a:rPr lang="ja-JP" altLang="en-US" sz="1200" spc="1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システムで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は標準化の度合いが高く、テスト計画作業に単純な手作業の部分はパターン化にして、自動化検討を行いました。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173" name="図表 172">
            <a:extLst>
              <a:ext uri="{FF2B5EF4-FFF2-40B4-BE49-F238E27FC236}">
                <a16:creationId xmlns:a16="http://schemas.microsoft.com/office/drawing/2014/main" id="{912BF09B-B1AB-1284-3424-869C103B3F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7978901"/>
              </p:ext>
            </p:extLst>
          </p:nvPr>
        </p:nvGraphicFramePr>
        <p:xfrm>
          <a:off x="835182" y="2330018"/>
          <a:ext cx="8870345" cy="1647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5" name="テキスト ボックス 184">
            <a:extLst>
              <a:ext uri="{FF2B5EF4-FFF2-40B4-BE49-F238E27FC236}">
                <a16:creationId xmlns:a16="http://schemas.microsoft.com/office/drawing/2014/main" id="{3DCE789D-E8E9-3408-CA36-81B361E446F9}"/>
              </a:ext>
            </a:extLst>
          </p:cNvPr>
          <p:cNvSpPr txBox="1"/>
          <p:nvPr/>
        </p:nvSpPr>
        <p:spPr>
          <a:xfrm>
            <a:off x="835183" y="4527105"/>
            <a:ext cx="8870344" cy="14927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  <a:buClr>
                <a:srgbClr val="4F81BD"/>
              </a:buClr>
              <a:buFont typeface="Wingdings" pitchFamily="2" charset="2"/>
              <a:buChar char="u"/>
            </a:pPr>
            <a:r>
              <a:rPr lang="ja-JP" altLang="en-US" spc="1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この部分は、下記の特徴であり、自動化推進可能</a:t>
            </a:r>
            <a:endParaRPr lang="en-US" altLang="ja-JP" sz="1600" spc="10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spcAft>
                <a:spcPts val="300"/>
              </a:spcAft>
              <a:buClr>
                <a:srgbClr val="4F81BD"/>
              </a:buClr>
              <a:buFont typeface="Wingdings" panose="05000000000000000000" pitchFamily="2" charset="2"/>
              <a:buChar char="ü"/>
            </a:pPr>
            <a:r>
              <a:rPr lang="ja-JP" altLang="en-US" sz="1000" spc="1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成果物フォーマットが標準化されて、フォーマット構成も統一であるため、ツール導入可能</a:t>
            </a:r>
            <a:endParaRPr lang="en-US" altLang="ja-JP" sz="1000" spc="10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spcAft>
                <a:spcPts val="300"/>
              </a:spcAft>
              <a:buClr>
                <a:srgbClr val="4F81BD"/>
              </a:buClr>
              <a:buFont typeface="Wingdings" panose="05000000000000000000" pitchFamily="2" charset="2"/>
              <a:buChar char="ü"/>
            </a:pPr>
            <a:r>
              <a:rPr lang="ja-JP" altLang="en-US" sz="1000" spc="1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詳細設計ドキュメント、ソースも標準化されて、ツール解析も可能</a:t>
            </a:r>
            <a:endParaRPr lang="en-US" altLang="ja-JP" sz="1000" spc="10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spcAft>
                <a:spcPts val="300"/>
              </a:spcAft>
              <a:buClr>
                <a:srgbClr val="4F81BD"/>
              </a:buClr>
              <a:buFont typeface="Wingdings" panose="05000000000000000000" pitchFamily="2" charset="2"/>
              <a:buChar char="ü"/>
            </a:pPr>
            <a:r>
              <a:rPr lang="ja-JP" altLang="en-US" sz="1000" spc="1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テスト基準に従って、同一な</a:t>
            </a:r>
            <a:r>
              <a:rPr lang="en-US" altLang="ja-JP" sz="1000" spc="1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PGM</a:t>
            </a:r>
            <a:r>
              <a:rPr lang="ja-JP" altLang="en-US" sz="1000" spc="1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類型のテストパータンが同じ、事前に雛形を用意し、ツールで書き込み可能</a:t>
            </a:r>
            <a:endParaRPr lang="en-US" altLang="ja-JP" sz="1000" spc="10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742950" lvl="1" indent="-285750">
              <a:spcAft>
                <a:spcPts val="300"/>
              </a:spcAft>
              <a:buClr>
                <a:srgbClr val="4F81BD"/>
              </a:buClr>
              <a:buFont typeface="Wingdings" panose="05000000000000000000" pitchFamily="2" charset="2"/>
              <a:buChar char="ü"/>
            </a:pPr>
            <a:r>
              <a:rPr lang="en-US" altLang="ja-JP" sz="1000" spc="1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Excel</a:t>
            </a:r>
            <a:r>
              <a:rPr lang="ja-JP" altLang="en-US" sz="1000" spc="1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表の合併・分割が多くて、</a:t>
            </a:r>
            <a:r>
              <a:rPr lang="en-US" altLang="ja-JP" sz="1000" spc="1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VBA</a:t>
            </a:r>
            <a:r>
              <a:rPr lang="ja-JP" altLang="en-US" sz="1000" spc="1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ツールより整理可能</a:t>
            </a:r>
            <a:endParaRPr lang="en-US" altLang="ja-JP" sz="1000" spc="10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71450" indent="-171450">
              <a:spcAft>
                <a:spcPts val="300"/>
              </a:spcAft>
              <a:buClr>
                <a:srgbClr val="4F81BD"/>
              </a:buClr>
              <a:buFont typeface="Wingdings" panose="05000000000000000000" pitchFamily="2" charset="2"/>
              <a:buChar char="u"/>
            </a:pPr>
            <a:r>
              <a:rPr lang="ja-JP" altLang="en-US" sz="1000" spc="1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また、</a:t>
            </a:r>
            <a:r>
              <a:rPr lang="ja-JP" altLang="en-US" dirty="0"/>
              <a:t>最近注目されている生成型</a:t>
            </a:r>
            <a:r>
              <a:rPr lang="en-US" altLang="ja-JP" dirty="0"/>
              <a:t>AI</a:t>
            </a:r>
            <a:r>
              <a:rPr lang="ja-JP" altLang="en-US" dirty="0"/>
              <a:t>（</a:t>
            </a:r>
            <a:r>
              <a:rPr lang="en-US" altLang="ja-JP" dirty="0" err="1"/>
              <a:t>Coplit</a:t>
            </a:r>
            <a:r>
              <a:rPr lang="ja-JP" altLang="en-US" dirty="0"/>
              <a:t>）は、分散型言語</a:t>
            </a:r>
            <a:r>
              <a:rPr lang="en-US" altLang="ja-JP" dirty="0"/>
              <a:t>VBA</a:t>
            </a:r>
            <a:r>
              <a:rPr lang="ja-JP" altLang="en-US" dirty="0"/>
              <a:t>、</a:t>
            </a:r>
            <a:r>
              <a:rPr lang="en-US" altLang="ja-JP" dirty="0"/>
              <a:t>JAVA</a:t>
            </a:r>
            <a:r>
              <a:rPr lang="ja-JP" altLang="en-US" dirty="0"/>
              <a:t>、</a:t>
            </a:r>
            <a:r>
              <a:rPr lang="en-US" altLang="ja-JP" dirty="0"/>
              <a:t> Python</a:t>
            </a:r>
            <a:r>
              <a:rPr lang="ja-JP" altLang="en-US" dirty="0"/>
              <a:t>のソースを生成できるので、生成型</a:t>
            </a:r>
            <a:r>
              <a:rPr lang="en-US" altLang="ja-JP" dirty="0"/>
              <a:t>AI</a:t>
            </a:r>
            <a:r>
              <a:rPr lang="ja-JP" altLang="en-US" dirty="0"/>
              <a:t>（</a:t>
            </a:r>
            <a:r>
              <a:rPr lang="en-US" altLang="ja-JP" dirty="0" err="1"/>
              <a:t>Coplit</a:t>
            </a:r>
            <a:r>
              <a:rPr lang="ja-JP" altLang="en-US" dirty="0"/>
              <a:t>） より</a:t>
            </a:r>
            <a:endParaRPr lang="en-US" altLang="ja-JP" dirty="0"/>
          </a:p>
          <a:p>
            <a:pPr>
              <a:spcAft>
                <a:spcPts val="300"/>
              </a:spcAft>
              <a:buClr>
                <a:srgbClr val="4F81BD"/>
              </a:buClr>
            </a:pPr>
            <a:r>
              <a:rPr lang="ja-JP" altLang="en-US" dirty="0"/>
              <a:t>　　ツール開発と考えております。</a:t>
            </a:r>
          </a:p>
        </p:txBody>
      </p:sp>
      <p:sp>
        <p:nvSpPr>
          <p:cNvPr id="186" name="テキスト ボックス 16">
            <a:extLst>
              <a:ext uri="{FF2B5EF4-FFF2-40B4-BE49-F238E27FC236}">
                <a16:creationId xmlns:a16="http://schemas.microsoft.com/office/drawing/2014/main" id="{D7509E0B-4B55-61AA-388D-B1ECDF0D7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83" y="2091061"/>
            <a:ext cx="1525529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en-US" altLang="ja-JP" sz="100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※</a:t>
            </a:r>
            <a:r>
              <a:rPr lang="ja-JP" altLang="en-US" sz="100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テスト計画作業流れ：</a:t>
            </a:r>
          </a:p>
        </p:txBody>
      </p:sp>
      <p:sp>
        <p:nvSpPr>
          <p:cNvPr id="154" name="テキスト ボックス 16">
            <a:extLst>
              <a:ext uri="{FF2B5EF4-FFF2-40B4-BE49-F238E27FC236}">
                <a16:creationId xmlns:a16="http://schemas.microsoft.com/office/drawing/2014/main" id="{8D89BAE4-84BF-4551-3FEF-B3560AB46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025" y="2571291"/>
            <a:ext cx="1403844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ja-JP" sz="90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※</a:t>
            </a:r>
            <a:r>
              <a:rPr lang="ja-JP" altLang="en-US" sz="900" dirty="0"/>
              <a:t>詳細設計読み合わせ</a:t>
            </a:r>
          </a:p>
        </p:txBody>
      </p:sp>
      <p:sp>
        <p:nvSpPr>
          <p:cNvPr id="187" name="テキスト ボックス 16">
            <a:extLst>
              <a:ext uri="{FF2B5EF4-FFF2-40B4-BE49-F238E27FC236}">
                <a16:creationId xmlns:a16="http://schemas.microsoft.com/office/drawing/2014/main" id="{2B012CEB-9175-631F-C87B-BF38682C4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2979" y="2566562"/>
            <a:ext cx="140384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ja-JP" sz="90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※</a:t>
            </a:r>
            <a:r>
              <a:rPr lang="en-US" altLang="ja-JP" sz="900" dirty="0"/>
              <a:t>PGM</a:t>
            </a:r>
            <a:r>
              <a:rPr lang="ja-JP" altLang="en-US" sz="900" dirty="0"/>
              <a:t>類型より</a:t>
            </a:r>
            <a:endParaRPr lang="en-US" altLang="ja-JP" sz="900" dirty="0"/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ja-JP" altLang="en-US" sz="900" dirty="0"/>
              <a:t>　　テストパータン決定</a:t>
            </a:r>
          </a:p>
        </p:txBody>
      </p:sp>
      <p:sp>
        <p:nvSpPr>
          <p:cNvPr id="188" name="テキスト ボックス 16">
            <a:extLst>
              <a:ext uri="{FF2B5EF4-FFF2-40B4-BE49-F238E27FC236}">
                <a16:creationId xmlns:a16="http://schemas.microsoft.com/office/drawing/2014/main" id="{E899C7B3-BC71-C4BB-2C48-7731B2263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9933" y="2519347"/>
            <a:ext cx="140384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ja-JP" sz="90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※</a:t>
            </a:r>
            <a:r>
              <a:rPr lang="ja-JP" altLang="en-US" sz="900" dirty="0"/>
              <a:t>テストパータンより、</a:t>
            </a:r>
            <a:endParaRPr lang="en-US" altLang="ja-JP" sz="900" dirty="0"/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ja-JP" altLang="en-US" sz="900" dirty="0"/>
              <a:t>　　テストケース作成</a:t>
            </a:r>
          </a:p>
        </p:txBody>
      </p:sp>
      <p:sp>
        <p:nvSpPr>
          <p:cNvPr id="189" name="テキスト ボックス 16">
            <a:extLst>
              <a:ext uri="{FF2B5EF4-FFF2-40B4-BE49-F238E27FC236}">
                <a16:creationId xmlns:a16="http://schemas.microsoft.com/office/drawing/2014/main" id="{F37D3023-A4D8-145A-EB97-A36C29392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4004" y="2913104"/>
            <a:ext cx="1403844" cy="5078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ja-JP" altLang="en-US" sz="900" dirty="0"/>
              <a:t>・仕様より、ケースを満たす入力データを設計、出力結果を想定</a:t>
            </a:r>
            <a:endParaRPr lang="en-US" altLang="ja-JP" sz="900" dirty="0"/>
          </a:p>
        </p:txBody>
      </p:sp>
      <p:sp>
        <p:nvSpPr>
          <p:cNvPr id="190" name="正方形/長方形 189">
            <a:extLst>
              <a:ext uri="{FF2B5EF4-FFF2-40B4-BE49-F238E27FC236}">
                <a16:creationId xmlns:a16="http://schemas.microsoft.com/office/drawing/2014/main" id="{D1402FCD-E57E-5B91-EA67-CEA57B4FD142}"/>
              </a:ext>
            </a:extLst>
          </p:cNvPr>
          <p:cNvSpPr/>
          <p:nvPr/>
        </p:nvSpPr>
        <p:spPr bwMode="auto">
          <a:xfrm>
            <a:off x="3008784" y="2214171"/>
            <a:ext cx="4464496" cy="20789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191" name="矢印: 下 190">
            <a:extLst>
              <a:ext uri="{FF2B5EF4-FFF2-40B4-BE49-F238E27FC236}">
                <a16:creationId xmlns:a16="http://schemas.microsoft.com/office/drawing/2014/main" id="{2092E44A-586B-188E-E88A-C03E767E2E9B}"/>
              </a:ext>
            </a:extLst>
          </p:cNvPr>
          <p:cNvSpPr/>
          <p:nvPr/>
        </p:nvSpPr>
        <p:spPr bwMode="auto">
          <a:xfrm>
            <a:off x="4971893" y="4308662"/>
            <a:ext cx="648072" cy="382912"/>
          </a:xfrm>
          <a:prstGeom prst="down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192" name="テキスト ボックス 16">
            <a:extLst>
              <a:ext uri="{FF2B5EF4-FFF2-40B4-BE49-F238E27FC236}">
                <a16:creationId xmlns:a16="http://schemas.microsoft.com/office/drawing/2014/main" id="{3F3B4038-1F77-7178-DD90-0CA4A0F32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814" y="4019888"/>
            <a:ext cx="2314448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en-US" altLang="ja-JP" sz="100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※</a:t>
            </a:r>
            <a:r>
              <a:rPr lang="ja-JP" altLang="en-US" sz="100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この中に単純な手作業があり</a:t>
            </a:r>
          </a:p>
        </p:txBody>
      </p:sp>
      <p:sp>
        <p:nvSpPr>
          <p:cNvPr id="196" name="正方形/長方形 195">
            <a:extLst>
              <a:ext uri="{FF2B5EF4-FFF2-40B4-BE49-F238E27FC236}">
                <a16:creationId xmlns:a16="http://schemas.microsoft.com/office/drawing/2014/main" id="{8ABE94F5-1AF4-5134-2F45-E3D6CC7253B6}"/>
              </a:ext>
            </a:extLst>
          </p:cNvPr>
          <p:cNvSpPr/>
          <p:nvPr/>
        </p:nvSpPr>
        <p:spPr bwMode="auto">
          <a:xfrm>
            <a:off x="809722" y="6096936"/>
            <a:ext cx="399600" cy="469973"/>
          </a:xfrm>
          <a:prstGeom prst="rect">
            <a:avLst/>
          </a:prstGeom>
          <a:solidFill>
            <a:srgbClr val="376092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none" lIns="90000" tIns="0" rIns="9144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想定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効果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197" name="正方形/長方形 196">
            <a:extLst>
              <a:ext uri="{FF2B5EF4-FFF2-40B4-BE49-F238E27FC236}">
                <a16:creationId xmlns:a16="http://schemas.microsoft.com/office/drawing/2014/main" id="{F659D297-E011-FC04-49D4-97EF842A6BEA}"/>
              </a:ext>
            </a:extLst>
          </p:cNvPr>
          <p:cNvSpPr/>
          <p:nvPr/>
        </p:nvSpPr>
        <p:spPr bwMode="auto">
          <a:xfrm>
            <a:off x="1209321" y="6086022"/>
            <a:ext cx="8496205" cy="469973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テスト報告書自動化に伴い、作業難易度を下げて、テストケース漏れや低級ミスを減少させる。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さらに、テスト報告書作成時間を大幅に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(20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％～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50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％見込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短縮できる。</a:t>
            </a:r>
            <a:endParaRPr lang="en-US" altLang="ja-JP" sz="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080353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07B19-2D80-3E72-91D5-A63AB6664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テキスト ボックス 28">
            <a:extLst>
              <a:ext uri="{FF2B5EF4-FFF2-40B4-BE49-F238E27FC236}">
                <a16:creationId xmlns:a16="http://schemas.microsoft.com/office/drawing/2014/main" id="{861FE1E1-0DB4-C49B-3EEC-53CFECDC6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770" y="806515"/>
            <a:ext cx="9064806" cy="582932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72000" tIns="36000" rIns="72000" bIns="36000" anchor="t"/>
          <a:lstStyle>
            <a:defPPr>
              <a:defRPr lang="ja-JP"/>
            </a:defPPr>
            <a:lvl1pPr marL="171450" indent="-171450" defTabSz="1395413" eaLnBrk="1" fontAlgn="ctr" latinLnBrk="0" hangingPunct="1">
              <a:spcAft>
                <a:spcPct val="10000"/>
              </a:spcAft>
              <a:buClr>
                <a:srgbClr val="6699FF"/>
              </a:buClr>
              <a:buSzPct val="100000"/>
              <a:buFont typeface="Wingdings" panose="05000000000000000000" pitchFamily="2" charset="2"/>
              <a:buChar char="ü"/>
              <a:defRPr sz="1400"/>
            </a:lvl1pPr>
            <a:lvl2pPr defTabSz="914400" eaLnBrk="1" latinLnBrk="0" hangingPunct="1">
              <a:defRPr sz="1800">
                <a:latin typeface="+mn-lt"/>
                <a:ea typeface="+mn-ea"/>
              </a:defRPr>
            </a:lvl2pPr>
            <a:lvl3pPr defTabSz="914400" eaLnBrk="1" latinLnBrk="0" hangingPunct="1">
              <a:defRPr sz="1800">
                <a:latin typeface="+mn-lt"/>
                <a:ea typeface="+mn-ea"/>
              </a:defRPr>
            </a:lvl3pPr>
            <a:lvl4pPr defTabSz="914400" eaLnBrk="1" latinLnBrk="0" hangingPunct="1">
              <a:defRPr sz="1800">
                <a:latin typeface="+mn-lt"/>
                <a:ea typeface="+mn-ea"/>
              </a:defRPr>
            </a:lvl4pPr>
            <a:lvl5pPr defTabSz="914400" eaLnBrk="1" latinLnBrk="0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indent="0" fontAlgn="base">
              <a:spcAft>
                <a:spcPts val="300"/>
              </a:spcAft>
              <a:buClr>
                <a:srgbClr val="4F81BD"/>
              </a:buClr>
              <a:buNone/>
            </a:pPr>
            <a:endParaRPr lang="en-US" altLang="ja-JP" sz="1200" spc="10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3" name="テキスト ボックス 21">
            <a:extLst>
              <a:ext uri="{FF2B5EF4-FFF2-40B4-BE49-F238E27FC236}">
                <a16:creationId xmlns:a16="http://schemas.microsoft.com/office/drawing/2014/main" id="{069865DE-E750-6414-11B7-728DF88E3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72" y="238125"/>
            <a:ext cx="736551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l"/>
              <a:defRPr kumimoji="1" sz="34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1pPr>
            <a:lvl2pPr marL="742950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–"/>
              <a:defRPr kumimoji="1" sz="30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2pPr>
            <a:lvl3pPr marL="11430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25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3pPr>
            <a:lvl4pPr marL="16002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–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4pPr>
            <a:lvl5pPr marL="20574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9pPr>
          </a:lstStyle>
          <a:p>
            <a:pPr fontAlgn="ctr">
              <a:lnSpc>
                <a:spcPct val="110000"/>
              </a:lnSpc>
              <a:spcAft>
                <a:spcPct val="10000"/>
              </a:spcAft>
              <a:buClr>
                <a:srgbClr val="647E9E"/>
              </a:buClr>
              <a:buSzPct val="80000"/>
              <a:buNone/>
              <a:defRPr/>
            </a:pPr>
            <a:r>
              <a:rPr lang="en-US" altLang="ja-JP" sz="2000" b="0" kern="0" spc="-10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SMART</a:t>
            </a:r>
            <a:r>
              <a:rPr lang="ja-JP" altLang="en-US" sz="2000" b="0" kern="0" spc="-10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テスト報告書作成</a:t>
            </a:r>
            <a:r>
              <a:rPr lang="ja-JP" altLang="ja-JP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自動化</a:t>
            </a:r>
            <a:r>
              <a:rPr lang="ja-JP" altLang="en-US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推進に関する報告</a:t>
            </a:r>
            <a:r>
              <a:rPr lang="ja-JP" altLang="ja-JP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について</a:t>
            </a:r>
            <a:endParaRPr lang="ja-JP" altLang="en-US" sz="2000" b="0" kern="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85496DA-21BF-85B9-F963-B118FDE6E309}"/>
              </a:ext>
            </a:extLst>
          </p:cNvPr>
          <p:cNvSpPr/>
          <p:nvPr/>
        </p:nvSpPr>
        <p:spPr bwMode="auto">
          <a:xfrm>
            <a:off x="251715" y="781557"/>
            <a:ext cx="399600" cy="5879434"/>
          </a:xfrm>
          <a:prstGeom prst="rect">
            <a:avLst/>
          </a:prstGeom>
          <a:solidFill>
            <a:srgbClr val="376092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eaVert" wrap="none" lIns="90000" tIns="0" rIns="9144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b="1" kern="0" spc="300" dirty="0">
                <a:solidFill>
                  <a:prstClr val="white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ツール</a:t>
            </a: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のイメージ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8" name="テキスト ボックス 16">
            <a:extLst>
              <a:ext uri="{FF2B5EF4-FFF2-40B4-BE49-F238E27FC236}">
                <a16:creationId xmlns:a16="http://schemas.microsoft.com/office/drawing/2014/main" id="{030DB6CB-5B38-CE17-A127-1411545D0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520" y="831107"/>
            <a:ext cx="1688632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①</a:t>
            </a:r>
            <a:r>
              <a:rPr lang="en-US" altLang="ja-JP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PGM</a:t>
            </a: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類型指定</a:t>
            </a:r>
          </a:p>
        </p:txBody>
      </p:sp>
      <p:sp>
        <p:nvSpPr>
          <p:cNvPr id="39" name="二等辺三角形 38">
            <a:extLst>
              <a:ext uri="{FF2B5EF4-FFF2-40B4-BE49-F238E27FC236}">
                <a16:creationId xmlns:a16="http://schemas.microsoft.com/office/drawing/2014/main" id="{49D850AC-2E14-F845-3199-0477040663FF}"/>
              </a:ext>
            </a:extLst>
          </p:cNvPr>
          <p:cNvSpPr/>
          <p:nvPr/>
        </p:nvSpPr>
        <p:spPr bwMode="auto">
          <a:xfrm rot="5400000">
            <a:off x="4422509" y="2034413"/>
            <a:ext cx="774629" cy="286353"/>
          </a:xfrm>
          <a:prstGeom prst="triangle">
            <a:avLst/>
          </a:prstGeom>
          <a:solidFill>
            <a:srgbClr val="215968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anchor="ctr"/>
          <a:lstStyle/>
          <a:p>
            <a:endParaRPr lang="ja-JP" altLang="en-US" sz="1050" dirty="0">
              <a:solidFill>
                <a:srgbClr val="FFFFFF"/>
              </a:solidFill>
              <a:latin typeface="MS UI Gothic" pitchFamily="50" charset="-128"/>
              <a:ea typeface="MS UI Gothic" pitchFamily="50" charset="-128"/>
            </a:endParaRPr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455B9E5F-B54B-9D7C-17B2-E2E7575FF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28" y="1042909"/>
            <a:ext cx="3904105" cy="2244296"/>
          </a:xfrm>
          <a:prstGeom prst="rect">
            <a:avLst/>
          </a:prstGeom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ABBE85B3-449A-44C4-D813-16070AC4C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0185" y="1044066"/>
            <a:ext cx="4015263" cy="2243140"/>
          </a:xfrm>
          <a:prstGeom prst="rect">
            <a:avLst/>
          </a:prstGeom>
        </p:spPr>
      </p:pic>
      <p:sp>
        <p:nvSpPr>
          <p:cNvPr id="57" name="テキスト ボックス 16">
            <a:extLst>
              <a:ext uri="{FF2B5EF4-FFF2-40B4-BE49-F238E27FC236}">
                <a16:creationId xmlns:a16="http://schemas.microsoft.com/office/drawing/2014/main" id="{750D9FBF-6F9C-4CB0-2607-81569CD13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0992" y="806515"/>
            <a:ext cx="3472567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②入出力ファイル選択、テス報告書基本情報設定</a:t>
            </a:r>
          </a:p>
        </p:txBody>
      </p:sp>
      <p:sp>
        <p:nvSpPr>
          <p:cNvPr id="70" name="テキスト ボックス 16">
            <a:extLst>
              <a:ext uri="{FF2B5EF4-FFF2-40B4-BE49-F238E27FC236}">
                <a16:creationId xmlns:a16="http://schemas.microsoft.com/office/drawing/2014/main" id="{1CE23FF0-A963-1A38-37D3-EA0935C2D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520" y="3356992"/>
            <a:ext cx="3648736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③中間成果物　　</a:t>
            </a:r>
            <a:r>
              <a:rPr lang="en-US" altLang="ja-JP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※Excel</a:t>
            </a: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より画面操作しやすい</a:t>
            </a:r>
          </a:p>
        </p:txBody>
      </p:sp>
      <p:sp>
        <p:nvSpPr>
          <p:cNvPr id="79" name="二等辺三角形 78">
            <a:extLst>
              <a:ext uri="{FF2B5EF4-FFF2-40B4-BE49-F238E27FC236}">
                <a16:creationId xmlns:a16="http://schemas.microsoft.com/office/drawing/2014/main" id="{CB87287F-B5A2-5575-49AB-5947574680DF}"/>
              </a:ext>
            </a:extLst>
          </p:cNvPr>
          <p:cNvSpPr/>
          <p:nvPr/>
        </p:nvSpPr>
        <p:spPr bwMode="auto">
          <a:xfrm rot="5400000">
            <a:off x="9158662" y="2016122"/>
            <a:ext cx="774629" cy="286353"/>
          </a:xfrm>
          <a:prstGeom prst="triangle">
            <a:avLst/>
          </a:prstGeom>
          <a:solidFill>
            <a:srgbClr val="215968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anchor="ctr"/>
          <a:lstStyle/>
          <a:p>
            <a:endParaRPr lang="ja-JP" altLang="en-US" sz="1050" dirty="0">
              <a:solidFill>
                <a:srgbClr val="FFFFFF"/>
              </a:solidFill>
              <a:latin typeface="MS UI Gothic" pitchFamily="50" charset="-128"/>
              <a:ea typeface="MS UI Gothic" pitchFamily="50" charset="-128"/>
            </a:endParaRPr>
          </a:p>
        </p:txBody>
      </p:sp>
      <p:sp>
        <p:nvSpPr>
          <p:cNvPr id="84" name="二等辺三角形 83">
            <a:extLst>
              <a:ext uri="{FF2B5EF4-FFF2-40B4-BE49-F238E27FC236}">
                <a16:creationId xmlns:a16="http://schemas.microsoft.com/office/drawing/2014/main" id="{455ECDF1-B2DC-4A0E-D92C-75137F1361A8}"/>
              </a:ext>
            </a:extLst>
          </p:cNvPr>
          <p:cNvSpPr/>
          <p:nvPr/>
        </p:nvSpPr>
        <p:spPr bwMode="auto">
          <a:xfrm rot="5400000">
            <a:off x="4997732" y="4914733"/>
            <a:ext cx="774629" cy="286353"/>
          </a:xfrm>
          <a:prstGeom prst="triangle">
            <a:avLst/>
          </a:prstGeom>
          <a:solidFill>
            <a:srgbClr val="215968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anchor="ctr"/>
          <a:lstStyle/>
          <a:p>
            <a:endParaRPr lang="ja-JP" altLang="en-US" sz="1050" dirty="0">
              <a:solidFill>
                <a:srgbClr val="FFFFFF"/>
              </a:solidFill>
              <a:latin typeface="MS UI Gothic" pitchFamily="50" charset="-128"/>
              <a:ea typeface="MS UI Gothic" pitchFamily="50" charset="-128"/>
            </a:endParaRPr>
          </a:p>
        </p:txBody>
      </p:sp>
      <p:pic>
        <p:nvPicPr>
          <p:cNvPr id="87" name="図 86">
            <a:extLst>
              <a:ext uri="{FF2B5EF4-FFF2-40B4-BE49-F238E27FC236}">
                <a16:creationId xmlns:a16="http://schemas.microsoft.com/office/drawing/2014/main" id="{2ECD7157-4BD4-270E-6140-BABE06C39A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89" y="3800556"/>
            <a:ext cx="4437470" cy="1221017"/>
          </a:xfrm>
          <a:prstGeom prst="rect">
            <a:avLst/>
          </a:prstGeom>
        </p:spPr>
      </p:pic>
      <p:pic>
        <p:nvPicPr>
          <p:cNvPr id="91" name="図 90">
            <a:extLst>
              <a:ext uri="{FF2B5EF4-FFF2-40B4-BE49-F238E27FC236}">
                <a16:creationId xmlns:a16="http://schemas.microsoft.com/office/drawing/2014/main" id="{0F0B6BD4-F8A9-EE5B-B7F3-E3D5A025FA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4223" y="3861048"/>
            <a:ext cx="4222663" cy="1334526"/>
          </a:xfrm>
          <a:prstGeom prst="rect">
            <a:avLst/>
          </a:prstGeom>
        </p:spPr>
      </p:pic>
      <p:pic>
        <p:nvPicPr>
          <p:cNvPr id="116" name="図 115">
            <a:extLst>
              <a:ext uri="{FF2B5EF4-FFF2-40B4-BE49-F238E27FC236}">
                <a16:creationId xmlns:a16="http://schemas.microsoft.com/office/drawing/2014/main" id="{0B4C9322-C25B-633F-E3C3-6A9419DFC9F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6765" b="12148"/>
          <a:stretch/>
        </p:blipFill>
        <p:spPr>
          <a:xfrm>
            <a:off x="5529064" y="5435427"/>
            <a:ext cx="3357547" cy="1225564"/>
          </a:xfrm>
          <a:prstGeom prst="rect">
            <a:avLst/>
          </a:prstGeom>
        </p:spPr>
      </p:pic>
      <p:sp>
        <p:nvSpPr>
          <p:cNvPr id="119" name="テキスト ボックス 16">
            <a:extLst>
              <a:ext uri="{FF2B5EF4-FFF2-40B4-BE49-F238E27FC236}">
                <a16:creationId xmlns:a16="http://schemas.microsoft.com/office/drawing/2014/main" id="{8C7A4D31-1E61-EBF3-683F-8CB21D685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9047" y="3249278"/>
            <a:ext cx="4411714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■出力成果物：テストケース作成</a:t>
            </a:r>
            <a:endParaRPr lang="en-US" altLang="ja-JP" sz="1000" b="1" dirty="0">
              <a:solidFill>
                <a:prstClr val="black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　</a:t>
            </a:r>
            <a:r>
              <a:rPr lang="en-US" altLang="ja-JP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※</a:t>
            </a: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入力データ設計・出力結果予想は今まで通りに担当者より作成</a:t>
            </a:r>
          </a:p>
        </p:txBody>
      </p:sp>
      <p:sp>
        <p:nvSpPr>
          <p:cNvPr id="132" name="テキスト ボックス 16">
            <a:extLst>
              <a:ext uri="{FF2B5EF4-FFF2-40B4-BE49-F238E27FC236}">
                <a16:creationId xmlns:a16="http://schemas.microsoft.com/office/drawing/2014/main" id="{FBDC5AFA-9FF0-B990-366D-1C2ADFBCE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065" y="3573016"/>
            <a:ext cx="3648736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■</a:t>
            </a:r>
            <a:r>
              <a:rPr lang="ja-JP" altLang="en-US" sz="1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テストケース一覧作成</a:t>
            </a:r>
            <a:endParaRPr lang="ja-JP" altLang="en-US" sz="1000" dirty="0">
              <a:solidFill>
                <a:prstClr val="black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134" name="テキスト ボックス 16">
            <a:extLst>
              <a:ext uri="{FF2B5EF4-FFF2-40B4-BE49-F238E27FC236}">
                <a16:creationId xmlns:a16="http://schemas.microsoft.com/office/drawing/2014/main" id="{8CEBE0A0-F8C2-70A3-2F05-0532FC4A1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19" y="5060813"/>
            <a:ext cx="3648736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■</a:t>
            </a:r>
            <a:r>
              <a:rPr lang="ja-JP" altLang="en-US" sz="1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テストケース詳細作成</a:t>
            </a:r>
          </a:p>
        </p:txBody>
      </p:sp>
      <p:sp>
        <p:nvSpPr>
          <p:cNvPr id="135" name="テキスト ボックス 16">
            <a:extLst>
              <a:ext uri="{FF2B5EF4-FFF2-40B4-BE49-F238E27FC236}">
                <a16:creationId xmlns:a16="http://schemas.microsoft.com/office/drawing/2014/main" id="{2B7740B4-2256-EB76-F13C-02F642404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5048" y="5207188"/>
            <a:ext cx="2592288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■</a:t>
            </a:r>
            <a:r>
              <a:rPr lang="ja-JP" altLang="en-US" sz="1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テストケース詳細</a:t>
            </a:r>
            <a:endParaRPr lang="ja-JP" altLang="en-US" sz="10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136" name="テキスト ボックス 16">
            <a:extLst>
              <a:ext uri="{FF2B5EF4-FFF2-40B4-BE49-F238E27FC236}">
                <a16:creationId xmlns:a16="http://schemas.microsoft.com/office/drawing/2014/main" id="{953756A8-5B50-4541-6A21-9E46CFBEE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4300" y="3649388"/>
            <a:ext cx="1526442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■</a:t>
            </a:r>
            <a:r>
              <a:rPr lang="en-US" altLang="ja-JP" sz="1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ja-JP" altLang="en-US" sz="10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テストケース一覧</a:t>
            </a:r>
            <a:endParaRPr lang="ja-JP" altLang="en-US" sz="10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フローチャート: 結合子 2">
            <a:extLst>
              <a:ext uri="{FF2B5EF4-FFF2-40B4-BE49-F238E27FC236}">
                <a16:creationId xmlns:a16="http://schemas.microsoft.com/office/drawing/2014/main" id="{5CDB4CF0-A463-4A16-2D4B-1C0DF9E32097}"/>
              </a:ext>
            </a:extLst>
          </p:cNvPr>
          <p:cNvSpPr/>
          <p:nvPr/>
        </p:nvSpPr>
        <p:spPr bwMode="auto">
          <a:xfrm>
            <a:off x="8297816" y="2705686"/>
            <a:ext cx="936104" cy="409460"/>
          </a:xfrm>
          <a:prstGeom prst="flowChartConnector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4" name="フローチャート: 結合子 3">
            <a:extLst>
              <a:ext uri="{FF2B5EF4-FFF2-40B4-BE49-F238E27FC236}">
                <a16:creationId xmlns:a16="http://schemas.microsoft.com/office/drawing/2014/main" id="{3DDB1439-864B-9C5E-8DA4-05C8490D65B6}"/>
              </a:ext>
            </a:extLst>
          </p:cNvPr>
          <p:cNvSpPr/>
          <p:nvPr/>
        </p:nvSpPr>
        <p:spPr bwMode="auto">
          <a:xfrm>
            <a:off x="3862530" y="4189992"/>
            <a:ext cx="526770" cy="142595"/>
          </a:xfrm>
          <a:prstGeom prst="flowChartConnector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4926886-11F8-2A1C-B4A2-5A7825E178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280" y="5265828"/>
            <a:ext cx="4443731" cy="1390675"/>
          </a:xfrm>
          <a:prstGeom prst="rect">
            <a:avLst/>
          </a:prstGeom>
        </p:spPr>
      </p:pic>
      <p:sp>
        <p:nvSpPr>
          <p:cNvPr id="6" name="フローチャート: 結合子 5">
            <a:extLst>
              <a:ext uri="{FF2B5EF4-FFF2-40B4-BE49-F238E27FC236}">
                <a16:creationId xmlns:a16="http://schemas.microsoft.com/office/drawing/2014/main" id="{6AB27ECC-02FB-6A94-3448-B8953355E2E5}"/>
              </a:ext>
            </a:extLst>
          </p:cNvPr>
          <p:cNvSpPr/>
          <p:nvPr/>
        </p:nvSpPr>
        <p:spPr bwMode="auto">
          <a:xfrm>
            <a:off x="4706800" y="5407543"/>
            <a:ext cx="526770" cy="246222"/>
          </a:xfrm>
          <a:prstGeom prst="flowChartConnector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FF73DC9E-2D12-880B-9579-FBF3535B6346}"/>
              </a:ext>
            </a:extLst>
          </p:cNvPr>
          <p:cNvSpPr/>
          <p:nvPr/>
        </p:nvSpPr>
        <p:spPr bwMode="auto">
          <a:xfrm rot="10800000">
            <a:off x="3535322" y="5060812"/>
            <a:ext cx="588487" cy="183064"/>
          </a:xfrm>
          <a:prstGeom prst="triangle">
            <a:avLst>
              <a:gd name="adj" fmla="val 46659"/>
            </a:avLst>
          </a:prstGeom>
          <a:solidFill>
            <a:srgbClr val="215968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anchor="ctr"/>
          <a:lstStyle/>
          <a:p>
            <a:endParaRPr lang="ja-JP" altLang="en-US" sz="1050" dirty="0">
              <a:solidFill>
                <a:srgbClr val="FFFFFF"/>
              </a:solidFill>
              <a:latin typeface="MS UI Gothic" pitchFamily="50" charset="-128"/>
              <a:ea typeface="MS UI Gothic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39C8E8-784E-2288-6E35-0DB3C99D08BA}"/>
              </a:ext>
            </a:extLst>
          </p:cNvPr>
          <p:cNvSpPr/>
          <p:nvPr/>
        </p:nvSpPr>
        <p:spPr bwMode="auto">
          <a:xfrm>
            <a:off x="5514223" y="1268760"/>
            <a:ext cx="3255201" cy="209799"/>
          </a:xfrm>
          <a:prstGeom prst="rect">
            <a:avLst/>
          </a:prstGeom>
          <a:solidFill>
            <a:schemeClr val="lt1">
              <a:alpha val="16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7D5E8BA-F0FC-B2A4-ECBE-0C24E3222C3A}"/>
              </a:ext>
            </a:extLst>
          </p:cNvPr>
          <p:cNvSpPr txBox="1"/>
          <p:nvPr/>
        </p:nvSpPr>
        <p:spPr>
          <a:xfrm>
            <a:off x="8718443" y="1229288"/>
            <a:ext cx="684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600" dirty="0">
                <a:solidFill>
                  <a:srgbClr val="0000FF"/>
                </a:solidFill>
              </a:rPr>
              <a:t>詳細設計またはソース指定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0C806BF-68CA-119D-DAD8-EA074F6F0984}"/>
              </a:ext>
            </a:extLst>
          </p:cNvPr>
          <p:cNvSpPr/>
          <p:nvPr/>
        </p:nvSpPr>
        <p:spPr bwMode="auto">
          <a:xfrm>
            <a:off x="5501622" y="1702937"/>
            <a:ext cx="3255201" cy="151391"/>
          </a:xfrm>
          <a:prstGeom prst="rect">
            <a:avLst/>
          </a:prstGeom>
          <a:solidFill>
            <a:schemeClr val="lt1">
              <a:alpha val="16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1348F6C-6E70-BC34-7DBF-06FDC327994C}"/>
              </a:ext>
            </a:extLst>
          </p:cNvPr>
          <p:cNvSpPr txBox="1"/>
          <p:nvPr/>
        </p:nvSpPr>
        <p:spPr>
          <a:xfrm>
            <a:off x="8756823" y="1609633"/>
            <a:ext cx="684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600" dirty="0">
                <a:solidFill>
                  <a:srgbClr val="0000FF"/>
                </a:solidFill>
              </a:rPr>
              <a:t>テスト報告書テンプレート指定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0D026CF-7E0E-DAC4-AA7E-788035F3E64C}"/>
              </a:ext>
            </a:extLst>
          </p:cNvPr>
          <p:cNvSpPr txBox="1"/>
          <p:nvPr/>
        </p:nvSpPr>
        <p:spPr>
          <a:xfrm>
            <a:off x="3578464" y="1684263"/>
            <a:ext cx="1109325" cy="343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ja-JP" altLang="en-US" sz="600" dirty="0">
                <a:solidFill>
                  <a:srgbClr val="0000FF"/>
                </a:solidFill>
              </a:rPr>
              <a:t>指定された</a:t>
            </a:r>
            <a:r>
              <a:rPr kumimoji="1" lang="en-US" altLang="ja-JP" sz="600" dirty="0">
                <a:solidFill>
                  <a:srgbClr val="0000FF"/>
                </a:solidFill>
              </a:rPr>
              <a:t>PGM</a:t>
            </a:r>
            <a:r>
              <a:rPr kumimoji="1" lang="ja-JP" altLang="en-US" sz="600" dirty="0">
                <a:solidFill>
                  <a:srgbClr val="0000FF"/>
                </a:solidFill>
              </a:rPr>
              <a:t>類型より、</a:t>
            </a:r>
            <a:endParaRPr kumimoji="1" lang="en-US" altLang="ja-JP" sz="600" dirty="0">
              <a:solidFill>
                <a:srgbClr val="0000FF"/>
              </a:solidFill>
            </a:endParaRPr>
          </a:p>
          <a:p>
            <a:r>
              <a:rPr kumimoji="1" lang="ja-JP" altLang="en-US" sz="600" dirty="0">
                <a:solidFill>
                  <a:srgbClr val="0000FF"/>
                </a:solidFill>
              </a:rPr>
              <a:t>設計書またソースの解析モデル決定</a:t>
            </a:r>
          </a:p>
        </p:txBody>
      </p:sp>
    </p:spTree>
    <p:extLst>
      <p:ext uri="{BB962C8B-B14F-4D97-AF65-F5344CB8AC3E}">
        <p14:creationId xmlns:p14="http://schemas.microsoft.com/office/powerpoint/2010/main" val="410218837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AC8A8-0774-FEA9-FB66-BEB397A0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テキスト ボックス 28">
            <a:extLst>
              <a:ext uri="{FF2B5EF4-FFF2-40B4-BE49-F238E27FC236}">
                <a16:creationId xmlns:a16="http://schemas.microsoft.com/office/drawing/2014/main" id="{4FFE2CED-5AF8-2237-3F75-1C522198E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770" y="781557"/>
            <a:ext cx="9064806" cy="582932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72000" tIns="36000" rIns="72000" bIns="36000" anchor="t"/>
          <a:lstStyle>
            <a:defPPr>
              <a:defRPr lang="ja-JP"/>
            </a:defPPr>
            <a:lvl1pPr marL="171450" indent="-171450" defTabSz="1395413" eaLnBrk="1" fontAlgn="ctr" latinLnBrk="0" hangingPunct="1">
              <a:spcAft>
                <a:spcPct val="10000"/>
              </a:spcAft>
              <a:buClr>
                <a:srgbClr val="6699FF"/>
              </a:buClr>
              <a:buSzPct val="100000"/>
              <a:buFont typeface="Wingdings" panose="05000000000000000000" pitchFamily="2" charset="2"/>
              <a:buChar char="ü"/>
              <a:defRPr sz="1400"/>
            </a:lvl1pPr>
            <a:lvl2pPr defTabSz="914400" eaLnBrk="1" latinLnBrk="0" hangingPunct="1">
              <a:defRPr sz="1800">
                <a:latin typeface="+mn-lt"/>
                <a:ea typeface="+mn-ea"/>
              </a:defRPr>
            </a:lvl2pPr>
            <a:lvl3pPr defTabSz="914400" eaLnBrk="1" latinLnBrk="0" hangingPunct="1">
              <a:defRPr sz="1800">
                <a:latin typeface="+mn-lt"/>
                <a:ea typeface="+mn-ea"/>
              </a:defRPr>
            </a:lvl3pPr>
            <a:lvl4pPr defTabSz="914400" eaLnBrk="1" latinLnBrk="0" hangingPunct="1">
              <a:defRPr sz="1800">
                <a:latin typeface="+mn-lt"/>
                <a:ea typeface="+mn-ea"/>
              </a:defRPr>
            </a:lvl4pPr>
            <a:lvl5pPr defTabSz="914400" eaLnBrk="1" latinLnBrk="0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indent="0" fontAlgn="base">
              <a:spcAft>
                <a:spcPts val="300"/>
              </a:spcAft>
              <a:buClr>
                <a:srgbClr val="4F81BD"/>
              </a:buClr>
              <a:buNone/>
            </a:pPr>
            <a:endParaRPr lang="en-US" altLang="ja-JP" sz="1200" spc="10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3" name="テキスト ボックス 21">
            <a:extLst>
              <a:ext uri="{FF2B5EF4-FFF2-40B4-BE49-F238E27FC236}">
                <a16:creationId xmlns:a16="http://schemas.microsoft.com/office/drawing/2014/main" id="{9B275705-961F-6225-D8D9-87F5BCBE4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72" y="238125"/>
            <a:ext cx="736551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l"/>
              <a:defRPr kumimoji="1" sz="34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1pPr>
            <a:lvl2pPr marL="742950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–"/>
              <a:defRPr kumimoji="1" sz="30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2pPr>
            <a:lvl3pPr marL="11430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25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3pPr>
            <a:lvl4pPr marL="16002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–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4pPr>
            <a:lvl5pPr marL="20574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9pPr>
          </a:lstStyle>
          <a:p>
            <a:pPr fontAlgn="ctr">
              <a:lnSpc>
                <a:spcPct val="110000"/>
              </a:lnSpc>
              <a:spcAft>
                <a:spcPct val="10000"/>
              </a:spcAft>
              <a:buClr>
                <a:srgbClr val="647E9E"/>
              </a:buClr>
              <a:buSzPct val="80000"/>
              <a:buNone/>
              <a:defRPr/>
            </a:pPr>
            <a:r>
              <a:rPr lang="en-US" altLang="ja-JP" sz="2000" b="0" kern="0" spc="-10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SMART</a:t>
            </a:r>
            <a:r>
              <a:rPr lang="ja-JP" altLang="en-US" sz="2000" b="0" kern="0" spc="-10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テスト報告書作成</a:t>
            </a:r>
            <a:r>
              <a:rPr lang="ja-JP" altLang="ja-JP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自動化</a:t>
            </a:r>
            <a:r>
              <a:rPr lang="ja-JP" altLang="en-US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推進に関する報告</a:t>
            </a:r>
            <a:r>
              <a:rPr lang="ja-JP" altLang="ja-JP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について</a:t>
            </a:r>
            <a:endParaRPr lang="ja-JP" altLang="en-US" sz="2000" b="0" kern="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E607F3D-334E-9207-1A8B-FC8EE5F3DCF6}"/>
              </a:ext>
            </a:extLst>
          </p:cNvPr>
          <p:cNvSpPr/>
          <p:nvPr/>
        </p:nvSpPr>
        <p:spPr bwMode="auto">
          <a:xfrm>
            <a:off x="251715" y="781557"/>
            <a:ext cx="399600" cy="5879434"/>
          </a:xfrm>
          <a:prstGeom prst="rect">
            <a:avLst/>
          </a:prstGeom>
          <a:solidFill>
            <a:srgbClr val="376092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eaVert" wrap="none" lIns="90000" tIns="0" rIns="9144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b="1" kern="0" spc="300" dirty="0">
                <a:solidFill>
                  <a:prstClr val="white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ツール</a:t>
            </a: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のイメージ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8" name="テキスト ボックス 16">
            <a:extLst>
              <a:ext uri="{FF2B5EF4-FFF2-40B4-BE49-F238E27FC236}">
                <a16:creationId xmlns:a16="http://schemas.microsoft.com/office/drawing/2014/main" id="{B9A8F16E-734D-0989-45AF-0AAA31FED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0" y="831107"/>
            <a:ext cx="2336704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①詳細設計書に子プログラを呼び出し</a:t>
            </a:r>
          </a:p>
        </p:txBody>
      </p:sp>
      <p:sp>
        <p:nvSpPr>
          <p:cNvPr id="39" name="二等辺三角形 38">
            <a:extLst>
              <a:ext uri="{FF2B5EF4-FFF2-40B4-BE49-F238E27FC236}">
                <a16:creationId xmlns:a16="http://schemas.microsoft.com/office/drawing/2014/main" id="{D98565AE-1EC8-E510-8890-28790C933C69}"/>
              </a:ext>
            </a:extLst>
          </p:cNvPr>
          <p:cNvSpPr/>
          <p:nvPr/>
        </p:nvSpPr>
        <p:spPr bwMode="auto">
          <a:xfrm rot="5400000">
            <a:off x="4422509" y="2034413"/>
            <a:ext cx="774629" cy="286353"/>
          </a:xfrm>
          <a:prstGeom prst="triangle">
            <a:avLst/>
          </a:prstGeom>
          <a:solidFill>
            <a:srgbClr val="215968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wrap="none" anchor="ctr"/>
          <a:lstStyle/>
          <a:p>
            <a:endParaRPr lang="ja-JP" altLang="en-US" sz="1050" dirty="0">
              <a:solidFill>
                <a:srgbClr val="FFFFFF"/>
              </a:solidFill>
              <a:latin typeface="MS UI Gothic" pitchFamily="50" charset="-128"/>
              <a:ea typeface="MS UI Gothic" pitchFamily="50" charset="-128"/>
            </a:endParaRPr>
          </a:p>
        </p:txBody>
      </p:sp>
      <p:sp>
        <p:nvSpPr>
          <p:cNvPr id="57" name="テキスト ボックス 16">
            <a:extLst>
              <a:ext uri="{FF2B5EF4-FFF2-40B4-BE49-F238E27FC236}">
                <a16:creationId xmlns:a16="http://schemas.microsoft.com/office/drawing/2014/main" id="{57BEC82C-647D-D4EA-2957-913EB9F0D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4678" y="806515"/>
            <a:ext cx="3472567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④</a:t>
            </a:r>
            <a:r>
              <a:rPr lang="en-US" altLang="ja-JP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IPO</a:t>
            </a: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ソース</a:t>
            </a:r>
            <a:endParaRPr lang="en-US" altLang="ja-JP" sz="1000" b="1" dirty="0">
              <a:solidFill>
                <a:prstClr val="black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フローチャート: 結合子 2">
            <a:extLst>
              <a:ext uri="{FF2B5EF4-FFF2-40B4-BE49-F238E27FC236}">
                <a16:creationId xmlns:a16="http://schemas.microsoft.com/office/drawing/2014/main" id="{40E404E8-A5DA-72C9-081A-BAAF962D9F99}"/>
              </a:ext>
            </a:extLst>
          </p:cNvPr>
          <p:cNvSpPr/>
          <p:nvPr/>
        </p:nvSpPr>
        <p:spPr bwMode="auto">
          <a:xfrm>
            <a:off x="8297816" y="2705686"/>
            <a:ext cx="936104" cy="409460"/>
          </a:xfrm>
          <a:prstGeom prst="flowChartConnector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77D31331-A75F-949B-78AA-ADD802587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1"/>
          <a:stretch/>
        </p:blipFill>
        <p:spPr>
          <a:xfrm>
            <a:off x="704528" y="1129235"/>
            <a:ext cx="4645527" cy="1340787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C59409BD-AE31-1040-D5BD-6F9A5B77B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19" y="2745118"/>
            <a:ext cx="4453581" cy="1531501"/>
          </a:xfrm>
          <a:prstGeom prst="rect">
            <a:avLst/>
          </a:prstGeom>
        </p:spPr>
      </p:pic>
      <p:sp>
        <p:nvSpPr>
          <p:cNvPr id="19" name="テキスト ボックス 16">
            <a:extLst>
              <a:ext uri="{FF2B5EF4-FFF2-40B4-BE49-F238E27FC236}">
                <a16:creationId xmlns:a16="http://schemas.microsoft.com/office/drawing/2014/main" id="{6DC014DB-B239-5A63-8486-365C9FF69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298" y="2546613"/>
            <a:ext cx="322458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②詳細設計書に子プログラのパラメータ編集仕様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88094A0D-FF71-3248-AD9B-882BAE69CC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19" y="4499100"/>
            <a:ext cx="4453581" cy="2043540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E17480A3-E1C4-01EC-45B8-CE45591688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5088" y="1047502"/>
            <a:ext cx="3632272" cy="2998222"/>
          </a:xfrm>
          <a:prstGeom prst="rect">
            <a:avLst/>
          </a:prstGeom>
        </p:spPr>
      </p:pic>
      <p:sp>
        <p:nvSpPr>
          <p:cNvPr id="24" name="テキスト ボックス 16">
            <a:extLst>
              <a:ext uri="{FF2B5EF4-FFF2-40B4-BE49-F238E27FC236}">
                <a16:creationId xmlns:a16="http://schemas.microsoft.com/office/drawing/2014/main" id="{479BCF26-E911-7757-542B-379312267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831" y="4235078"/>
            <a:ext cx="322458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③詳細設計書に子プログラのエラー編集仕様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63D3E70B-8EEC-E8CE-29B9-C44869433A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9083" y="4433583"/>
            <a:ext cx="4332409" cy="2061662"/>
          </a:xfrm>
          <a:prstGeom prst="rect">
            <a:avLst/>
          </a:prstGeom>
        </p:spPr>
      </p:pic>
      <p:sp>
        <p:nvSpPr>
          <p:cNvPr id="27" name="テキスト ボックス 16">
            <a:extLst>
              <a:ext uri="{FF2B5EF4-FFF2-40B4-BE49-F238E27FC236}">
                <a16:creationId xmlns:a16="http://schemas.microsoft.com/office/drawing/2014/main" id="{A5637DF6-DC02-42CC-3089-8E9CAFB26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9341" y="4185490"/>
            <a:ext cx="3472567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⑤テスト報告書のケース詳細</a:t>
            </a:r>
            <a:endParaRPr lang="en-US" altLang="ja-JP" sz="1000" b="1" dirty="0">
              <a:solidFill>
                <a:prstClr val="black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76588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【済南本部長報告会】2019年5月度_システム統括本部_v0.2 - コピー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FF"/>
      </a:accent1>
      <a:accent2>
        <a:srgbClr val="00FFCC"/>
      </a:accent2>
      <a:accent3>
        <a:srgbClr val="FFFFFF"/>
      </a:accent3>
      <a:accent4>
        <a:srgbClr val="000000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プロジェクトの概要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lnDef>
  </a:objectDefaults>
  <a:extraClrSchemeLst>
    <a:extraClrScheme>
      <a:clrScheme name="プロジェクトの概要 1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3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プロジェクトの概要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FF"/>
      </a:accent1>
      <a:accent2>
        <a:srgbClr val="00FFCC"/>
      </a:accent2>
      <a:accent3>
        <a:srgbClr val="FFFFFF"/>
      </a:accent3>
      <a:accent4>
        <a:srgbClr val="000000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2_プロジェクトの概要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000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lnDef>
    <a:txDef>
      <a:spPr>
        <a:solidFill>
          <a:schemeClr val="bg1"/>
        </a:solidFill>
      </a:spPr>
      <a:bodyPr wrap="square" rtlCol="0">
        <a:spAutoFit/>
      </a:bodyPr>
      <a:lstStyle>
        <a:defPPr algn="r">
          <a:defRPr sz="600" dirty="0"/>
        </a:defPPr>
      </a:lstStyle>
    </a:txDef>
  </a:objectDefaults>
  <a:extraClrSchemeLst>
    <a:extraClrScheme>
      <a:clrScheme name="2_プロジェクトの概要 1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プロジェクトの概要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プロジェクトの概要 3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プロジェクトの概要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プロジェクトの概要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bg1">
              <a:lumMod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36000" tIns="36000" rIns="36000" bIns="36000" numCol="1" rtlCol="0" anchor="ctr" anchorCtr="0" compatLnSpc="1">
        <a:prstTxWarp prst="textNoShape">
          <a:avLst/>
        </a:prstTxWarp>
      </a:bodyPr>
      <a:lstStyle>
        <a:defPPr marL="0" marR="0" indent="0" algn="ctr" defTabSz="1395413" rtl="0" eaLnBrk="1" fontAlgn="ctr" latinLnBrk="0" hangingPunct="1">
          <a:lnSpc>
            <a:spcPct val="110000"/>
          </a:lnSpc>
          <a:spcBef>
            <a:spcPct val="10000"/>
          </a:spcBef>
          <a:spcAft>
            <a:spcPct val="10000"/>
          </a:spcAft>
          <a:buClr>
            <a:srgbClr val="647E9E"/>
          </a:buClr>
          <a:buSzPct val="80000"/>
          <a:buFont typeface="Wingdings" pitchFamily="2" charset="2"/>
          <a:buNone/>
          <a:tabLst/>
          <a:defRPr kumimoji="1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gradFill rotWithShape="1">
          <a:gsLst>
            <a:gs pos="0">
              <a:schemeClr val="bg1"/>
            </a:gs>
            <a:gs pos="100000">
              <a:srgbClr val="FFCCFF"/>
            </a:gs>
          </a:gsLst>
          <a:lin ang="2700000" scaled="1"/>
        </a:gradFill>
        <a:ln w="12700" cap="flat" cmpd="sng" algn="ctr">
          <a:solidFill>
            <a:srgbClr val="FF0000"/>
          </a:solidFill>
          <a:prstDash val="dash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プロジェクトの概要 1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3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①cool9-s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3_①cool9-s-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lnDef>
  </a:objectDefaults>
  <a:extraClrSchemeLst>
    <a:extraClrScheme>
      <a:clrScheme name="①cool9-s-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C"/>
        </a:accent1>
        <a:accent2>
          <a:srgbClr val="FFCCCC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B9"/>
        </a:accent6>
        <a:hlink>
          <a:srgbClr val="D8F5D7"/>
        </a:hlink>
        <a:folHlink>
          <a:srgbClr val="CDD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【済南本部長報告会】2019年5月度_システム統括本部_v0.2 - コピー</Template>
  <TotalTime>7527</TotalTime>
  <Words>593</Words>
  <Application>Microsoft Office PowerPoint</Application>
  <PresentationFormat>A4 210 x 297 mm</PresentationFormat>
  <Paragraphs>71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3</vt:i4>
      </vt:variant>
    </vt:vector>
  </HeadingPairs>
  <TitlesOfParts>
    <vt:vector size="14" baseType="lpstr">
      <vt:lpstr>Meiryo UI</vt:lpstr>
      <vt:lpstr>ＭＳ Ｐゴシック</vt:lpstr>
      <vt:lpstr>MS UI Gothic</vt:lpstr>
      <vt:lpstr>Arial</vt:lpstr>
      <vt:lpstr>Century Gothic</vt:lpstr>
      <vt:lpstr>Times New Roman</vt:lpstr>
      <vt:lpstr>Wingdings</vt:lpstr>
      <vt:lpstr>【済南本部長報告会】2019年5月度_システム統括本部_v0.2 - コピー</vt:lpstr>
      <vt:lpstr>2_プロジェクトの概要</vt:lpstr>
      <vt:lpstr>3_プロジェクトの概要</vt:lpstr>
      <vt:lpstr>3_①cool9-s-1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段爱华</dc:creator>
  <cp:lastModifiedBy>徐 暁明/DIRリテール基幹システム第一部</cp:lastModifiedBy>
  <cp:revision>337</cp:revision>
  <cp:lastPrinted>2019-06-12T07:33:00Z</cp:lastPrinted>
  <dcterms:created xsi:type="dcterms:W3CDTF">2019-06-03T09:13:36Z</dcterms:created>
  <dcterms:modified xsi:type="dcterms:W3CDTF">2025-08-07T01:10:30Z</dcterms:modified>
</cp:coreProperties>
</file>