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9" r:id="rId1"/>
    <p:sldMasterId id="2147485989" r:id="rId2"/>
    <p:sldMasterId id="2147486094" r:id="rId3"/>
    <p:sldMasterId id="2147486121" r:id="rId4"/>
  </p:sldMasterIdLst>
  <p:notesMasterIdLst>
    <p:notesMasterId r:id="rId6"/>
  </p:notesMasterIdLst>
  <p:handoutMasterIdLst>
    <p:handoutMasterId r:id="rId7"/>
  </p:handoutMasterIdLst>
  <p:sldIdLst>
    <p:sldId id="2256" r:id="rId5"/>
  </p:sldIdLst>
  <p:sldSz cx="9906000" cy="6858000" type="A4"/>
  <p:notesSz cx="6805613" cy="9939338"/>
  <p:defaultTextStyle>
    <a:defPPr>
      <a:defRPr lang="ja-JP"/>
    </a:defPPr>
    <a:lvl1pPr algn="l" rtl="0" fontAlgn="base">
      <a:spcBef>
        <a:spcPct val="0"/>
      </a:spcBef>
      <a:spcAft>
        <a:spcPct val="0"/>
      </a:spcAft>
      <a:defRPr kumimoji="1" sz="1200" kern="1200">
        <a:solidFill>
          <a:schemeClr val="tx1"/>
        </a:solidFill>
        <a:latin typeface="ＭＳ Ｐゴシック" charset="-128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1200" kern="1200">
        <a:solidFill>
          <a:schemeClr val="tx1"/>
        </a:solidFill>
        <a:latin typeface="ＭＳ Ｐゴシック" charset="-128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1200" kern="1200">
        <a:solidFill>
          <a:schemeClr val="tx1"/>
        </a:solidFill>
        <a:latin typeface="ＭＳ Ｐゴシック" charset="-128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1200" kern="1200">
        <a:solidFill>
          <a:schemeClr val="tx1"/>
        </a:solidFill>
        <a:latin typeface="ＭＳ Ｐゴシック" charset="-128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1200" kern="1200">
        <a:solidFill>
          <a:schemeClr val="tx1"/>
        </a:solidFill>
        <a:latin typeface="ＭＳ Ｐゴシック" charset="-128"/>
        <a:ea typeface="ＭＳ Ｐゴシック" charset="-128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ＭＳ Ｐゴシック" charset="-128"/>
        <a:ea typeface="ＭＳ Ｐゴシック" charset="-128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ＭＳ Ｐゴシック" charset="-128"/>
        <a:ea typeface="ＭＳ Ｐゴシック" charset="-128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ＭＳ Ｐゴシック" charset="-128"/>
        <a:ea typeface="ＭＳ Ｐゴシック" charset="-128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ＭＳ Ｐゴシック" charset="-128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795" userDrawn="1">
          <p15:clr>
            <a:srgbClr val="A4A3A4"/>
          </p15:clr>
        </p15:guide>
        <p15:guide id="2" orient="horz" pos="1525" userDrawn="1">
          <p15:clr>
            <a:srgbClr val="A4A3A4"/>
          </p15:clr>
        </p15:guide>
        <p15:guide id="3" pos="180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E7F6FF"/>
    <a:srgbClr val="376092"/>
    <a:srgbClr val="CBECFF"/>
    <a:srgbClr val="C6D9F1"/>
    <a:srgbClr val="FFCCFF"/>
    <a:srgbClr val="FFCCCC"/>
    <a:srgbClr val="7F7F7F"/>
    <a:srgbClr val="4F81BD"/>
    <a:srgbClr val="948A5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D083AE6-46FA-4A59-8FB0-9F97EB10719F}" styleName="淡色スタイル 3 - アクセント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956" autoAdjust="0"/>
    <p:restoredTop sz="94652" autoAdjust="0"/>
  </p:normalViewPr>
  <p:slideViewPr>
    <p:cSldViewPr snapToObjects="1">
      <p:cViewPr varScale="1">
        <p:scale>
          <a:sx n="105" d="100"/>
          <a:sy n="105" d="100"/>
        </p:scale>
        <p:origin x="2100" y="114"/>
      </p:cViewPr>
      <p:guideLst>
        <p:guide orient="horz" pos="2795"/>
        <p:guide orient="horz" pos="1525"/>
        <p:guide pos="1805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54450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EC75E6-4168-451F-9146-492174EFA5DE}" type="datetimeFigureOut">
              <a:rPr kumimoji="1" lang="ja-JP" altLang="en-US" smtClean="0"/>
              <a:t>2025/8/8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9440863"/>
            <a:ext cx="294957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54450" y="9440863"/>
            <a:ext cx="294957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73ACEB-9C1D-40A7-8EF1-76CD56121F4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344834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2"/>
            <a:ext cx="2951637" cy="494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0587" tIns="45295" rIns="90587" bIns="45295" numCol="1" anchor="t" anchorCtr="0" compatLnSpc="1">
            <a:prstTxWarp prst="textNoShape">
              <a:avLst/>
            </a:prstTxWarp>
          </a:bodyPr>
          <a:lstStyle>
            <a:lvl1pPr defTabSz="908856">
              <a:defRPr kumimoji="0">
                <a:latin typeface="Times New Roman" pitchFamily="18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3978" y="2"/>
            <a:ext cx="2951637" cy="494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0587" tIns="45295" rIns="90587" bIns="45295" numCol="1" anchor="t" anchorCtr="0" compatLnSpc="1">
            <a:prstTxWarp prst="textNoShape">
              <a:avLst/>
            </a:prstTxWarp>
          </a:bodyPr>
          <a:lstStyle>
            <a:lvl1pPr algn="r" defTabSz="908856">
              <a:defRPr kumimoji="0">
                <a:latin typeface="Times New Roman" pitchFamily="18" charset="0"/>
                <a:ea typeface="ＭＳ Ｐゴシック" pitchFamily="50" charset="-128"/>
              </a:defRPr>
            </a:lvl1pPr>
          </a:lstStyle>
          <a:p>
            <a:pPr>
              <a:defRPr/>
            </a:pPr>
            <a:fld id="{816EE9BF-94F0-48F9-ADDD-67290FCD7202}" type="datetime8">
              <a:rPr lang="ja-JP" altLang="en-US"/>
              <a:pPr>
                <a:defRPr/>
              </a:pPr>
              <a:t>25/8/8 11時29分</a:t>
            </a:fld>
            <a:endParaRPr lang="en-US"/>
          </a:p>
        </p:txBody>
      </p:sp>
      <p:sp>
        <p:nvSpPr>
          <p:cNvPr id="13316" name="Rectangle 4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708025" y="744538"/>
            <a:ext cx="5387975" cy="3730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0440" y="4720950"/>
            <a:ext cx="4984735" cy="4473818"/>
          </a:xfrm>
          <a:prstGeom prst="rect">
            <a:avLst/>
          </a:prstGeom>
          <a:noFill/>
          <a:ln w="9525" cmpd="sng">
            <a:noFill/>
            <a:miter lim="800000"/>
            <a:headEnd/>
            <a:tailEnd/>
          </a:ln>
        </p:spPr>
        <p:txBody>
          <a:bodyPr vert="horz" wrap="square" lIns="90587" tIns="45295" rIns="90587" bIns="4529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noProof="0"/>
              <a:t>マスタ テキストの書式設定</a:t>
            </a:r>
          </a:p>
          <a:p>
            <a:pPr lvl="1"/>
            <a:r>
              <a:rPr lang="ja-JP" altLang="en-US" noProof="0"/>
              <a:t>第 </a:t>
            </a:r>
            <a:r>
              <a:rPr lang="en-US" noProof="0"/>
              <a:t>2 </a:t>
            </a:r>
            <a:r>
              <a:rPr lang="ja-JP" altLang="en-US" noProof="0"/>
              <a:t>レベル</a:t>
            </a:r>
          </a:p>
          <a:p>
            <a:pPr lvl="2"/>
            <a:r>
              <a:rPr lang="ja-JP" altLang="en-US" noProof="0"/>
              <a:t>第 </a:t>
            </a:r>
            <a:r>
              <a:rPr lang="en-US" noProof="0"/>
              <a:t>3 </a:t>
            </a:r>
            <a:r>
              <a:rPr lang="ja-JP" altLang="en-US" noProof="0"/>
              <a:t>レベル</a:t>
            </a:r>
          </a:p>
          <a:p>
            <a:pPr lvl="3"/>
            <a:r>
              <a:rPr lang="ja-JP" altLang="en-US" noProof="0"/>
              <a:t>第 </a:t>
            </a:r>
            <a:r>
              <a:rPr lang="en-US" noProof="0"/>
              <a:t>4 </a:t>
            </a:r>
            <a:r>
              <a:rPr lang="ja-JP" altLang="en-US" noProof="0"/>
              <a:t>レベル</a:t>
            </a:r>
          </a:p>
          <a:p>
            <a:pPr lvl="4"/>
            <a:r>
              <a:rPr lang="ja-JP" altLang="en-US" noProof="0"/>
              <a:t>第 </a:t>
            </a:r>
            <a:r>
              <a:rPr lang="en-US" noProof="0"/>
              <a:t>5 </a:t>
            </a:r>
            <a:r>
              <a:rPr lang="ja-JP" altLang="en-US" noProof="0"/>
              <a:t>レベル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445085"/>
            <a:ext cx="2951637" cy="494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0587" tIns="45295" rIns="90587" bIns="45295" numCol="1" anchor="b" anchorCtr="0" compatLnSpc="1">
            <a:prstTxWarp prst="textNoShape">
              <a:avLst/>
            </a:prstTxWarp>
          </a:bodyPr>
          <a:lstStyle>
            <a:lvl1pPr defTabSz="908856">
              <a:defRPr kumimoji="0">
                <a:latin typeface="Times New Roman" pitchFamily="18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3978" y="9445085"/>
            <a:ext cx="2951637" cy="494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0587" tIns="45295" rIns="90587" bIns="45295" numCol="1" anchor="b" anchorCtr="0" compatLnSpc="1">
            <a:prstTxWarp prst="textNoShape">
              <a:avLst/>
            </a:prstTxWarp>
          </a:bodyPr>
          <a:lstStyle>
            <a:lvl1pPr algn="r" defTabSz="908856">
              <a:defRPr kumimoji="0">
                <a:latin typeface="Times New Roman" pitchFamily="18" charset="0"/>
                <a:ea typeface="ＭＳ Ｐゴシック" pitchFamily="50" charset="-128"/>
              </a:defRPr>
            </a:lvl1pPr>
          </a:lstStyle>
          <a:p>
            <a:pPr>
              <a:defRPr/>
            </a:pPr>
            <a:fld id="{CA73974C-908A-44C4-AABB-E2964FDD6C8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72765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明朝" pitchFamily="18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明朝" pitchFamily="18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明朝" pitchFamily="18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明朝" pitchFamily="18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明朝" pitchFamily="18" charset="-128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8DB945-9EF2-AECD-174E-AF2A75F44D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46A35BAA-1C3C-35AE-6B79-195394E85E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CBDA90C-C4AA-6874-C205-CE1D34305A8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0614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109F90D-BFEC-4F7D-AB5B-9185A4D85581}" type="slidenum">
              <a:rPr kumimoji="1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ＭＳ Ｐゴシック" pitchFamily="50" charset="-128"/>
                <a:cs typeface="+mn-cs"/>
              </a:rPr>
              <a:pPr marL="0" marR="0" lvl="0" indent="0" algn="r" defTabSz="90614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1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ＭＳ Ｐゴシック" pitchFamily="50" charset="-128"/>
              <a:cs typeface="+mn-cs"/>
            </a:endParaRPr>
          </a:p>
        </p:txBody>
      </p:sp>
      <p:sp>
        <p:nvSpPr>
          <p:cNvPr id="5" name="ノート プレースホルダー 4">
            <a:extLst>
              <a:ext uri="{FF2B5EF4-FFF2-40B4-BE49-F238E27FC236}">
                <a16:creationId xmlns:a16="http://schemas.microsoft.com/office/drawing/2014/main" id="{06463AE5-8B95-57DB-79EA-BCA09A91B90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700" b="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074731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742950" y="2130425"/>
            <a:ext cx="8420100" cy="1470025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ja-JP" altLang="en-US"/>
              <a:t>マスター サブタイトルの書式設定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742950" y="1981200"/>
            <a:ext cx="4505325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5400675" y="1981200"/>
            <a:ext cx="4505325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7" name="Rectangle 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Rectangle 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ja-JP" altLang="en-US" noProof="0"/>
              <a:t>アイコンをクリックして図を追加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7516813" y="333375"/>
            <a:ext cx="2389187" cy="5762625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344488" y="333375"/>
            <a:ext cx="7019925" cy="5762625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742950" y="2130425"/>
            <a:ext cx="8420100" cy="1470025"/>
          </a:xfrm>
        </p:spPr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ja-JP" altLang="en-US"/>
              <a:t>マスタ サブタイトルの書式設定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742950" y="1981200"/>
            <a:ext cx="4505325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5400675" y="1981200"/>
            <a:ext cx="4505325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7" name="Rectangle 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Rectangle 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テキスト ボックス 2"/>
          <p:cNvSpPr txBox="1"/>
          <p:nvPr userDrawn="1"/>
        </p:nvSpPr>
        <p:spPr>
          <a:xfrm>
            <a:off x="1136576" y="1340768"/>
            <a:ext cx="2304256" cy="18466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endParaRPr kumimoji="1" lang="ja-JP" altLang="en-US" sz="600" dirty="0"/>
          </a:p>
        </p:txBody>
      </p:sp>
    </p:spTree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ja-JP" altLang="en-US" noProof="0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7516813" y="333375"/>
            <a:ext cx="2389187" cy="5762625"/>
          </a:xfrm>
        </p:spPr>
        <p:txBody>
          <a:bodyPr vert="eaVert"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344488" y="333375"/>
            <a:ext cx="7019925" cy="5762625"/>
          </a:xfrm>
        </p:spPr>
        <p:txBody>
          <a:bodyPr vert="eaVert"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8" name="Rectangle 4"/>
          <p:cNvSpPr>
            <a:spLocks noGrp="1" noChangeArrowheads="1"/>
          </p:cNvSpPr>
          <p:nvPr>
            <p:ph type="ctrTitle" sz="quarter"/>
          </p:nvPr>
        </p:nvSpPr>
        <p:spPr>
          <a:xfrm>
            <a:off x="908050" y="2286000"/>
            <a:ext cx="84201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26629" name="Rectangle 5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2228850" y="4114800"/>
            <a:ext cx="6934200" cy="1754188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b="0">
                <a:latin typeface="Times New Roman" pitchFamily="18" charset="0"/>
              </a:defRPr>
            </a:lvl1pPr>
          </a:lstStyle>
          <a:p>
            <a:r>
              <a:rPr lang="ja-JP" altLang="en-US"/>
              <a:t>マスタ サブタイトルの書式設定</a:t>
            </a:r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 dirty="0">
              <a:solidFill>
                <a:prstClr val="black"/>
              </a:solidFill>
            </a:endParaRPr>
          </a:p>
        </p:txBody>
      </p:sp>
      <p:sp>
        <p:nvSpPr>
          <p:cNvPr id="5" name="テキスト ボックス 6"/>
          <p:cNvSpPr txBox="1">
            <a:spLocks noChangeArrowheads="1"/>
          </p:cNvSpPr>
          <p:nvPr userDrawn="1"/>
        </p:nvSpPr>
        <p:spPr bwMode="auto">
          <a:xfrm>
            <a:off x="9407525" y="6562725"/>
            <a:ext cx="474663" cy="2619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ＭＳ Ｐゴシック" pitchFamily="50" charset="-128"/>
                <a:ea typeface="ＭＳ Ｐゴシック" pitchFamily="50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ＭＳ Ｐゴシック" pitchFamily="50" charset="-128"/>
                <a:ea typeface="ＭＳ Ｐゴシック" pitchFamily="50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ＭＳ Ｐゴシック" pitchFamily="50" charset="-128"/>
                <a:ea typeface="ＭＳ Ｐゴシック" pitchFamily="50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ＭＳ Ｐゴシック" pitchFamily="50" charset="-128"/>
                <a:ea typeface="ＭＳ Ｐゴシック" pitchFamily="50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ＭＳ Ｐゴシック" pitchFamily="50" charset="-128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ＭＳ Ｐゴシック" pitchFamily="50" charset="-128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ＭＳ Ｐゴシック" pitchFamily="50" charset="-128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ＭＳ Ｐゴシック" pitchFamily="50" charset="-128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ＭＳ Ｐゴシック" pitchFamily="50" charset="-128"/>
                <a:ea typeface="ＭＳ Ｐゴシック" pitchFamily="50" charset="-128"/>
              </a:defRPr>
            </a:lvl9pPr>
          </a:lstStyle>
          <a:p>
            <a:pPr algn="ctr" eaLnBrk="1" fontAlgn="ctr" hangingPunct="1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>
                <a:srgbClr val="647E9E"/>
              </a:buClr>
              <a:buSzPct val="80000"/>
              <a:buFont typeface="Wingdings" pitchFamily="2" charset="2"/>
              <a:buNone/>
              <a:defRPr/>
            </a:pPr>
            <a:fld id="{1A90D3D1-DAD7-4F5D-B8D9-FECF06E60720}" type="slidenum">
              <a:rPr kumimoji="0" lang="ja-JP" altLang="en-US" sz="1000" smtClean="0">
                <a:solidFill>
                  <a:srgbClr val="000000"/>
                </a:solidFill>
              </a:rPr>
              <a:pPr algn="ctr" eaLnBrk="1" fontAlgn="ctr" hangingPunct="1">
                <a:lnSpc>
                  <a:spcPct val="110000"/>
                </a:lnSpc>
                <a:spcBef>
                  <a:spcPct val="10000"/>
                </a:spcBef>
                <a:spcAft>
                  <a:spcPct val="10000"/>
                </a:spcAft>
                <a:buClr>
                  <a:srgbClr val="647E9E"/>
                </a:buClr>
                <a:buSzPct val="80000"/>
                <a:buFont typeface="Wingdings" pitchFamily="2" charset="2"/>
                <a:buNone/>
                <a:defRPr/>
              </a:pPr>
              <a:t>‹#›</a:t>
            </a:fld>
            <a:endParaRPr kumimoji="0" lang="ja-JP" altLang="en-US" sz="10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4248007"/>
      </p:ext>
    </p:extLst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42950" y="836712"/>
            <a:ext cx="8420100" cy="839788"/>
          </a:xfrm>
          <a:prstGeom prst="rect">
            <a:avLst/>
          </a:prstGeom>
        </p:spPr>
        <p:txBody>
          <a:bodyPr/>
          <a:lstStyle/>
          <a:p>
            <a:r>
              <a:rPr lang="ja-JP" altLang="en-US" dirty="0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1259053"/>
      </p:ext>
    </p:extLst>
  </p:cSld>
  <p:clrMapOvr>
    <a:masterClrMapping/>
  </p:clrMapOvr>
  <p:transition spd="med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7368376"/>
      </p:ext>
    </p:extLst>
  </p:cSld>
  <p:clrMapOvr>
    <a:masterClrMapping/>
  </p:clrMapOvr>
  <p:transition spd="med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344488" y="333375"/>
            <a:ext cx="8420100" cy="839788"/>
          </a:xfrm>
          <a:prstGeom prst="rect">
            <a:avLst/>
          </a:prstGeom>
        </p:spPr>
        <p:txBody>
          <a:bodyPr/>
          <a:lstStyle/>
          <a:p>
            <a:r>
              <a:rPr lang="ja-JP" altLang="en-US" dirty="0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742950" y="1981200"/>
            <a:ext cx="4505325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5400675" y="1981200"/>
            <a:ext cx="4505325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2817704"/>
      </p:ext>
    </p:extLst>
  </p:cSld>
  <p:clrMapOvr>
    <a:masterClrMapping/>
  </p:clrMapOvr>
  <p:transition spd="med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7" name="Rectangle 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3040506"/>
      </p:ext>
    </p:extLst>
  </p:cSld>
  <p:clrMapOvr>
    <a:masterClrMapping/>
  </p:clrMapOvr>
  <p:transition spd="med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344488" y="333375"/>
            <a:ext cx="8420100" cy="839788"/>
          </a:xfrm>
          <a:prstGeom prst="rect">
            <a:avLst/>
          </a:prstGeom>
        </p:spPr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Rectangle 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7118604"/>
      </p:ext>
    </p:extLst>
  </p:cSld>
  <p:clrMapOvr>
    <a:masterClrMapping/>
  </p:clrMapOvr>
  <p:transition spd="med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5611283"/>
      </p:ext>
    </p:extLst>
  </p:cSld>
  <p:clrMapOvr>
    <a:masterClrMapping/>
  </p:clrMapOvr>
  <p:transition spd="med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4500279"/>
      </p:ext>
    </p:extLst>
  </p:cSld>
  <p:clrMapOvr>
    <a:masterClrMapping/>
  </p:clrMapOvr>
  <p:transition spd="med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ja-JP" altLang="en-US" noProof="0" dirty="0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6715062"/>
      </p:ext>
    </p:extLst>
  </p:cSld>
  <p:clrMapOvr>
    <a:masterClrMapping/>
  </p:clrMapOvr>
  <p:transition spd="med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344488" y="333375"/>
            <a:ext cx="8420100" cy="839788"/>
          </a:xfrm>
          <a:prstGeom prst="rect">
            <a:avLst/>
          </a:prstGeom>
        </p:spPr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7267655"/>
      </p:ext>
    </p:extLst>
  </p:cSld>
  <p:clrMapOvr>
    <a:masterClrMapping/>
  </p:clrMapOvr>
  <p:transition spd="med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7516813" y="333375"/>
            <a:ext cx="2389187" cy="5762625"/>
          </a:xfrm>
          <a:prstGeom prst="rect">
            <a:avLst/>
          </a:prstGeom>
        </p:spPr>
        <p:txBody>
          <a:bodyPr vert="eaVert"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344488" y="333375"/>
            <a:ext cx="7019925" cy="5762625"/>
          </a:xfrm>
        </p:spPr>
        <p:txBody>
          <a:bodyPr vert="eaVert"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1306440"/>
      </p:ext>
    </p:extLst>
  </p:cSld>
  <p:clrMapOvr>
    <a:masterClrMapping/>
  </p:clrMapOvr>
  <p:transition spd="med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 1"/>
          <p:cNvSpPr>
            <a:spLocks noGrp="1"/>
          </p:cNvSpPr>
          <p:nvPr>
            <p:ph/>
          </p:nvPr>
        </p:nvSpPr>
        <p:spPr>
          <a:xfrm>
            <a:off x="344488" y="333375"/>
            <a:ext cx="9561512" cy="5762625"/>
          </a:xfrm>
        </p:spPr>
        <p:txBody>
          <a:bodyPr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3" name="Rectangle 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2398641"/>
      </p:ext>
    </p:extLst>
  </p:cSld>
  <p:clrMapOvr>
    <a:masterClrMapping/>
  </p:clrMapOvr>
  <p:transition spd="med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6"/>
          <p:cNvSpPr>
            <a:spLocks noChangeArrowheads="1"/>
          </p:cNvSpPr>
          <p:nvPr userDrawn="1"/>
        </p:nvSpPr>
        <p:spPr bwMode="gray">
          <a:xfrm>
            <a:off x="0" y="5949950"/>
            <a:ext cx="9906000" cy="908050"/>
          </a:xfrm>
          <a:prstGeom prst="rect">
            <a:avLst/>
          </a:prstGeom>
          <a:gradFill rotWithShape="1">
            <a:gsLst>
              <a:gs pos="0">
                <a:srgbClr val="CCECFF">
                  <a:alpha val="4999"/>
                </a:srgbClr>
              </a:gs>
              <a:gs pos="100000">
                <a:srgbClr val="6699FF">
                  <a:alpha val="39998"/>
                </a:srgbClr>
              </a:gs>
            </a:gsLst>
            <a:lin ang="27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9pPr>
          </a:lstStyle>
          <a:p>
            <a:pPr algn="ctr" eaLnBrk="1" hangingPunct="1">
              <a:defRPr/>
            </a:pPr>
            <a:endParaRPr lang="ja-JP" altLang="en-US" sz="1400" b="1">
              <a:solidFill>
                <a:prstClr val="black"/>
              </a:solidFill>
            </a:endParaRPr>
          </a:p>
        </p:txBody>
      </p:sp>
      <p:sp>
        <p:nvSpPr>
          <p:cNvPr id="5" name="AutoShape 17"/>
          <p:cNvSpPr>
            <a:spLocks noChangeArrowheads="1"/>
          </p:cNvSpPr>
          <p:nvPr/>
        </p:nvSpPr>
        <p:spPr bwMode="gray">
          <a:xfrm rot="10800000" flipH="1">
            <a:off x="4763" y="3398838"/>
            <a:ext cx="423862" cy="390525"/>
          </a:xfrm>
          <a:prstGeom prst="rtTriangle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9pPr>
          </a:lstStyle>
          <a:p>
            <a:pPr algn="ctr" eaLnBrk="1" hangingPunct="1">
              <a:defRPr/>
            </a:pPr>
            <a:endParaRPr lang="ja-JP" altLang="en-US" sz="1400" b="1">
              <a:solidFill>
                <a:prstClr val="black"/>
              </a:solidFill>
            </a:endParaRPr>
          </a:p>
        </p:txBody>
      </p:sp>
      <p:sp>
        <p:nvSpPr>
          <p:cNvPr id="6" name="Rectangle 54"/>
          <p:cNvSpPr>
            <a:spLocks noChangeArrowheads="1"/>
          </p:cNvSpPr>
          <p:nvPr userDrawn="1"/>
        </p:nvSpPr>
        <p:spPr bwMode="gray">
          <a:xfrm>
            <a:off x="703263" y="3502025"/>
            <a:ext cx="9164637" cy="71438"/>
          </a:xfrm>
          <a:prstGeom prst="rect">
            <a:avLst/>
          </a:prstGeom>
          <a:gradFill rotWithShape="1">
            <a:gsLst>
              <a:gs pos="0">
                <a:srgbClr val="6699FF"/>
              </a:gs>
              <a:gs pos="100000">
                <a:srgbClr val="CDDEFF">
                  <a:alpha val="71999"/>
                </a:srgbClr>
              </a:gs>
            </a:gsLst>
            <a:lin ang="18900000" scaled="1"/>
          </a:gradFill>
          <a:ln>
            <a:noFill/>
          </a:ln>
          <a:effectLst>
            <a:outerShdw dist="56796" dir="1593903" algn="ctr" rotWithShape="0">
              <a:srgbClr val="E5EEFF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9pPr>
          </a:lstStyle>
          <a:p>
            <a:pPr algn="ctr" eaLnBrk="1" hangingPunct="1">
              <a:defRPr/>
            </a:pPr>
            <a:endParaRPr lang="ja-JP" altLang="en-US" sz="1400" b="1">
              <a:solidFill>
                <a:prstClr val="black"/>
              </a:solidFill>
            </a:endParaRPr>
          </a:p>
        </p:txBody>
      </p:sp>
      <p:sp>
        <p:nvSpPr>
          <p:cNvPr id="7" name="Rectangle 49"/>
          <p:cNvSpPr>
            <a:spLocks noChangeArrowheads="1"/>
          </p:cNvSpPr>
          <p:nvPr userDrawn="1"/>
        </p:nvSpPr>
        <p:spPr bwMode="auto">
          <a:xfrm>
            <a:off x="1052513" y="2492375"/>
            <a:ext cx="233362" cy="1223963"/>
          </a:xfrm>
          <a:prstGeom prst="rect">
            <a:avLst/>
          </a:prstGeom>
          <a:gradFill rotWithShape="1">
            <a:gsLst>
              <a:gs pos="0">
                <a:srgbClr val="BED4FF"/>
              </a:gs>
              <a:gs pos="100000">
                <a:srgbClr val="578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9pPr>
          </a:lstStyle>
          <a:p>
            <a:pPr algn="ctr" eaLnBrk="1" hangingPunct="1">
              <a:defRPr/>
            </a:pPr>
            <a:endParaRPr lang="ja-JP" altLang="en-US" sz="1400" b="1">
              <a:solidFill>
                <a:prstClr val="black"/>
              </a:solidFill>
            </a:endParaRPr>
          </a:p>
        </p:txBody>
      </p:sp>
      <p:sp>
        <p:nvSpPr>
          <p:cNvPr id="8" name="Rectangle 75" descr="横線"/>
          <p:cNvSpPr>
            <a:spLocks noChangeArrowheads="1"/>
          </p:cNvSpPr>
          <p:nvPr userDrawn="1"/>
        </p:nvSpPr>
        <p:spPr bwMode="auto">
          <a:xfrm>
            <a:off x="0" y="4763"/>
            <a:ext cx="9906000" cy="400050"/>
          </a:xfrm>
          <a:prstGeom prst="rect">
            <a:avLst/>
          </a:prstGeom>
          <a:pattFill prst="ltHorz">
            <a:fgClr>
              <a:srgbClr val="6699FF"/>
            </a:fgClr>
            <a:bgClr>
              <a:srgbClr val="E5EEFF"/>
            </a:bgClr>
          </a:patt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9pPr>
          </a:lstStyle>
          <a:p>
            <a:pPr algn="r" eaLnBrk="1" hangingPunct="1">
              <a:defRPr/>
            </a:pPr>
            <a:endParaRPr lang="ja-JP" altLang="ja-JP" b="1">
              <a:solidFill>
                <a:prstClr val="white"/>
              </a:solidFill>
              <a:latin typeface="Century Gothic" pitchFamily="34" charset="0"/>
              <a:ea typeface="SimHei" pitchFamily="2" charset="-122"/>
            </a:endParaRPr>
          </a:p>
        </p:txBody>
      </p:sp>
      <p:sp>
        <p:nvSpPr>
          <p:cNvPr id="9" name="Rectangle 55"/>
          <p:cNvSpPr>
            <a:spLocks noChangeArrowheads="1"/>
          </p:cNvSpPr>
          <p:nvPr userDrawn="1"/>
        </p:nvSpPr>
        <p:spPr bwMode="gray">
          <a:xfrm>
            <a:off x="7927975" y="0"/>
            <a:ext cx="87313" cy="6851650"/>
          </a:xfrm>
          <a:prstGeom prst="rect">
            <a:avLst/>
          </a:prstGeom>
          <a:gradFill rotWithShape="1">
            <a:gsLst>
              <a:gs pos="0">
                <a:srgbClr val="6699FF"/>
              </a:gs>
              <a:gs pos="100000">
                <a:srgbClr val="CDDEFF">
                  <a:alpha val="71999"/>
                </a:srgbClr>
              </a:gs>
            </a:gsLst>
            <a:lin ang="18900000" scaled="1"/>
          </a:gradFill>
          <a:ln>
            <a:noFill/>
          </a:ln>
          <a:effectLst>
            <a:outerShdw dist="35921" dir="2700000" algn="ctr" rotWithShape="0">
              <a:srgbClr val="E5EEFF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9pPr>
          </a:lstStyle>
          <a:p>
            <a:pPr algn="ctr" eaLnBrk="1" hangingPunct="1">
              <a:defRPr/>
            </a:pPr>
            <a:endParaRPr lang="ja-JP" altLang="en-US" sz="1400" b="1">
              <a:solidFill>
                <a:prstClr val="black"/>
              </a:solidFill>
            </a:endParaRPr>
          </a:p>
        </p:txBody>
      </p:sp>
      <p:grpSp>
        <p:nvGrpSpPr>
          <p:cNvPr id="10" name="Group 79"/>
          <p:cNvGrpSpPr>
            <a:grpSpLocks/>
          </p:cNvGrpSpPr>
          <p:nvPr userDrawn="1"/>
        </p:nvGrpSpPr>
        <p:grpSpPr bwMode="auto">
          <a:xfrm>
            <a:off x="168275" y="514350"/>
            <a:ext cx="647700" cy="647700"/>
            <a:chOff x="158" y="164"/>
            <a:chExt cx="545" cy="545"/>
          </a:xfrm>
        </p:grpSpPr>
        <p:sp>
          <p:nvSpPr>
            <p:cNvPr id="11" name="Rectangle 80"/>
            <p:cNvSpPr>
              <a:spLocks noChangeArrowheads="1"/>
            </p:cNvSpPr>
            <p:nvPr userDrawn="1"/>
          </p:nvSpPr>
          <p:spPr bwMode="auto">
            <a:xfrm rot="10800000">
              <a:off x="483" y="272"/>
              <a:ext cx="108" cy="108"/>
            </a:xfrm>
            <a:prstGeom prst="rect">
              <a:avLst/>
            </a:prstGeom>
            <a:solidFill>
              <a:srgbClr val="CDDEFF"/>
            </a:solidFill>
            <a:ln>
              <a:noFill/>
            </a:ln>
            <a:effectLst>
              <a:outerShdw dist="35921" dir="2700000" algn="ctr" rotWithShape="0">
                <a:srgbClr val="E5EEFF"/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1pPr>
              <a:lvl2pPr marL="742950" indent="-28575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2pPr>
              <a:lvl3pPr marL="1143000" indent="-22860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3pPr>
              <a:lvl4pPr marL="1600200" indent="-22860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4pPr>
              <a:lvl5pPr marL="2057400" indent="-22860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9pPr>
            </a:lstStyle>
            <a:p>
              <a:pPr algn="ctr" eaLnBrk="1" hangingPunct="1">
                <a:defRPr/>
              </a:pPr>
              <a:endParaRPr lang="ja-JP" altLang="en-US" sz="1400" b="1">
                <a:solidFill>
                  <a:prstClr val="black"/>
                </a:solidFill>
              </a:endParaRPr>
            </a:p>
          </p:txBody>
        </p:sp>
        <p:sp>
          <p:nvSpPr>
            <p:cNvPr id="12" name="Rectangle 81"/>
            <p:cNvSpPr>
              <a:spLocks noChangeArrowheads="1"/>
            </p:cNvSpPr>
            <p:nvPr userDrawn="1"/>
          </p:nvSpPr>
          <p:spPr bwMode="auto">
            <a:xfrm rot="10800000">
              <a:off x="374" y="380"/>
              <a:ext cx="108" cy="108"/>
            </a:xfrm>
            <a:prstGeom prst="rect">
              <a:avLst/>
            </a:prstGeom>
            <a:solidFill>
              <a:srgbClr val="E5EEFF"/>
            </a:solidFill>
            <a:ln>
              <a:noFill/>
            </a:ln>
            <a:effectLst>
              <a:outerShdw dist="35921" dir="2700000" algn="ctr" rotWithShape="0">
                <a:srgbClr val="E5EEFF"/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1pPr>
              <a:lvl2pPr marL="742950" indent="-28575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2pPr>
              <a:lvl3pPr marL="1143000" indent="-22860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3pPr>
              <a:lvl4pPr marL="1600200" indent="-22860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4pPr>
              <a:lvl5pPr marL="2057400" indent="-22860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9pPr>
            </a:lstStyle>
            <a:p>
              <a:pPr algn="ctr" eaLnBrk="1" hangingPunct="1">
                <a:defRPr/>
              </a:pPr>
              <a:endParaRPr lang="ja-JP" altLang="en-US" sz="1400" b="1">
                <a:solidFill>
                  <a:prstClr val="black"/>
                </a:solidFill>
              </a:endParaRPr>
            </a:p>
          </p:txBody>
        </p:sp>
        <p:sp>
          <p:nvSpPr>
            <p:cNvPr id="13" name="Rectangle 82"/>
            <p:cNvSpPr>
              <a:spLocks noChangeArrowheads="1"/>
            </p:cNvSpPr>
            <p:nvPr userDrawn="1"/>
          </p:nvSpPr>
          <p:spPr bwMode="auto">
            <a:xfrm rot="10800000">
              <a:off x="374" y="164"/>
              <a:ext cx="108" cy="108"/>
            </a:xfrm>
            <a:prstGeom prst="rect">
              <a:avLst/>
            </a:prstGeom>
            <a:solidFill>
              <a:srgbClr val="CDDEFF"/>
            </a:solidFill>
            <a:ln>
              <a:noFill/>
            </a:ln>
            <a:effectLst>
              <a:outerShdw dist="35921" dir="2700000" algn="ctr" rotWithShape="0">
                <a:srgbClr val="E5EEFF"/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1pPr>
              <a:lvl2pPr marL="742950" indent="-28575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2pPr>
              <a:lvl3pPr marL="1143000" indent="-22860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3pPr>
              <a:lvl4pPr marL="1600200" indent="-22860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4pPr>
              <a:lvl5pPr marL="2057400" indent="-22860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9pPr>
            </a:lstStyle>
            <a:p>
              <a:pPr algn="ctr" eaLnBrk="1" hangingPunct="1">
                <a:defRPr/>
              </a:pPr>
              <a:endParaRPr lang="ja-JP" altLang="en-US" sz="1400" b="1">
                <a:solidFill>
                  <a:prstClr val="black"/>
                </a:solidFill>
              </a:endParaRPr>
            </a:p>
          </p:txBody>
        </p:sp>
        <p:sp>
          <p:nvSpPr>
            <p:cNvPr id="14" name="Rectangle 83"/>
            <p:cNvSpPr>
              <a:spLocks noChangeArrowheads="1"/>
            </p:cNvSpPr>
            <p:nvPr userDrawn="1"/>
          </p:nvSpPr>
          <p:spPr bwMode="auto">
            <a:xfrm rot="10800000">
              <a:off x="266" y="272"/>
              <a:ext cx="108" cy="108"/>
            </a:xfrm>
            <a:prstGeom prst="rect">
              <a:avLst/>
            </a:prstGeom>
            <a:solidFill>
              <a:srgbClr val="CDDEFF"/>
            </a:solidFill>
            <a:ln>
              <a:noFill/>
            </a:ln>
            <a:effectLst>
              <a:outerShdw dist="35921" dir="2700000" algn="ctr" rotWithShape="0">
                <a:srgbClr val="E5EEFF"/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1pPr>
              <a:lvl2pPr marL="742950" indent="-28575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2pPr>
              <a:lvl3pPr marL="1143000" indent="-22860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3pPr>
              <a:lvl4pPr marL="1600200" indent="-22860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4pPr>
              <a:lvl5pPr marL="2057400" indent="-22860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9pPr>
            </a:lstStyle>
            <a:p>
              <a:pPr algn="ctr" eaLnBrk="1" hangingPunct="1">
                <a:defRPr/>
              </a:pPr>
              <a:endParaRPr lang="ja-JP" altLang="en-US" sz="1400" b="1">
                <a:solidFill>
                  <a:prstClr val="black"/>
                </a:solidFill>
              </a:endParaRPr>
            </a:p>
          </p:txBody>
        </p:sp>
        <p:sp>
          <p:nvSpPr>
            <p:cNvPr id="15" name="Rectangle 84"/>
            <p:cNvSpPr>
              <a:spLocks noChangeArrowheads="1"/>
            </p:cNvSpPr>
            <p:nvPr userDrawn="1"/>
          </p:nvSpPr>
          <p:spPr bwMode="auto">
            <a:xfrm rot="10800000">
              <a:off x="158" y="595"/>
              <a:ext cx="108" cy="108"/>
            </a:xfrm>
            <a:prstGeom prst="rect">
              <a:avLst/>
            </a:prstGeom>
            <a:solidFill>
              <a:srgbClr val="E5EEFF"/>
            </a:solidFill>
            <a:ln>
              <a:noFill/>
            </a:ln>
            <a:effectLst>
              <a:outerShdw dist="35921" dir="2700000" algn="ctr" rotWithShape="0">
                <a:srgbClr val="E5EEFF"/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1pPr>
              <a:lvl2pPr marL="742950" indent="-28575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2pPr>
              <a:lvl3pPr marL="1143000" indent="-22860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3pPr>
              <a:lvl4pPr marL="1600200" indent="-22860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4pPr>
              <a:lvl5pPr marL="2057400" indent="-22860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9pPr>
            </a:lstStyle>
            <a:p>
              <a:pPr algn="ctr" eaLnBrk="1" hangingPunct="1">
                <a:defRPr/>
              </a:pPr>
              <a:endParaRPr lang="ja-JP" altLang="en-US" sz="1400" b="1">
                <a:solidFill>
                  <a:prstClr val="black"/>
                </a:solidFill>
              </a:endParaRPr>
            </a:p>
          </p:txBody>
        </p:sp>
        <p:sp>
          <p:nvSpPr>
            <p:cNvPr id="16" name="Rectangle 85"/>
            <p:cNvSpPr>
              <a:spLocks noChangeArrowheads="1"/>
            </p:cNvSpPr>
            <p:nvPr userDrawn="1"/>
          </p:nvSpPr>
          <p:spPr bwMode="auto">
            <a:xfrm rot="10800000">
              <a:off x="158" y="164"/>
              <a:ext cx="108" cy="108"/>
            </a:xfrm>
            <a:prstGeom prst="rect">
              <a:avLst/>
            </a:prstGeom>
            <a:solidFill>
              <a:srgbClr val="6699FF"/>
            </a:solidFill>
            <a:ln>
              <a:noFill/>
            </a:ln>
            <a:effectLst>
              <a:outerShdw dist="35921" dir="2700000" algn="ctr" rotWithShape="0">
                <a:srgbClr val="E5EEFF"/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1pPr>
              <a:lvl2pPr marL="742950" indent="-28575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2pPr>
              <a:lvl3pPr marL="1143000" indent="-22860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3pPr>
              <a:lvl4pPr marL="1600200" indent="-22860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4pPr>
              <a:lvl5pPr marL="2057400" indent="-22860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9pPr>
            </a:lstStyle>
            <a:p>
              <a:pPr algn="ctr" eaLnBrk="1" hangingPunct="1">
                <a:defRPr/>
              </a:pPr>
              <a:endParaRPr lang="ja-JP" altLang="en-US" sz="1400" b="1">
                <a:solidFill>
                  <a:prstClr val="black"/>
                </a:solidFill>
              </a:endParaRPr>
            </a:p>
          </p:txBody>
        </p:sp>
        <p:sp>
          <p:nvSpPr>
            <p:cNvPr id="17" name="Rectangle 86"/>
            <p:cNvSpPr>
              <a:spLocks noChangeArrowheads="1"/>
            </p:cNvSpPr>
            <p:nvPr userDrawn="1"/>
          </p:nvSpPr>
          <p:spPr bwMode="auto">
            <a:xfrm rot="10800000">
              <a:off x="591" y="164"/>
              <a:ext cx="108" cy="108"/>
            </a:xfrm>
            <a:prstGeom prst="rect">
              <a:avLst/>
            </a:prstGeom>
            <a:solidFill>
              <a:srgbClr val="E5EEFF"/>
            </a:solidFill>
            <a:ln>
              <a:noFill/>
            </a:ln>
            <a:effectLst>
              <a:outerShdw dist="35921" dir="2700000" algn="ctr" rotWithShape="0">
                <a:srgbClr val="E5EEFF"/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1pPr>
              <a:lvl2pPr marL="742950" indent="-28575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2pPr>
              <a:lvl3pPr marL="1143000" indent="-22860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3pPr>
              <a:lvl4pPr marL="1600200" indent="-22860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4pPr>
              <a:lvl5pPr marL="2057400" indent="-22860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9pPr>
            </a:lstStyle>
            <a:p>
              <a:pPr algn="ctr" eaLnBrk="1" hangingPunct="1">
                <a:defRPr/>
              </a:pPr>
              <a:endParaRPr lang="ja-JP" altLang="en-US" sz="1400" b="1">
                <a:solidFill>
                  <a:prstClr val="black"/>
                </a:solidFill>
              </a:endParaRPr>
            </a:p>
          </p:txBody>
        </p:sp>
        <p:sp>
          <p:nvSpPr>
            <p:cNvPr id="18" name="Rectangle 87"/>
            <p:cNvSpPr>
              <a:spLocks noChangeArrowheads="1"/>
            </p:cNvSpPr>
            <p:nvPr userDrawn="1"/>
          </p:nvSpPr>
          <p:spPr bwMode="auto">
            <a:xfrm rot="10800000">
              <a:off x="266" y="489"/>
              <a:ext cx="108" cy="107"/>
            </a:xfrm>
            <a:prstGeom prst="rect">
              <a:avLst/>
            </a:prstGeom>
            <a:solidFill>
              <a:srgbClr val="CDDEFF"/>
            </a:solidFill>
            <a:ln>
              <a:noFill/>
            </a:ln>
            <a:effectLst>
              <a:outerShdw dist="35921" dir="2700000" algn="ctr" rotWithShape="0">
                <a:srgbClr val="E5EEFF"/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1pPr>
              <a:lvl2pPr marL="742950" indent="-28575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2pPr>
              <a:lvl3pPr marL="1143000" indent="-22860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3pPr>
              <a:lvl4pPr marL="1600200" indent="-22860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4pPr>
              <a:lvl5pPr marL="2057400" indent="-22860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9pPr>
            </a:lstStyle>
            <a:p>
              <a:pPr algn="ctr" eaLnBrk="1" hangingPunct="1">
                <a:defRPr/>
              </a:pPr>
              <a:endParaRPr lang="ja-JP" altLang="en-US" sz="1400" b="1">
                <a:solidFill>
                  <a:prstClr val="black"/>
                </a:solidFill>
              </a:endParaRPr>
            </a:p>
          </p:txBody>
        </p:sp>
        <p:sp>
          <p:nvSpPr>
            <p:cNvPr id="19" name="Rectangle 88"/>
            <p:cNvSpPr>
              <a:spLocks noChangeArrowheads="1"/>
            </p:cNvSpPr>
            <p:nvPr userDrawn="1"/>
          </p:nvSpPr>
          <p:spPr bwMode="auto">
            <a:xfrm rot="10800000">
              <a:off x="158" y="380"/>
              <a:ext cx="108" cy="108"/>
            </a:xfrm>
            <a:prstGeom prst="rect">
              <a:avLst/>
            </a:prstGeom>
            <a:solidFill>
              <a:srgbClr val="9FBFFF"/>
            </a:solidFill>
            <a:ln>
              <a:noFill/>
            </a:ln>
            <a:effectLst>
              <a:outerShdw dist="35921" dir="2700000" algn="ctr" rotWithShape="0">
                <a:srgbClr val="E5EEFF"/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1pPr>
              <a:lvl2pPr marL="742950" indent="-28575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2pPr>
              <a:lvl3pPr marL="1143000" indent="-22860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3pPr>
              <a:lvl4pPr marL="1600200" indent="-22860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4pPr>
              <a:lvl5pPr marL="2057400" indent="-22860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9pPr>
            </a:lstStyle>
            <a:p>
              <a:pPr algn="ctr" eaLnBrk="1" hangingPunct="1">
                <a:defRPr/>
              </a:pPr>
              <a:endParaRPr lang="ja-JP" altLang="en-US" sz="1400" b="1">
                <a:solidFill>
                  <a:prstClr val="black"/>
                </a:solidFill>
              </a:endParaRPr>
            </a:p>
          </p:txBody>
        </p:sp>
        <p:sp>
          <p:nvSpPr>
            <p:cNvPr id="20" name="Rectangle 89"/>
            <p:cNvSpPr>
              <a:spLocks noChangeArrowheads="1"/>
            </p:cNvSpPr>
            <p:nvPr userDrawn="1"/>
          </p:nvSpPr>
          <p:spPr bwMode="auto">
            <a:xfrm rot="10800000">
              <a:off x="593" y="380"/>
              <a:ext cx="108" cy="108"/>
            </a:xfrm>
            <a:prstGeom prst="rect">
              <a:avLst/>
            </a:prstGeom>
            <a:solidFill>
              <a:srgbClr val="CDDEFF"/>
            </a:solidFill>
            <a:ln>
              <a:noFill/>
            </a:ln>
            <a:effectLst>
              <a:outerShdw dist="35921" dir="2700000" algn="ctr" rotWithShape="0">
                <a:srgbClr val="E5EEFF"/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1pPr>
              <a:lvl2pPr marL="742950" indent="-28575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2pPr>
              <a:lvl3pPr marL="1143000" indent="-22860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3pPr>
              <a:lvl4pPr marL="1600200" indent="-22860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4pPr>
              <a:lvl5pPr marL="2057400" indent="-22860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9pPr>
            </a:lstStyle>
            <a:p>
              <a:pPr algn="ctr" eaLnBrk="1" hangingPunct="1">
                <a:defRPr/>
              </a:pPr>
              <a:endParaRPr lang="ja-JP" altLang="en-US" sz="1400" b="1">
                <a:solidFill>
                  <a:prstClr val="black"/>
                </a:solidFill>
              </a:endParaRPr>
            </a:p>
          </p:txBody>
        </p:sp>
        <p:sp>
          <p:nvSpPr>
            <p:cNvPr id="21" name="Rectangle 90"/>
            <p:cNvSpPr>
              <a:spLocks noChangeArrowheads="1"/>
            </p:cNvSpPr>
            <p:nvPr userDrawn="1"/>
          </p:nvSpPr>
          <p:spPr bwMode="auto">
            <a:xfrm rot="10800000">
              <a:off x="485" y="489"/>
              <a:ext cx="108" cy="107"/>
            </a:xfrm>
            <a:prstGeom prst="rect">
              <a:avLst/>
            </a:prstGeom>
            <a:solidFill>
              <a:srgbClr val="CDDEFF"/>
            </a:solidFill>
            <a:ln>
              <a:noFill/>
            </a:ln>
            <a:effectLst>
              <a:outerShdw dist="35921" dir="2700000" algn="ctr" rotWithShape="0">
                <a:srgbClr val="E5EEFF"/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1pPr>
              <a:lvl2pPr marL="742950" indent="-28575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2pPr>
              <a:lvl3pPr marL="1143000" indent="-22860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3pPr>
              <a:lvl4pPr marL="1600200" indent="-22860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4pPr>
              <a:lvl5pPr marL="2057400" indent="-22860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9pPr>
            </a:lstStyle>
            <a:p>
              <a:pPr algn="ctr" eaLnBrk="1" hangingPunct="1">
                <a:defRPr/>
              </a:pPr>
              <a:endParaRPr lang="ja-JP" altLang="en-US" sz="1400" b="1">
                <a:solidFill>
                  <a:prstClr val="black"/>
                </a:solidFill>
              </a:endParaRPr>
            </a:p>
          </p:txBody>
        </p:sp>
        <p:sp>
          <p:nvSpPr>
            <p:cNvPr id="22" name="Rectangle 91"/>
            <p:cNvSpPr>
              <a:spLocks noChangeArrowheads="1"/>
            </p:cNvSpPr>
            <p:nvPr userDrawn="1"/>
          </p:nvSpPr>
          <p:spPr bwMode="auto">
            <a:xfrm rot="10800000">
              <a:off x="377" y="595"/>
              <a:ext cx="108" cy="108"/>
            </a:xfrm>
            <a:prstGeom prst="rect">
              <a:avLst/>
            </a:prstGeom>
            <a:solidFill>
              <a:srgbClr val="9FBFFF"/>
            </a:solidFill>
            <a:ln>
              <a:noFill/>
            </a:ln>
            <a:effectLst>
              <a:outerShdw dist="35921" dir="2700000" algn="ctr" rotWithShape="0">
                <a:srgbClr val="E5EEFF"/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1pPr>
              <a:lvl2pPr marL="742950" indent="-28575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2pPr>
              <a:lvl3pPr marL="1143000" indent="-22860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3pPr>
              <a:lvl4pPr marL="1600200" indent="-22860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4pPr>
              <a:lvl5pPr marL="2057400" indent="-22860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9pPr>
            </a:lstStyle>
            <a:p>
              <a:pPr algn="ctr" eaLnBrk="1" hangingPunct="1">
                <a:defRPr/>
              </a:pPr>
              <a:endParaRPr lang="ja-JP" altLang="en-US" sz="1400" b="1">
                <a:solidFill>
                  <a:prstClr val="black"/>
                </a:solidFill>
              </a:endParaRPr>
            </a:p>
          </p:txBody>
        </p:sp>
        <p:sp>
          <p:nvSpPr>
            <p:cNvPr id="23" name="Rectangle 92"/>
            <p:cNvSpPr>
              <a:spLocks noChangeArrowheads="1"/>
            </p:cNvSpPr>
            <p:nvPr userDrawn="1"/>
          </p:nvSpPr>
          <p:spPr bwMode="auto">
            <a:xfrm rot="10800000">
              <a:off x="595" y="601"/>
              <a:ext cx="108" cy="108"/>
            </a:xfrm>
            <a:prstGeom prst="rect">
              <a:avLst/>
            </a:prstGeom>
            <a:solidFill>
              <a:srgbClr val="6699FF"/>
            </a:solidFill>
            <a:ln>
              <a:noFill/>
            </a:ln>
            <a:effectLst>
              <a:outerShdw dist="35921" dir="2700000" algn="ctr" rotWithShape="0">
                <a:srgbClr val="E5EEFF"/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1pPr>
              <a:lvl2pPr marL="742950" indent="-28575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2pPr>
              <a:lvl3pPr marL="1143000" indent="-22860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3pPr>
              <a:lvl4pPr marL="1600200" indent="-22860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4pPr>
              <a:lvl5pPr marL="2057400" indent="-22860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9pPr>
            </a:lstStyle>
            <a:p>
              <a:pPr algn="ctr" eaLnBrk="1" hangingPunct="1">
                <a:defRPr/>
              </a:pPr>
              <a:endParaRPr lang="ja-JP" altLang="en-US" sz="1400" b="1">
                <a:solidFill>
                  <a:prstClr val="black"/>
                </a:solidFill>
              </a:endParaRPr>
            </a:p>
          </p:txBody>
        </p:sp>
      </p:grpSp>
      <p:sp>
        <p:nvSpPr>
          <p:cNvPr id="3115" name="Rectangle 43"/>
          <p:cNvSpPr>
            <a:spLocks noGrp="1" noChangeArrowheads="1"/>
          </p:cNvSpPr>
          <p:nvPr>
            <p:ph type="ctrTitle"/>
          </p:nvPr>
        </p:nvSpPr>
        <p:spPr>
          <a:xfrm>
            <a:off x="1064568" y="2246313"/>
            <a:ext cx="7256463" cy="1470025"/>
          </a:xfrm>
        </p:spPr>
        <p:txBody>
          <a:bodyPr/>
          <a:lstStyle>
            <a:lvl1pPr algn="ctr">
              <a:defRPr sz="2800" b="1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116" name="Rectangle 44"/>
          <p:cNvSpPr>
            <a:spLocks noGrp="1" noChangeArrowheads="1"/>
          </p:cNvSpPr>
          <p:nvPr>
            <p:ph type="subTitle" idx="1"/>
          </p:nvPr>
        </p:nvSpPr>
        <p:spPr>
          <a:xfrm>
            <a:off x="1485900" y="5445125"/>
            <a:ext cx="6934200" cy="431800"/>
          </a:xfrm>
        </p:spPr>
        <p:txBody>
          <a:bodyPr/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ja-JP" altLang="en-US"/>
              <a:t>マスタ サブタイトルの書式設定</a:t>
            </a:r>
          </a:p>
        </p:txBody>
      </p:sp>
      <p:sp>
        <p:nvSpPr>
          <p:cNvPr id="24" name="Rectangle 45"/>
          <p:cNvSpPr>
            <a:spLocks noGrp="1" noChangeArrowheads="1"/>
          </p:cNvSpPr>
          <p:nvPr>
            <p:ph type="dt" sz="half" idx="10"/>
          </p:nvPr>
        </p:nvSpPr>
        <p:spPr>
          <a:xfrm>
            <a:off x="1285875" y="6165850"/>
            <a:ext cx="2311400" cy="476250"/>
          </a:xfrm>
          <a:prstGeom prst="rect">
            <a:avLst/>
          </a:prstGeom>
        </p:spPr>
        <p:txBody>
          <a:bodyPr anchor="t"/>
          <a:lstStyle>
            <a:lvl1pPr>
              <a:defRPr/>
            </a:lvl1pPr>
          </a:lstStyle>
          <a:p>
            <a:pPr algn="ctr" fontAlgn="ctr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>
                <a:srgbClr val="647E9E"/>
              </a:buClr>
              <a:buSzPct val="80000"/>
              <a:buFont typeface="Wingdings" pitchFamily="2" charset="2"/>
              <a:buNone/>
              <a:defRPr/>
            </a:pPr>
            <a:endParaRPr lang="en-US" altLang="ja-JP">
              <a:solidFill>
                <a:prstClr val="black"/>
              </a:solidFill>
            </a:endParaRPr>
          </a:p>
        </p:txBody>
      </p:sp>
      <p:sp>
        <p:nvSpPr>
          <p:cNvPr id="25" name="Rectangle 46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376613" y="6165850"/>
            <a:ext cx="31369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ＭＳ Ｐゴシック" pitchFamily="50" charset="-128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174957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65"/>
          <p:cNvSpPr>
            <a:spLocks noChangeArrowheads="1"/>
          </p:cNvSpPr>
          <p:nvPr userDrawn="1"/>
        </p:nvSpPr>
        <p:spPr bwMode="gray">
          <a:xfrm>
            <a:off x="0" y="6669088"/>
            <a:ext cx="9906000" cy="196850"/>
          </a:xfrm>
          <a:prstGeom prst="rect">
            <a:avLst/>
          </a:prstGeom>
          <a:gradFill rotWithShape="1">
            <a:gsLst>
              <a:gs pos="0">
                <a:srgbClr val="CCECFF">
                  <a:alpha val="4999"/>
                </a:srgbClr>
              </a:gs>
              <a:gs pos="100000">
                <a:srgbClr val="6699FF">
                  <a:alpha val="39998"/>
                </a:srgbClr>
              </a:gs>
            </a:gsLst>
            <a:lin ang="27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9pPr>
          </a:lstStyle>
          <a:p>
            <a:pPr algn="ctr" eaLnBrk="1" hangingPunct="1">
              <a:defRPr/>
            </a:pPr>
            <a:endParaRPr lang="ja-JP" altLang="en-US" sz="1400" b="1">
              <a:solidFill>
                <a:prstClr val="black"/>
              </a:solidFill>
            </a:endParaRPr>
          </a:p>
        </p:txBody>
      </p:sp>
      <p:sp>
        <p:nvSpPr>
          <p:cNvPr id="5" name="Rectangle 172"/>
          <p:cNvSpPr>
            <a:spLocks noChangeArrowheads="1"/>
          </p:cNvSpPr>
          <p:nvPr userDrawn="1"/>
        </p:nvSpPr>
        <p:spPr bwMode="gray">
          <a:xfrm>
            <a:off x="273050" y="404813"/>
            <a:ext cx="9632950" cy="71437"/>
          </a:xfrm>
          <a:prstGeom prst="rect">
            <a:avLst/>
          </a:prstGeom>
          <a:gradFill rotWithShape="1">
            <a:gsLst>
              <a:gs pos="0">
                <a:schemeClr val="bg1">
                  <a:alpha val="71999"/>
                </a:schemeClr>
              </a:gs>
              <a:gs pos="100000">
                <a:srgbClr val="6699FF"/>
              </a:gs>
            </a:gsLst>
            <a:lin ang="27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9pPr>
          </a:lstStyle>
          <a:p>
            <a:pPr algn="ctr" eaLnBrk="1" hangingPunct="1">
              <a:defRPr/>
            </a:pPr>
            <a:endParaRPr lang="ja-JP" altLang="en-US" sz="1400" b="1">
              <a:solidFill>
                <a:prstClr val="black"/>
              </a:solidFill>
            </a:endParaRPr>
          </a:p>
        </p:txBody>
      </p:sp>
      <p:sp>
        <p:nvSpPr>
          <p:cNvPr id="6" name="Rectangle 177"/>
          <p:cNvSpPr>
            <a:spLocks noChangeArrowheads="1"/>
          </p:cNvSpPr>
          <p:nvPr userDrawn="1"/>
        </p:nvSpPr>
        <p:spPr bwMode="auto">
          <a:xfrm>
            <a:off x="2289175" y="6337300"/>
            <a:ext cx="53467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9pPr>
          </a:lstStyle>
          <a:p>
            <a:pPr algn="ctr" eaLnBrk="1" hangingPunct="1">
              <a:defRPr/>
            </a:pPr>
            <a:endParaRPr lang="en-US" altLang="ja-JP" sz="1000">
              <a:solidFill>
                <a:prstClr val="black"/>
              </a:solidFill>
            </a:endParaRPr>
          </a:p>
          <a:p>
            <a:pPr algn="ctr" eaLnBrk="1" hangingPunct="1">
              <a:defRPr/>
            </a:pPr>
            <a:endParaRPr lang="en-US" altLang="ja-JP" sz="1000">
              <a:solidFill>
                <a:prstClr val="black"/>
              </a:solidFill>
            </a:endParaRPr>
          </a:p>
        </p:txBody>
      </p:sp>
      <p:pic>
        <p:nvPicPr>
          <p:cNvPr id="7" name="図 8" descr="SinoComdir-logom2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225" y="22225"/>
            <a:ext cx="404813" cy="404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スライド番号プレースホルダ 3"/>
          <p:cNvSpPr>
            <a:spLocks noGrp="1"/>
          </p:cNvSpPr>
          <p:nvPr>
            <p:ph type="sldNum" sz="quarter" idx="10"/>
          </p:nvPr>
        </p:nvSpPr>
        <p:spPr>
          <a:xfrm>
            <a:off x="9409457" y="6633356"/>
            <a:ext cx="584103" cy="1841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algn="ctr" fontAlgn="ctr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>
                <a:srgbClr val="647E9E"/>
              </a:buClr>
              <a:buSzPct val="80000"/>
              <a:buFont typeface="Wingdings" pitchFamily="2" charset="2"/>
              <a:buNone/>
              <a:defRPr/>
            </a:pPr>
            <a:fld id="{84D70646-AC34-4952-86F6-5152C004452E}" type="slidenum">
              <a:rPr lang="en-US" altLang="ja-JP" smtClean="0">
                <a:solidFill>
                  <a:prstClr val="black"/>
                </a:solidFill>
              </a:rPr>
              <a:pPr algn="ctr" fontAlgn="ctr">
                <a:lnSpc>
                  <a:spcPct val="110000"/>
                </a:lnSpc>
                <a:spcBef>
                  <a:spcPct val="10000"/>
                </a:spcBef>
                <a:spcAft>
                  <a:spcPct val="10000"/>
                </a:spcAft>
                <a:buClr>
                  <a:srgbClr val="647E9E"/>
                </a:buClr>
                <a:buSzPct val="80000"/>
                <a:buFont typeface="Wingdings" pitchFamily="2" charset="2"/>
                <a:buNone/>
                <a:defRPr/>
              </a:pPr>
              <a:t>‹#›</a:t>
            </a:fld>
            <a:endParaRPr lang="en-US" altLang="ja-JP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44021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image" Target="../media/image2.jpe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3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344488" y="333375"/>
            <a:ext cx="8420100" cy="839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395" tIns="48197" rIns="96395" bIns="4819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/>
              <a:t>マスタ タイトルの書式設定</a:t>
            </a:r>
          </a:p>
        </p:txBody>
      </p:sp>
      <p:sp>
        <p:nvSpPr>
          <p:cNvPr id="1027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742950" y="1981200"/>
            <a:ext cx="916305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395" tIns="48197" rIns="96395" bIns="4819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/>
              <a:t>マスタ テキストの書式設定</a:t>
            </a:r>
          </a:p>
          <a:p>
            <a:pPr lvl="1"/>
            <a:r>
              <a:rPr lang="ja-JP"/>
              <a:t>第 </a:t>
            </a:r>
            <a:r>
              <a:rPr lang="ja-JP" altLang="ja-JP"/>
              <a:t>2 </a:t>
            </a:r>
            <a:r>
              <a:rPr lang="ja-JP"/>
              <a:t>レベル</a:t>
            </a:r>
          </a:p>
          <a:p>
            <a:pPr lvl="2"/>
            <a:r>
              <a:rPr lang="ja-JP"/>
              <a:t>第 </a:t>
            </a:r>
            <a:r>
              <a:rPr lang="ja-JP" altLang="ja-JP"/>
              <a:t>3 </a:t>
            </a:r>
            <a:r>
              <a:rPr lang="ja-JP"/>
              <a:t>レベル</a:t>
            </a:r>
          </a:p>
          <a:p>
            <a:pPr lvl="3"/>
            <a:r>
              <a:rPr lang="ja-JP"/>
              <a:t>第 </a:t>
            </a:r>
            <a:r>
              <a:rPr lang="ja-JP" altLang="ja-JP"/>
              <a:t>4 </a:t>
            </a:r>
            <a:r>
              <a:rPr lang="ja-JP"/>
              <a:t>レベル</a:t>
            </a:r>
          </a:p>
          <a:p>
            <a:pPr lvl="4"/>
            <a:r>
              <a:rPr lang="ja-JP"/>
              <a:t>第 </a:t>
            </a:r>
            <a:r>
              <a:rPr lang="ja-JP" altLang="ja-JP"/>
              <a:t>5 </a:t>
            </a:r>
            <a:r>
              <a:rPr lang="ja-JP"/>
              <a:t>レベル</a:t>
            </a:r>
          </a:p>
        </p:txBody>
      </p:sp>
      <p:sp>
        <p:nvSpPr>
          <p:cNvPr id="1028" name="Rectangle 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84550" y="6172200"/>
            <a:ext cx="31369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395" tIns="48197" rIns="96395" bIns="48197" numCol="1" anchor="ctr" anchorCtr="0" compatLnSpc="1">
            <a:prstTxWarp prst="textNoShape">
              <a:avLst/>
            </a:prstTxWarp>
          </a:bodyPr>
          <a:lstStyle>
            <a:lvl1pPr algn="ctr">
              <a:defRPr kumimoji="0" sz="1400">
                <a:latin typeface="+mj-lt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26"/>
          <p:cNvSpPr>
            <a:spLocks noChangeArrowheads="1"/>
          </p:cNvSpPr>
          <p:nvPr/>
        </p:nvSpPr>
        <p:spPr bwMode="auto">
          <a:xfrm>
            <a:off x="273050" y="652463"/>
            <a:ext cx="9632950" cy="76200"/>
          </a:xfrm>
          <a:prstGeom prst="rect">
            <a:avLst/>
          </a:prstGeom>
          <a:solidFill>
            <a:srgbClr val="00CCFF"/>
          </a:solidFill>
          <a:ln w="9525">
            <a:noFill/>
            <a:miter lim="800000"/>
            <a:headEnd/>
            <a:tailEnd/>
          </a:ln>
        </p:spPr>
        <p:txBody>
          <a:bodyPr lIns="95729" tIns="47865" rIns="95729" bIns="47865"/>
          <a:lstStyle/>
          <a:p>
            <a:pPr defTabSz="957263">
              <a:defRPr/>
            </a:pPr>
            <a:endParaRPr kumimoji="0" lang="ja-JP" altLang="en-US" sz="2500">
              <a:latin typeface="Times New Roman" pitchFamily="18" charset="0"/>
              <a:ea typeface="ＭＳ Ｐゴシック" pitchFamily="50" charset="-128"/>
            </a:endParaRPr>
          </a:p>
        </p:txBody>
      </p:sp>
      <p:pic>
        <p:nvPicPr>
          <p:cNvPr id="1030" name="Picture 7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8374063" y="0"/>
            <a:ext cx="1531937" cy="627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テキスト ボックス 6"/>
          <p:cNvSpPr txBox="1">
            <a:spLocks noChangeArrowheads="1"/>
          </p:cNvSpPr>
          <p:nvPr userDrawn="1"/>
        </p:nvSpPr>
        <p:spPr bwMode="auto">
          <a:xfrm>
            <a:off x="9407525" y="6562725"/>
            <a:ext cx="474663" cy="2619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ＭＳ Ｐゴシック" pitchFamily="50" charset="-128"/>
                <a:ea typeface="ＭＳ Ｐゴシック" pitchFamily="50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ＭＳ Ｐゴシック" pitchFamily="50" charset="-128"/>
                <a:ea typeface="ＭＳ Ｐゴシック" pitchFamily="50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ＭＳ Ｐゴシック" pitchFamily="50" charset="-128"/>
                <a:ea typeface="ＭＳ Ｐゴシック" pitchFamily="50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ＭＳ Ｐゴシック" pitchFamily="50" charset="-128"/>
                <a:ea typeface="ＭＳ Ｐゴシック" pitchFamily="50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ＭＳ Ｐゴシック" pitchFamily="50" charset="-128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ＭＳ Ｐゴシック" pitchFamily="50" charset="-128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ＭＳ Ｐゴシック" pitchFamily="50" charset="-128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ＭＳ Ｐゴシック" pitchFamily="50" charset="-128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ＭＳ Ｐゴシック" pitchFamily="50" charset="-128"/>
                <a:ea typeface="ＭＳ Ｐゴシック" pitchFamily="50" charset="-128"/>
              </a:defRPr>
            </a:lvl9pPr>
          </a:lstStyle>
          <a:p>
            <a:pPr algn="ctr" eaLnBrk="1" fontAlgn="ctr" hangingPunct="1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>
                <a:srgbClr val="647E9E"/>
              </a:buClr>
              <a:buSzPct val="80000"/>
              <a:buFont typeface="Wingdings" pitchFamily="2" charset="2"/>
              <a:buNone/>
              <a:defRPr/>
            </a:pPr>
            <a:fld id="{1A90D3D1-DAD7-4F5D-B8D9-FECF06E60720}" type="slidenum">
              <a:rPr kumimoji="0" lang="ja-JP" altLang="en-US" sz="1000" smtClean="0">
                <a:solidFill>
                  <a:srgbClr val="000000"/>
                </a:solidFill>
              </a:rPr>
              <a:pPr algn="ctr" eaLnBrk="1" fontAlgn="ctr" hangingPunct="1">
                <a:lnSpc>
                  <a:spcPct val="110000"/>
                </a:lnSpc>
                <a:spcBef>
                  <a:spcPct val="10000"/>
                </a:spcBef>
                <a:spcAft>
                  <a:spcPct val="10000"/>
                </a:spcAft>
                <a:buClr>
                  <a:srgbClr val="647E9E"/>
                </a:buClr>
                <a:buSzPct val="80000"/>
                <a:buFont typeface="Wingdings" pitchFamily="2" charset="2"/>
                <a:buNone/>
                <a:defRPr/>
              </a:pPr>
              <a:t>‹#›</a:t>
            </a:fld>
            <a:endParaRPr kumimoji="0" lang="ja-JP" altLang="en-US" sz="1000">
              <a:solidFill>
                <a:srgbClr val="0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6060" r:id="rId1"/>
    <p:sldLayoutId id="2147486061" r:id="rId2"/>
    <p:sldLayoutId id="2147486062" r:id="rId3"/>
    <p:sldLayoutId id="2147486063" r:id="rId4"/>
    <p:sldLayoutId id="2147486064" r:id="rId5"/>
    <p:sldLayoutId id="2147486065" r:id="rId6"/>
    <p:sldLayoutId id="2147486066" r:id="rId7"/>
    <p:sldLayoutId id="2147486067" r:id="rId8"/>
    <p:sldLayoutId id="2147486068" r:id="rId9"/>
    <p:sldLayoutId id="2147486069" r:id="rId10"/>
    <p:sldLayoutId id="2147486070" r:id="rId11"/>
  </p:sldLayoutIdLst>
  <p:transition spd="med"/>
  <p:txStyles>
    <p:titleStyle>
      <a:lvl1pPr algn="l" defTabSz="957263" rtl="0" eaLnBrk="1" fontAlgn="base" hangingPunct="1">
        <a:spcBef>
          <a:spcPct val="0"/>
        </a:spcBef>
        <a:spcAft>
          <a:spcPct val="0"/>
        </a:spcAft>
        <a:defRPr kumimoji="1" sz="3800" b="1">
          <a:solidFill>
            <a:schemeClr val="bg2"/>
          </a:solidFill>
          <a:latin typeface="+mj-lt"/>
          <a:ea typeface="+mj-ea"/>
          <a:cs typeface="+mj-cs"/>
        </a:defRPr>
      </a:lvl1pPr>
      <a:lvl2pPr algn="l" defTabSz="957263" rtl="0" eaLnBrk="1" fontAlgn="base" hangingPunct="1">
        <a:spcBef>
          <a:spcPct val="0"/>
        </a:spcBef>
        <a:spcAft>
          <a:spcPct val="0"/>
        </a:spcAft>
        <a:defRPr kumimoji="1" sz="3800" b="1">
          <a:solidFill>
            <a:schemeClr val="bg2"/>
          </a:solidFill>
          <a:latin typeface="Times New Roman" pitchFamily="18" charset="0"/>
          <a:ea typeface="ＭＳ Ｐゴシック" pitchFamily="50" charset="-128"/>
        </a:defRPr>
      </a:lvl2pPr>
      <a:lvl3pPr algn="l" defTabSz="957263" rtl="0" eaLnBrk="1" fontAlgn="base" hangingPunct="1">
        <a:spcBef>
          <a:spcPct val="0"/>
        </a:spcBef>
        <a:spcAft>
          <a:spcPct val="0"/>
        </a:spcAft>
        <a:defRPr kumimoji="1" sz="3800" b="1">
          <a:solidFill>
            <a:schemeClr val="bg2"/>
          </a:solidFill>
          <a:latin typeface="Times New Roman" pitchFamily="18" charset="0"/>
          <a:ea typeface="ＭＳ Ｐゴシック" pitchFamily="50" charset="-128"/>
        </a:defRPr>
      </a:lvl3pPr>
      <a:lvl4pPr algn="l" defTabSz="957263" rtl="0" eaLnBrk="1" fontAlgn="base" hangingPunct="1">
        <a:spcBef>
          <a:spcPct val="0"/>
        </a:spcBef>
        <a:spcAft>
          <a:spcPct val="0"/>
        </a:spcAft>
        <a:defRPr kumimoji="1" sz="3800" b="1">
          <a:solidFill>
            <a:schemeClr val="bg2"/>
          </a:solidFill>
          <a:latin typeface="Times New Roman" pitchFamily="18" charset="0"/>
          <a:ea typeface="ＭＳ Ｐゴシック" pitchFamily="50" charset="-128"/>
        </a:defRPr>
      </a:lvl4pPr>
      <a:lvl5pPr algn="l" defTabSz="957263" rtl="0" eaLnBrk="1" fontAlgn="base" hangingPunct="1">
        <a:spcBef>
          <a:spcPct val="0"/>
        </a:spcBef>
        <a:spcAft>
          <a:spcPct val="0"/>
        </a:spcAft>
        <a:defRPr kumimoji="1" sz="3800" b="1">
          <a:solidFill>
            <a:schemeClr val="bg2"/>
          </a:solidFill>
          <a:latin typeface="Times New Roman" pitchFamily="18" charset="0"/>
          <a:ea typeface="ＭＳ Ｐゴシック" pitchFamily="50" charset="-128"/>
        </a:defRPr>
      </a:lvl5pPr>
      <a:lvl6pPr marL="457200" algn="l" defTabSz="957263" rtl="0" eaLnBrk="1" fontAlgn="base" hangingPunct="1">
        <a:spcBef>
          <a:spcPct val="0"/>
        </a:spcBef>
        <a:spcAft>
          <a:spcPct val="0"/>
        </a:spcAft>
        <a:defRPr kumimoji="1" sz="3800" b="1">
          <a:solidFill>
            <a:schemeClr val="bg2"/>
          </a:solidFill>
          <a:latin typeface="Times New Roman" pitchFamily="18" charset="0"/>
          <a:ea typeface="ＭＳ Ｐゴシック" pitchFamily="50" charset="-128"/>
        </a:defRPr>
      </a:lvl6pPr>
      <a:lvl7pPr marL="914400" algn="l" defTabSz="957263" rtl="0" eaLnBrk="1" fontAlgn="base" hangingPunct="1">
        <a:spcBef>
          <a:spcPct val="0"/>
        </a:spcBef>
        <a:spcAft>
          <a:spcPct val="0"/>
        </a:spcAft>
        <a:defRPr kumimoji="1" sz="3800" b="1">
          <a:solidFill>
            <a:schemeClr val="bg2"/>
          </a:solidFill>
          <a:latin typeface="Times New Roman" pitchFamily="18" charset="0"/>
          <a:ea typeface="ＭＳ Ｐゴシック" pitchFamily="50" charset="-128"/>
        </a:defRPr>
      </a:lvl7pPr>
      <a:lvl8pPr marL="1371600" algn="l" defTabSz="957263" rtl="0" eaLnBrk="1" fontAlgn="base" hangingPunct="1">
        <a:spcBef>
          <a:spcPct val="0"/>
        </a:spcBef>
        <a:spcAft>
          <a:spcPct val="0"/>
        </a:spcAft>
        <a:defRPr kumimoji="1" sz="3800" b="1">
          <a:solidFill>
            <a:schemeClr val="bg2"/>
          </a:solidFill>
          <a:latin typeface="Times New Roman" pitchFamily="18" charset="0"/>
          <a:ea typeface="ＭＳ Ｐゴシック" pitchFamily="50" charset="-128"/>
        </a:defRPr>
      </a:lvl8pPr>
      <a:lvl9pPr marL="1828800" algn="l" defTabSz="957263" rtl="0" eaLnBrk="1" fontAlgn="base" hangingPunct="1">
        <a:spcBef>
          <a:spcPct val="0"/>
        </a:spcBef>
        <a:spcAft>
          <a:spcPct val="0"/>
        </a:spcAft>
        <a:defRPr kumimoji="1" sz="3800" b="1">
          <a:solidFill>
            <a:schemeClr val="bg2"/>
          </a:solidFill>
          <a:latin typeface="Times New Roman" pitchFamily="18" charset="0"/>
          <a:ea typeface="ＭＳ Ｐゴシック" pitchFamily="50" charset="-128"/>
        </a:defRPr>
      </a:lvl9pPr>
    </p:titleStyle>
    <p:bodyStyle>
      <a:lvl1pPr marL="358775" indent="-358775" algn="l" defTabSz="957263" rtl="0" eaLnBrk="1" fontAlgn="base" hangingPunct="1">
        <a:spcBef>
          <a:spcPct val="20000"/>
        </a:spcBef>
        <a:spcAft>
          <a:spcPct val="0"/>
        </a:spcAft>
        <a:buClr>
          <a:srgbClr val="33CCCC"/>
        </a:buClr>
        <a:buSzPct val="80000"/>
        <a:buFont typeface="Wingdings" pitchFamily="2" charset="2"/>
        <a:buChar char="l"/>
        <a:defRPr kumimoji="1" sz="3400" b="1">
          <a:solidFill>
            <a:schemeClr val="bg2"/>
          </a:solidFill>
          <a:latin typeface="+mn-lt"/>
          <a:ea typeface="+mn-ea"/>
          <a:cs typeface="+mn-cs"/>
        </a:defRPr>
      </a:lvl1pPr>
      <a:lvl2pPr marL="777875" indent="-298450" algn="l" defTabSz="957263" rtl="0" eaLnBrk="1" fontAlgn="base" hangingPunct="1">
        <a:spcBef>
          <a:spcPct val="20000"/>
        </a:spcBef>
        <a:spcAft>
          <a:spcPct val="0"/>
        </a:spcAft>
        <a:buClr>
          <a:srgbClr val="33CCCC"/>
        </a:buClr>
        <a:buChar char="–"/>
        <a:defRPr kumimoji="1" sz="3000" b="1">
          <a:solidFill>
            <a:schemeClr val="bg2"/>
          </a:solidFill>
          <a:latin typeface="+mn-lt"/>
          <a:ea typeface="+mn-ea"/>
        </a:defRPr>
      </a:lvl2pPr>
      <a:lvl3pPr marL="1196975" indent="-239713" algn="l" defTabSz="957263" rtl="0" eaLnBrk="1" fontAlgn="base" hangingPunct="1">
        <a:spcBef>
          <a:spcPct val="20000"/>
        </a:spcBef>
        <a:spcAft>
          <a:spcPct val="0"/>
        </a:spcAft>
        <a:buClr>
          <a:srgbClr val="33CCCC"/>
        </a:buClr>
        <a:buChar char="•"/>
        <a:defRPr kumimoji="1" sz="2500" b="1">
          <a:solidFill>
            <a:schemeClr val="bg2"/>
          </a:solidFill>
          <a:latin typeface="+mn-lt"/>
          <a:ea typeface="+mn-ea"/>
        </a:defRPr>
      </a:lvl3pPr>
      <a:lvl4pPr marL="1674813" indent="-238125" algn="l" defTabSz="957263" rtl="0" eaLnBrk="1" fontAlgn="base" hangingPunct="1">
        <a:spcBef>
          <a:spcPct val="20000"/>
        </a:spcBef>
        <a:spcAft>
          <a:spcPct val="0"/>
        </a:spcAft>
        <a:buClr>
          <a:srgbClr val="33CCCC"/>
        </a:buClr>
        <a:buChar char="–"/>
        <a:defRPr kumimoji="1" sz="1900" b="1">
          <a:solidFill>
            <a:schemeClr val="bg2"/>
          </a:solidFill>
          <a:latin typeface="+mn-lt"/>
          <a:ea typeface="+mn-ea"/>
        </a:defRPr>
      </a:lvl4pPr>
      <a:lvl5pPr marL="2155825" indent="-242888" algn="l" defTabSz="957263" rtl="0" eaLnBrk="1" fontAlgn="base" hangingPunct="1">
        <a:spcBef>
          <a:spcPct val="20000"/>
        </a:spcBef>
        <a:spcAft>
          <a:spcPct val="0"/>
        </a:spcAft>
        <a:buClr>
          <a:srgbClr val="33CCCC"/>
        </a:buClr>
        <a:buChar char="•"/>
        <a:defRPr kumimoji="1" sz="1900" b="1">
          <a:solidFill>
            <a:schemeClr val="bg2"/>
          </a:solidFill>
          <a:latin typeface="+mn-lt"/>
          <a:ea typeface="+mn-ea"/>
        </a:defRPr>
      </a:lvl5pPr>
      <a:lvl6pPr marL="2613025" indent="-242888" algn="l" defTabSz="957263" rtl="0" eaLnBrk="1" fontAlgn="base" hangingPunct="1">
        <a:spcBef>
          <a:spcPct val="20000"/>
        </a:spcBef>
        <a:spcAft>
          <a:spcPct val="0"/>
        </a:spcAft>
        <a:buClr>
          <a:srgbClr val="33CCCC"/>
        </a:buClr>
        <a:buChar char="•"/>
        <a:defRPr kumimoji="1" sz="1900" b="1">
          <a:solidFill>
            <a:schemeClr val="bg2"/>
          </a:solidFill>
          <a:latin typeface="+mn-lt"/>
          <a:ea typeface="+mn-ea"/>
        </a:defRPr>
      </a:lvl6pPr>
      <a:lvl7pPr marL="3070225" indent="-242888" algn="l" defTabSz="957263" rtl="0" eaLnBrk="1" fontAlgn="base" hangingPunct="1">
        <a:spcBef>
          <a:spcPct val="20000"/>
        </a:spcBef>
        <a:spcAft>
          <a:spcPct val="0"/>
        </a:spcAft>
        <a:buClr>
          <a:srgbClr val="33CCCC"/>
        </a:buClr>
        <a:buChar char="•"/>
        <a:defRPr kumimoji="1" sz="1900" b="1">
          <a:solidFill>
            <a:schemeClr val="bg2"/>
          </a:solidFill>
          <a:latin typeface="+mn-lt"/>
          <a:ea typeface="+mn-ea"/>
        </a:defRPr>
      </a:lvl7pPr>
      <a:lvl8pPr marL="3527425" indent="-242888" algn="l" defTabSz="957263" rtl="0" eaLnBrk="1" fontAlgn="base" hangingPunct="1">
        <a:spcBef>
          <a:spcPct val="20000"/>
        </a:spcBef>
        <a:spcAft>
          <a:spcPct val="0"/>
        </a:spcAft>
        <a:buClr>
          <a:srgbClr val="33CCCC"/>
        </a:buClr>
        <a:buChar char="•"/>
        <a:defRPr kumimoji="1" sz="1900" b="1">
          <a:solidFill>
            <a:schemeClr val="bg2"/>
          </a:solidFill>
          <a:latin typeface="+mn-lt"/>
          <a:ea typeface="+mn-ea"/>
        </a:defRPr>
      </a:lvl8pPr>
      <a:lvl9pPr marL="3984625" indent="-242888" algn="l" defTabSz="957263" rtl="0" eaLnBrk="1" fontAlgn="base" hangingPunct="1">
        <a:spcBef>
          <a:spcPct val="20000"/>
        </a:spcBef>
        <a:spcAft>
          <a:spcPct val="0"/>
        </a:spcAft>
        <a:buClr>
          <a:srgbClr val="33CCCC"/>
        </a:buClr>
        <a:buChar char="•"/>
        <a:defRPr kumimoji="1" sz="1900" b="1">
          <a:solidFill>
            <a:schemeClr val="bg2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6"/>
          <p:cNvSpPr>
            <a:spLocks noChangeArrowheads="1"/>
          </p:cNvSpPr>
          <p:nvPr/>
        </p:nvSpPr>
        <p:spPr bwMode="auto">
          <a:xfrm>
            <a:off x="273050" y="652463"/>
            <a:ext cx="9632950" cy="76200"/>
          </a:xfrm>
          <a:prstGeom prst="rect">
            <a:avLst/>
          </a:prstGeom>
          <a:solidFill>
            <a:srgbClr val="00CCFF"/>
          </a:solidFill>
          <a:ln w="9525">
            <a:noFill/>
            <a:miter lim="800000"/>
            <a:headEnd/>
            <a:tailEnd/>
          </a:ln>
        </p:spPr>
        <p:txBody>
          <a:bodyPr lIns="95729" tIns="47865" rIns="95729" bIns="47865"/>
          <a:lstStyle/>
          <a:p>
            <a:pPr defTabSz="957263">
              <a:defRPr/>
            </a:pPr>
            <a:endParaRPr kumimoji="0" lang="ja-JP" altLang="en-US" sz="2500">
              <a:latin typeface="Times New Roman" pitchFamily="18" charset="0"/>
              <a:ea typeface="ＭＳ Ｐゴシック" pitchFamily="50" charset="-128"/>
            </a:endParaRPr>
          </a:p>
        </p:txBody>
      </p:sp>
      <p:pic>
        <p:nvPicPr>
          <p:cNvPr id="3075" name="Picture 7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8374063" y="0"/>
            <a:ext cx="1531937" cy="627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76" name="テキスト ボックス 6"/>
          <p:cNvSpPr txBox="1">
            <a:spLocks noChangeArrowheads="1"/>
          </p:cNvSpPr>
          <p:nvPr/>
        </p:nvSpPr>
        <p:spPr bwMode="auto">
          <a:xfrm>
            <a:off x="9407525" y="6562725"/>
            <a:ext cx="474663" cy="2619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ＭＳ Ｐゴシック" pitchFamily="50" charset="-128"/>
                <a:ea typeface="ＭＳ Ｐゴシック" pitchFamily="50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ＭＳ Ｐゴシック" pitchFamily="50" charset="-128"/>
                <a:ea typeface="ＭＳ Ｐゴシック" pitchFamily="50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ＭＳ Ｐゴシック" pitchFamily="50" charset="-128"/>
                <a:ea typeface="ＭＳ Ｐゴシック" pitchFamily="50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ＭＳ Ｐゴシック" pitchFamily="50" charset="-128"/>
                <a:ea typeface="ＭＳ Ｐゴシック" pitchFamily="50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ＭＳ Ｐゴシック" pitchFamily="50" charset="-128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ＭＳ Ｐゴシック" pitchFamily="50" charset="-128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ＭＳ Ｐゴシック" pitchFamily="50" charset="-128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ＭＳ Ｐゴシック" pitchFamily="50" charset="-128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ＭＳ Ｐゴシック" pitchFamily="50" charset="-128"/>
                <a:ea typeface="ＭＳ Ｐゴシック" pitchFamily="50" charset="-128"/>
              </a:defRPr>
            </a:lvl9pPr>
          </a:lstStyle>
          <a:p>
            <a:pPr algn="ctr" eaLnBrk="1" fontAlgn="ctr" hangingPunct="1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>
                <a:srgbClr val="647E9E"/>
              </a:buClr>
              <a:buSzPct val="80000"/>
              <a:buFont typeface="Wingdings" pitchFamily="2" charset="2"/>
              <a:buNone/>
              <a:defRPr/>
            </a:pPr>
            <a:fld id="{1A90D3D1-DAD7-4F5D-B8D9-FECF06E60720}" type="slidenum">
              <a:rPr kumimoji="0" lang="ja-JP" altLang="en-US" sz="1000" smtClean="0"/>
              <a:pPr algn="ctr" eaLnBrk="1" fontAlgn="ctr" hangingPunct="1">
                <a:lnSpc>
                  <a:spcPct val="110000"/>
                </a:lnSpc>
                <a:spcBef>
                  <a:spcPct val="10000"/>
                </a:spcBef>
                <a:spcAft>
                  <a:spcPct val="10000"/>
                </a:spcAft>
                <a:buClr>
                  <a:srgbClr val="647E9E"/>
                </a:buClr>
                <a:buSzPct val="80000"/>
                <a:buFont typeface="Wingdings" pitchFamily="2" charset="2"/>
                <a:buNone/>
                <a:defRPr/>
              </a:pPr>
              <a:t>‹#›</a:t>
            </a:fld>
            <a:endParaRPr kumimoji="0" lang="ja-JP" altLang="en-US" sz="1000"/>
          </a:p>
        </p:txBody>
      </p:sp>
      <p:sp>
        <p:nvSpPr>
          <p:cNvPr id="3077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344488" y="333375"/>
            <a:ext cx="8420100" cy="839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395" tIns="48197" rIns="96395" bIns="4819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/>
              <a:t>マスタ タイトルの書式設定</a:t>
            </a:r>
          </a:p>
        </p:txBody>
      </p:sp>
      <p:sp>
        <p:nvSpPr>
          <p:cNvPr id="3078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742950" y="1981200"/>
            <a:ext cx="916305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395" tIns="48197" rIns="96395" bIns="4819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/>
              <a:t>マスタ テキストの書式設定</a:t>
            </a:r>
          </a:p>
          <a:p>
            <a:pPr lvl="1"/>
            <a:r>
              <a:rPr lang="ja-JP"/>
              <a:t>第 </a:t>
            </a:r>
            <a:r>
              <a:rPr lang="ja-JP" altLang="ja-JP"/>
              <a:t>2 </a:t>
            </a:r>
            <a:r>
              <a:rPr lang="ja-JP"/>
              <a:t>レベル</a:t>
            </a:r>
          </a:p>
          <a:p>
            <a:pPr lvl="2"/>
            <a:r>
              <a:rPr lang="ja-JP"/>
              <a:t>第 </a:t>
            </a:r>
            <a:r>
              <a:rPr lang="ja-JP" altLang="ja-JP"/>
              <a:t>3 </a:t>
            </a:r>
            <a:r>
              <a:rPr lang="ja-JP"/>
              <a:t>レベル</a:t>
            </a:r>
          </a:p>
          <a:p>
            <a:pPr lvl="3"/>
            <a:r>
              <a:rPr lang="ja-JP"/>
              <a:t>第 </a:t>
            </a:r>
            <a:r>
              <a:rPr lang="ja-JP" altLang="ja-JP"/>
              <a:t>4 </a:t>
            </a:r>
            <a:r>
              <a:rPr lang="ja-JP"/>
              <a:t>レベル</a:t>
            </a:r>
          </a:p>
          <a:p>
            <a:pPr lvl="4"/>
            <a:r>
              <a:rPr lang="ja-JP"/>
              <a:t>第 </a:t>
            </a:r>
            <a:r>
              <a:rPr lang="ja-JP" altLang="ja-JP"/>
              <a:t>5 </a:t>
            </a:r>
            <a:r>
              <a:rPr lang="ja-JP"/>
              <a:t>レベル</a:t>
            </a:r>
          </a:p>
        </p:txBody>
      </p:sp>
      <p:sp>
        <p:nvSpPr>
          <p:cNvPr id="3079" name="Rectangle 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84550" y="6172200"/>
            <a:ext cx="31369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395" tIns="48197" rIns="96395" bIns="48197" numCol="1" anchor="ctr" anchorCtr="0" compatLnSpc="1">
            <a:prstTxWarp prst="textNoShape">
              <a:avLst/>
            </a:prstTxWarp>
          </a:bodyPr>
          <a:lstStyle>
            <a:lvl1pPr algn="ctr">
              <a:defRPr kumimoji="0" sz="1400">
                <a:latin typeface="+mj-lt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6082" r:id="rId1"/>
    <p:sldLayoutId id="2147486083" r:id="rId2"/>
    <p:sldLayoutId id="2147486084" r:id="rId3"/>
    <p:sldLayoutId id="2147486085" r:id="rId4"/>
    <p:sldLayoutId id="2147486086" r:id="rId5"/>
    <p:sldLayoutId id="2147486087" r:id="rId6"/>
    <p:sldLayoutId id="2147486088" r:id="rId7"/>
    <p:sldLayoutId id="2147486089" r:id="rId8"/>
    <p:sldLayoutId id="2147486090" r:id="rId9"/>
    <p:sldLayoutId id="2147486091" r:id="rId10"/>
    <p:sldLayoutId id="2147486092" r:id="rId11"/>
  </p:sldLayoutIdLst>
  <p:transition spd="med"/>
  <p:txStyles>
    <p:titleStyle>
      <a:lvl1pPr algn="l" defTabSz="957263" rtl="0" eaLnBrk="0" fontAlgn="base" hangingPunct="0">
        <a:spcBef>
          <a:spcPct val="0"/>
        </a:spcBef>
        <a:spcAft>
          <a:spcPct val="0"/>
        </a:spcAft>
        <a:defRPr sz="3800" b="1">
          <a:solidFill>
            <a:schemeClr val="bg2"/>
          </a:solidFill>
          <a:latin typeface="+mj-lt"/>
          <a:ea typeface="+mj-ea"/>
          <a:cs typeface="+mj-cs"/>
        </a:defRPr>
      </a:lvl1pPr>
      <a:lvl2pPr algn="l" defTabSz="957263" rtl="0" eaLnBrk="0" fontAlgn="base" hangingPunct="0">
        <a:spcBef>
          <a:spcPct val="0"/>
        </a:spcBef>
        <a:spcAft>
          <a:spcPct val="0"/>
        </a:spcAft>
        <a:defRPr sz="3800" b="1">
          <a:solidFill>
            <a:schemeClr val="bg2"/>
          </a:solidFill>
          <a:latin typeface="Times New Roman" pitchFamily="18" charset="0"/>
          <a:ea typeface="ＭＳ Ｐゴシック" pitchFamily="50" charset="-128"/>
        </a:defRPr>
      </a:lvl2pPr>
      <a:lvl3pPr algn="l" defTabSz="957263" rtl="0" eaLnBrk="0" fontAlgn="base" hangingPunct="0">
        <a:spcBef>
          <a:spcPct val="0"/>
        </a:spcBef>
        <a:spcAft>
          <a:spcPct val="0"/>
        </a:spcAft>
        <a:defRPr sz="3800" b="1">
          <a:solidFill>
            <a:schemeClr val="bg2"/>
          </a:solidFill>
          <a:latin typeface="Times New Roman" pitchFamily="18" charset="0"/>
          <a:ea typeface="ＭＳ Ｐゴシック" pitchFamily="50" charset="-128"/>
        </a:defRPr>
      </a:lvl3pPr>
      <a:lvl4pPr algn="l" defTabSz="957263" rtl="0" eaLnBrk="0" fontAlgn="base" hangingPunct="0">
        <a:spcBef>
          <a:spcPct val="0"/>
        </a:spcBef>
        <a:spcAft>
          <a:spcPct val="0"/>
        </a:spcAft>
        <a:defRPr sz="3800" b="1">
          <a:solidFill>
            <a:schemeClr val="bg2"/>
          </a:solidFill>
          <a:latin typeface="Times New Roman" pitchFamily="18" charset="0"/>
          <a:ea typeface="ＭＳ Ｐゴシック" pitchFamily="50" charset="-128"/>
        </a:defRPr>
      </a:lvl4pPr>
      <a:lvl5pPr algn="l" defTabSz="957263" rtl="0" eaLnBrk="0" fontAlgn="base" hangingPunct="0">
        <a:spcBef>
          <a:spcPct val="0"/>
        </a:spcBef>
        <a:spcAft>
          <a:spcPct val="0"/>
        </a:spcAft>
        <a:defRPr sz="3800" b="1">
          <a:solidFill>
            <a:schemeClr val="bg2"/>
          </a:solidFill>
          <a:latin typeface="Times New Roman" pitchFamily="18" charset="0"/>
          <a:ea typeface="ＭＳ Ｐゴシック" pitchFamily="50" charset="-128"/>
        </a:defRPr>
      </a:lvl5pPr>
      <a:lvl6pPr marL="457200" algn="l" defTabSz="957263" rtl="0" eaLnBrk="0" fontAlgn="base" hangingPunct="0">
        <a:spcBef>
          <a:spcPct val="0"/>
        </a:spcBef>
        <a:spcAft>
          <a:spcPct val="0"/>
        </a:spcAft>
        <a:defRPr sz="3800" b="1">
          <a:solidFill>
            <a:schemeClr val="bg2"/>
          </a:solidFill>
          <a:latin typeface="Times New Roman" pitchFamily="18" charset="0"/>
          <a:ea typeface="ＭＳ Ｐゴシック" pitchFamily="50" charset="-128"/>
        </a:defRPr>
      </a:lvl6pPr>
      <a:lvl7pPr marL="914400" algn="l" defTabSz="957263" rtl="0" eaLnBrk="0" fontAlgn="base" hangingPunct="0">
        <a:spcBef>
          <a:spcPct val="0"/>
        </a:spcBef>
        <a:spcAft>
          <a:spcPct val="0"/>
        </a:spcAft>
        <a:defRPr sz="3800" b="1">
          <a:solidFill>
            <a:schemeClr val="bg2"/>
          </a:solidFill>
          <a:latin typeface="Times New Roman" pitchFamily="18" charset="0"/>
          <a:ea typeface="ＭＳ Ｐゴシック" pitchFamily="50" charset="-128"/>
        </a:defRPr>
      </a:lvl7pPr>
      <a:lvl8pPr marL="1371600" algn="l" defTabSz="957263" rtl="0" eaLnBrk="0" fontAlgn="base" hangingPunct="0">
        <a:spcBef>
          <a:spcPct val="0"/>
        </a:spcBef>
        <a:spcAft>
          <a:spcPct val="0"/>
        </a:spcAft>
        <a:defRPr sz="3800" b="1">
          <a:solidFill>
            <a:schemeClr val="bg2"/>
          </a:solidFill>
          <a:latin typeface="Times New Roman" pitchFamily="18" charset="0"/>
          <a:ea typeface="ＭＳ Ｐゴシック" pitchFamily="50" charset="-128"/>
        </a:defRPr>
      </a:lvl8pPr>
      <a:lvl9pPr marL="1828800" algn="l" defTabSz="957263" rtl="0" eaLnBrk="0" fontAlgn="base" hangingPunct="0">
        <a:spcBef>
          <a:spcPct val="0"/>
        </a:spcBef>
        <a:spcAft>
          <a:spcPct val="0"/>
        </a:spcAft>
        <a:defRPr sz="3800" b="1">
          <a:solidFill>
            <a:schemeClr val="bg2"/>
          </a:solidFill>
          <a:latin typeface="Times New Roman" pitchFamily="18" charset="0"/>
          <a:ea typeface="ＭＳ Ｐゴシック" pitchFamily="50" charset="-128"/>
        </a:defRPr>
      </a:lvl9pPr>
    </p:titleStyle>
    <p:bodyStyle>
      <a:lvl1pPr marL="358775" indent="-358775" algn="l" defTabSz="957263" rtl="0" eaLnBrk="0" fontAlgn="base" hangingPunct="0">
        <a:spcBef>
          <a:spcPct val="20000"/>
        </a:spcBef>
        <a:spcAft>
          <a:spcPct val="0"/>
        </a:spcAft>
        <a:buClr>
          <a:srgbClr val="33CCCC"/>
        </a:buClr>
        <a:buSzPct val="80000"/>
        <a:buFont typeface="Wingdings" pitchFamily="2" charset="2"/>
        <a:buChar char="l"/>
        <a:defRPr sz="3400" b="1">
          <a:solidFill>
            <a:schemeClr val="bg2"/>
          </a:solidFill>
          <a:latin typeface="+mn-lt"/>
          <a:ea typeface="+mn-ea"/>
          <a:cs typeface="+mn-cs"/>
        </a:defRPr>
      </a:lvl1pPr>
      <a:lvl2pPr marL="777875" indent="-298450" algn="l" defTabSz="957263" rtl="0" eaLnBrk="0" fontAlgn="base" hangingPunct="0">
        <a:spcBef>
          <a:spcPct val="20000"/>
        </a:spcBef>
        <a:spcAft>
          <a:spcPct val="0"/>
        </a:spcAft>
        <a:buClr>
          <a:srgbClr val="33CCCC"/>
        </a:buClr>
        <a:buChar char="–"/>
        <a:defRPr sz="3000" b="1">
          <a:solidFill>
            <a:schemeClr val="bg2"/>
          </a:solidFill>
          <a:latin typeface="+mn-lt"/>
          <a:ea typeface="+mn-ea"/>
        </a:defRPr>
      </a:lvl2pPr>
      <a:lvl3pPr marL="1196975" indent="-239713" algn="l" defTabSz="957263" rtl="0" eaLnBrk="0" fontAlgn="base" hangingPunct="0">
        <a:spcBef>
          <a:spcPct val="20000"/>
        </a:spcBef>
        <a:spcAft>
          <a:spcPct val="0"/>
        </a:spcAft>
        <a:buClr>
          <a:srgbClr val="33CCCC"/>
        </a:buClr>
        <a:buChar char="•"/>
        <a:defRPr sz="2500" b="1">
          <a:solidFill>
            <a:schemeClr val="bg2"/>
          </a:solidFill>
          <a:latin typeface="+mn-lt"/>
          <a:ea typeface="+mn-ea"/>
        </a:defRPr>
      </a:lvl3pPr>
      <a:lvl4pPr marL="1674813" indent="-238125" algn="l" defTabSz="957263" rtl="0" eaLnBrk="0" fontAlgn="base" hangingPunct="0">
        <a:spcBef>
          <a:spcPct val="20000"/>
        </a:spcBef>
        <a:spcAft>
          <a:spcPct val="0"/>
        </a:spcAft>
        <a:buClr>
          <a:srgbClr val="33CCCC"/>
        </a:buClr>
        <a:buChar char="–"/>
        <a:defRPr sz="1900" b="1">
          <a:solidFill>
            <a:schemeClr val="bg2"/>
          </a:solidFill>
          <a:latin typeface="+mn-lt"/>
          <a:ea typeface="+mn-ea"/>
        </a:defRPr>
      </a:lvl4pPr>
      <a:lvl5pPr marL="2155825" indent="-242888" algn="l" defTabSz="957263" rtl="0" eaLnBrk="0" fontAlgn="base" hangingPunct="0">
        <a:spcBef>
          <a:spcPct val="20000"/>
        </a:spcBef>
        <a:spcAft>
          <a:spcPct val="0"/>
        </a:spcAft>
        <a:buClr>
          <a:srgbClr val="33CCCC"/>
        </a:buClr>
        <a:buChar char="•"/>
        <a:defRPr sz="1900" b="1">
          <a:solidFill>
            <a:schemeClr val="bg2"/>
          </a:solidFill>
          <a:latin typeface="+mn-lt"/>
          <a:ea typeface="+mn-ea"/>
        </a:defRPr>
      </a:lvl5pPr>
      <a:lvl6pPr marL="2613025" indent="-242888" algn="l" defTabSz="957263" rtl="0" eaLnBrk="0" fontAlgn="base" hangingPunct="0">
        <a:spcBef>
          <a:spcPct val="20000"/>
        </a:spcBef>
        <a:spcAft>
          <a:spcPct val="0"/>
        </a:spcAft>
        <a:buClr>
          <a:srgbClr val="33CCCC"/>
        </a:buClr>
        <a:buChar char="•"/>
        <a:defRPr sz="1900" b="1">
          <a:solidFill>
            <a:schemeClr val="bg2"/>
          </a:solidFill>
          <a:latin typeface="+mn-lt"/>
          <a:ea typeface="+mn-ea"/>
        </a:defRPr>
      </a:lvl6pPr>
      <a:lvl7pPr marL="3070225" indent="-242888" algn="l" defTabSz="957263" rtl="0" eaLnBrk="0" fontAlgn="base" hangingPunct="0">
        <a:spcBef>
          <a:spcPct val="20000"/>
        </a:spcBef>
        <a:spcAft>
          <a:spcPct val="0"/>
        </a:spcAft>
        <a:buClr>
          <a:srgbClr val="33CCCC"/>
        </a:buClr>
        <a:buChar char="•"/>
        <a:defRPr sz="1900" b="1">
          <a:solidFill>
            <a:schemeClr val="bg2"/>
          </a:solidFill>
          <a:latin typeface="+mn-lt"/>
          <a:ea typeface="+mn-ea"/>
        </a:defRPr>
      </a:lvl7pPr>
      <a:lvl8pPr marL="3527425" indent="-242888" algn="l" defTabSz="957263" rtl="0" eaLnBrk="0" fontAlgn="base" hangingPunct="0">
        <a:spcBef>
          <a:spcPct val="20000"/>
        </a:spcBef>
        <a:spcAft>
          <a:spcPct val="0"/>
        </a:spcAft>
        <a:buClr>
          <a:srgbClr val="33CCCC"/>
        </a:buClr>
        <a:buChar char="•"/>
        <a:defRPr sz="1900" b="1">
          <a:solidFill>
            <a:schemeClr val="bg2"/>
          </a:solidFill>
          <a:latin typeface="+mn-lt"/>
          <a:ea typeface="+mn-ea"/>
        </a:defRPr>
      </a:lvl8pPr>
      <a:lvl9pPr marL="3984625" indent="-242888" algn="l" defTabSz="957263" rtl="0" eaLnBrk="0" fontAlgn="base" hangingPunct="0">
        <a:spcBef>
          <a:spcPct val="20000"/>
        </a:spcBef>
        <a:spcAft>
          <a:spcPct val="0"/>
        </a:spcAft>
        <a:buClr>
          <a:srgbClr val="33CCCC"/>
        </a:buClr>
        <a:buChar char="•"/>
        <a:defRPr sz="1900" b="1">
          <a:solidFill>
            <a:schemeClr val="bg2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742950" y="1981200"/>
            <a:ext cx="916305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6395" tIns="48197" rIns="96395" bIns="4819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  <p:sp>
        <p:nvSpPr>
          <p:cNvPr id="25609" name="Rectangle 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84550" y="6172200"/>
            <a:ext cx="31369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395" tIns="48197" rIns="96395" bIns="48197" numCol="1" anchor="ctr" anchorCtr="0" compatLnSpc="1">
            <a:prstTxWarp prst="textNoShape">
              <a:avLst/>
            </a:prstTxWarp>
          </a:bodyPr>
          <a:lstStyle>
            <a:lvl1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1400">
                <a:latin typeface="Times New Roman" pitchFamily="18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 dirty="0">
              <a:solidFill>
                <a:prstClr val="black"/>
              </a:solidFill>
            </a:endParaRPr>
          </a:p>
        </p:txBody>
      </p:sp>
      <p:sp>
        <p:nvSpPr>
          <p:cNvPr id="1029" name="Rectangle 26"/>
          <p:cNvSpPr>
            <a:spLocks noChangeArrowheads="1"/>
          </p:cNvSpPr>
          <p:nvPr/>
        </p:nvSpPr>
        <p:spPr bwMode="auto">
          <a:xfrm>
            <a:off x="272480" y="671513"/>
            <a:ext cx="9630345" cy="76200"/>
          </a:xfrm>
          <a:prstGeom prst="rect">
            <a:avLst/>
          </a:prstGeom>
          <a:solidFill>
            <a:srgbClr val="00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729" tIns="47865" rIns="95729" bIns="47865"/>
          <a:lstStyle/>
          <a:p>
            <a:pPr defTabSz="957263"/>
            <a:endParaRPr lang="ja-JP" altLang="ja-JP" sz="2500" dirty="0">
              <a:solidFill>
                <a:prstClr val="black"/>
              </a:solidFill>
              <a:latin typeface="Times New Roman" pitchFamily="18" charset="0"/>
            </a:endParaRPr>
          </a:p>
        </p:txBody>
      </p:sp>
      <p:pic>
        <p:nvPicPr>
          <p:cNvPr id="1030" name="図 7" descr="C:\Users\xunhe043\Desktop\未标题-1.jpg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9600" y="0"/>
            <a:ext cx="1673225" cy="671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テキスト ボックス 6"/>
          <p:cNvSpPr txBox="1">
            <a:spLocks noChangeArrowheads="1"/>
          </p:cNvSpPr>
          <p:nvPr/>
        </p:nvSpPr>
        <p:spPr bwMode="auto">
          <a:xfrm>
            <a:off x="9407525" y="6562725"/>
            <a:ext cx="474663" cy="25876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buFont typeface="Arial" charset="0"/>
              <a:defRPr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1pPr>
            <a:lvl2pPr marL="742950" indent="-285750" eaLnBrk="0" hangingPunct="0">
              <a:buFont typeface="Arial" charset="0"/>
              <a:defRPr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2pPr>
            <a:lvl3pPr marL="1143000" indent="-228600" eaLnBrk="0" hangingPunct="0">
              <a:buFont typeface="Arial" charset="0"/>
              <a:defRPr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3pPr>
            <a:lvl4pPr marL="1600200" indent="-228600" eaLnBrk="0" hangingPunct="0">
              <a:buFont typeface="Arial" charset="0"/>
              <a:defRPr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4pPr>
            <a:lvl5pPr marL="2057400" indent="-228600" eaLnBrk="0" hangingPunct="0">
              <a:buFont typeface="Arial" charset="0"/>
              <a:defRPr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9pPr>
          </a:lstStyle>
          <a:p>
            <a:pPr algn="ctr" eaLnBrk="1" fontAlgn="ctr" hangingPunct="1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>
                <a:srgbClr val="647E9E"/>
              </a:buClr>
              <a:buSzPct val="80000"/>
              <a:buFont typeface="Wingdings" pitchFamily="2" charset="2"/>
              <a:buNone/>
              <a:defRPr/>
            </a:pPr>
            <a:fld id="{D555F367-4119-4E45-920E-2DA35BF7F925}" type="slidenum">
              <a:rPr kumimoji="0" lang="ja-JP" altLang="en-US" sz="1000" smtClean="0">
                <a:solidFill>
                  <a:prstClr val="black"/>
                </a:solidFill>
              </a:rPr>
              <a:pPr algn="ctr" eaLnBrk="1" fontAlgn="ctr" hangingPunct="1">
                <a:lnSpc>
                  <a:spcPct val="110000"/>
                </a:lnSpc>
                <a:spcBef>
                  <a:spcPct val="10000"/>
                </a:spcBef>
                <a:spcAft>
                  <a:spcPct val="10000"/>
                </a:spcAft>
                <a:buClr>
                  <a:srgbClr val="647E9E"/>
                </a:buClr>
                <a:buSzPct val="80000"/>
                <a:buFont typeface="Wingdings" pitchFamily="2" charset="2"/>
                <a:buNone/>
                <a:defRPr/>
              </a:pPr>
              <a:t>‹#›</a:t>
            </a:fld>
            <a:endParaRPr kumimoji="0" lang="ja-JP" altLang="en-US" sz="10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97643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6095" r:id="rId1"/>
    <p:sldLayoutId id="2147486096" r:id="rId2"/>
    <p:sldLayoutId id="2147486097" r:id="rId3"/>
    <p:sldLayoutId id="2147486098" r:id="rId4"/>
    <p:sldLayoutId id="2147486099" r:id="rId5"/>
    <p:sldLayoutId id="2147486100" r:id="rId6"/>
    <p:sldLayoutId id="2147486101" r:id="rId7"/>
    <p:sldLayoutId id="2147486102" r:id="rId8"/>
    <p:sldLayoutId id="2147486103" r:id="rId9"/>
    <p:sldLayoutId id="2147486104" r:id="rId10"/>
    <p:sldLayoutId id="2147486105" r:id="rId11"/>
    <p:sldLayoutId id="2147486106" r:id="rId12"/>
  </p:sldLayoutIdLst>
  <p:transition spd="med"/>
  <p:hf hdr="0" dt="0"/>
  <p:txStyles>
    <p:titleStyle>
      <a:lvl1pPr algn="l" defTabSz="957263" rtl="0" eaLnBrk="0" fontAlgn="base" hangingPunct="0">
        <a:spcBef>
          <a:spcPct val="0"/>
        </a:spcBef>
        <a:spcAft>
          <a:spcPct val="0"/>
        </a:spcAft>
        <a:defRPr kumimoji="1" sz="3800" b="1">
          <a:solidFill>
            <a:schemeClr val="bg2"/>
          </a:solidFill>
          <a:latin typeface="+mj-lt"/>
          <a:ea typeface="+mj-ea"/>
          <a:cs typeface="+mj-cs"/>
        </a:defRPr>
      </a:lvl1pPr>
      <a:lvl2pPr algn="l" defTabSz="957263" rtl="0" eaLnBrk="0" fontAlgn="base" hangingPunct="0">
        <a:spcBef>
          <a:spcPct val="0"/>
        </a:spcBef>
        <a:spcAft>
          <a:spcPct val="0"/>
        </a:spcAft>
        <a:defRPr kumimoji="1" sz="3800" b="1">
          <a:solidFill>
            <a:schemeClr val="bg2"/>
          </a:solidFill>
          <a:latin typeface="Times New Roman" pitchFamily="18" charset="0"/>
          <a:ea typeface="ＭＳ Ｐゴシック" pitchFamily="50" charset="-128"/>
        </a:defRPr>
      </a:lvl2pPr>
      <a:lvl3pPr algn="l" defTabSz="957263" rtl="0" eaLnBrk="0" fontAlgn="base" hangingPunct="0">
        <a:spcBef>
          <a:spcPct val="0"/>
        </a:spcBef>
        <a:spcAft>
          <a:spcPct val="0"/>
        </a:spcAft>
        <a:defRPr kumimoji="1" sz="3800" b="1">
          <a:solidFill>
            <a:schemeClr val="bg2"/>
          </a:solidFill>
          <a:latin typeface="Times New Roman" pitchFamily="18" charset="0"/>
          <a:ea typeface="ＭＳ Ｐゴシック" pitchFamily="50" charset="-128"/>
        </a:defRPr>
      </a:lvl3pPr>
      <a:lvl4pPr algn="l" defTabSz="957263" rtl="0" eaLnBrk="0" fontAlgn="base" hangingPunct="0">
        <a:spcBef>
          <a:spcPct val="0"/>
        </a:spcBef>
        <a:spcAft>
          <a:spcPct val="0"/>
        </a:spcAft>
        <a:defRPr kumimoji="1" sz="3800" b="1">
          <a:solidFill>
            <a:schemeClr val="bg2"/>
          </a:solidFill>
          <a:latin typeface="Times New Roman" pitchFamily="18" charset="0"/>
          <a:ea typeface="ＭＳ Ｐゴシック" pitchFamily="50" charset="-128"/>
        </a:defRPr>
      </a:lvl4pPr>
      <a:lvl5pPr algn="l" defTabSz="957263" rtl="0" eaLnBrk="0" fontAlgn="base" hangingPunct="0">
        <a:spcBef>
          <a:spcPct val="0"/>
        </a:spcBef>
        <a:spcAft>
          <a:spcPct val="0"/>
        </a:spcAft>
        <a:defRPr kumimoji="1" sz="3800" b="1">
          <a:solidFill>
            <a:schemeClr val="bg2"/>
          </a:solidFill>
          <a:latin typeface="Times New Roman" pitchFamily="18" charset="0"/>
          <a:ea typeface="ＭＳ Ｐゴシック" pitchFamily="50" charset="-128"/>
        </a:defRPr>
      </a:lvl5pPr>
      <a:lvl6pPr marL="457200" algn="l" defTabSz="957263" rtl="0" fontAlgn="base">
        <a:spcBef>
          <a:spcPct val="0"/>
        </a:spcBef>
        <a:spcAft>
          <a:spcPct val="0"/>
        </a:spcAft>
        <a:defRPr kumimoji="1" sz="3800" b="1">
          <a:solidFill>
            <a:schemeClr val="bg2"/>
          </a:solidFill>
          <a:latin typeface="Times New Roman" pitchFamily="18" charset="0"/>
          <a:ea typeface="ＭＳ Ｐゴシック" pitchFamily="50" charset="-128"/>
        </a:defRPr>
      </a:lvl6pPr>
      <a:lvl7pPr marL="914400" algn="l" defTabSz="957263" rtl="0" fontAlgn="base">
        <a:spcBef>
          <a:spcPct val="0"/>
        </a:spcBef>
        <a:spcAft>
          <a:spcPct val="0"/>
        </a:spcAft>
        <a:defRPr kumimoji="1" sz="3800" b="1">
          <a:solidFill>
            <a:schemeClr val="bg2"/>
          </a:solidFill>
          <a:latin typeface="Times New Roman" pitchFamily="18" charset="0"/>
          <a:ea typeface="ＭＳ Ｐゴシック" pitchFamily="50" charset="-128"/>
        </a:defRPr>
      </a:lvl7pPr>
      <a:lvl8pPr marL="1371600" algn="l" defTabSz="957263" rtl="0" fontAlgn="base">
        <a:spcBef>
          <a:spcPct val="0"/>
        </a:spcBef>
        <a:spcAft>
          <a:spcPct val="0"/>
        </a:spcAft>
        <a:defRPr kumimoji="1" sz="3800" b="1">
          <a:solidFill>
            <a:schemeClr val="bg2"/>
          </a:solidFill>
          <a:latin typeface="Times New Roman" pitchFamily="18" charset="0"/>
          <a:ea typeface="ＭＳ Ｐゴシック" pitchFamily="50" charset="-128"/>
        </a:defRPr>
      </a:lvl8pPr>
      <a:lvl9pPr marL="1828800" algn="l" defTabSz="957263" rtl="0" fontAlgn="base">
        <a:spcBef>
          <a:spcPct val="0"/>
        </a:spcBef>
        <a:spcAft>
          <a:spcPct val="0"/>
        </a:spcAft>
        <a:defRPr kumimoji="1" sz="3800" b="1">
          <a:solidFill>
            <a:schemeClr val="bg2"/>
          </a:solidFill>
          <a:latin typeface="Times New Roman" pitchFamily="18" charset="0"/>
          <a:ea typeface="ＭＳ Ｐゴシック" pitchFamily="50" charset="-128"/>
        </a:defRPr>
      </a:lvl9pPr>
    </p:titleStyle>
    <p:bodyStyle>
      <a:lvl1pPr marL="358775" indent="-358775" algn="l" defTabSz="957263" rtl="0" eaLnBrk="0" fontAlgn="base" hangingPunct="0">
        <a:spcBef>
          <a:spcPct val="20000"/>
        </a:spcBef>
        <a:spcAft>
          <a:spcPct val="0"/>
        </a:spcAft>
        <a:buClr>
          <a:srgbClr val="33CCCC"/>
        </a:buClr>
        <a:buSzPct val="80000"/>
        <a:buFont typeface="Wingdings" pitchFamily="2" charset="2"/>
        <a:buChar char="l"/>
        <a:defRPr kumimoji="1" sz="3400" b="1">
          <a:solidFill>
            <a:schemeClr val="bg2"/>
          </a:solidFill>
          <a:latin typeface="+mn-lt"/>
          <a:ea typeface="+mn-ea"/>
          <a:cs typeface="+mn-cs"/>
        </a:defRPr>
      </a:lvl1pPr>
      <a:lvl2pPr marL="777875" indent="-298450" algn="l" defTabSz="957263" rtl="0" eaLnBrk="0" fontAlgn="base" hangingPunct="0">
        <a:spcBef>
          <a:spcPct val="20000"/>
        </a:spcBef>
        <a:spcAft>
          <a:spcPct val="0"/>
        </a:spcAft>
        <a:buClr>
          <a:srgbClr val="33CCCC"/>
        </a:buClr>
        <a:buChar char="–"/>
        <a:defRPr kumimoji="1" sz="3000" b="1">
          <a:solidFill>
            <a:schemeClr val="bg2"/>
          </a:solidFill>
          <a:latin typeface="+mn-lt"/>
          <a:ea typeface="+mn-ea"/>
        </a:defRPr>
      </a:lvl2pPr>
      <a:lvl3pPr marL="1196975" indent="-239713" algn="l" defTabSz="957263" rtl="0" eaLnBrk="0" fontAlgn="base" hangingPunct="0">
        <a:spcBef>
          <a:spcPct val="20000"/>
        </a:spcBef>
        <a:spcAft>
          <a:spcPct val="0"/>
        </a:spcAft>
        <a:buClr>
          <a:srgbClr val="33CCCC"/>
        </a:buClr>
        <a:buChar char="•"/>
        <a:defRPr kumimoji="1" sz="2500" b="1">
          <a:solidFill>
            <a:schemeClr val="bg2"/>
          </a:solidFill>
          <a:latin typeface="+mn-lt"/>
          <a:ea typeface="+mn-ea"/>
        </a:defRPr>
      </a:lvl3pPr>
      <a:lvl4pPr marL="1674813" indent="-238125" algn="l" defTabSz="957263" rtl="0" eaLnBrk="0" fontAlgn="base" hangingPunct="0">
        <a:spcBef>
          <a:spcPct val="20000"/>
        </a:spcBef>
        <a:spcAft>
          <a:spcPct val="0"/>
        </a:spcAft>
        <a:buClr>
          <a:srgbClr val="33CCCC"/>
        </a:buClr>
        <a:buChar char="–"/>
        <a:defRPr kumimoji="1" sz="1900" b="1">
          <a:solidFill>
            <a:schemeClr val="bg2"/>
          </a:solidFill>
          <a:latin typeface="+mn-lt"/>
          <a:ea typeface="+mn-ea"/>
        </a:defRPr>
      </a:lvl4pPr>
      <a:lvl5pPr marL="2155825" indent="-242888" algn="l" defTabSz="957263" rtl="0" eaLnBrk="0" fontAlgn="base" hangingPunct="0">
        <a:spcBef>
          <a:spcPct val="20000"/>
        </a:spcBef>
        <a:spcAft>
          <a:spcPct val="0"/>
        </a:spcAft>
        <a:buClr>
          <a:srgbClr val="33CCCC"/>
        </a:buClr>
        <a:buChar char="•"/>
        <a:defRPr kumimoji="1" sz="1900" b="1">
          <a:solidFill>
            <a:schemeClr val="bg2"/>
          </a:solidFill>
          <a:latin typeface="+mn-lt"/>
          <a:ea typeface="+mn-ea"/>
        </a:defRPr>
      </a:lvl5pPr>
      <a:lvl6pPr marL="2613025" indent="-242888" algn="l" defTabSz="957263" rtl="0" fontAlgn="base">
        <a:spcBef>
          <a:spcPct val="20000"/>
        </a:spcBef>
        <a:spcAft>
          <a:spcPct val="0"/>
        </a:spcAft>
        <a:buClr>
          <a:srgbClr val="33CCCC"/>
        </a:buClr>
        <a:buChar char="•"/>
        <a:defRPr kumimoji="1" sz="1900" b="1">
          <a:solidFill>
            <a:schemeClr val="bg2"/>
          </a:solidFill>
          <a:latin typeface="+mn-lt"/>
          <a:ea typeface="+mn-ea"/>
        </a:defRPr>
      </a:lvl6pPr>
      <a:lvl7pPr marL="3070225" indent="-242888" algn="l" defTabSz="957263" rtl="0" fontAlgn="base">
        <a:spcBef>
          <a:spcPct val="20000"/>
        </a:spcBef>
        <a:spcAft>
          <a:spcPct val="0"/>
        </a:spcAft>
        <a:buClr>
          <a:srgbClr val="33CCCC"/>
        </a:buClr>
        <a:buChar char="•"/>
        <a:defRPr kumimoji="1" sz="1900" b="1">
          <a:solidFill>
            <a:schemeClr val="bg2"/>
          </a:solidFill>
          <a:latin typeface="+mn-lt"/>
          <a:ea typeface="+mn-ea"/>
        </a:defRPr>
      </a:lvl7pPr>
      <a:lvl8pPr marL="3527425" indent="-242888" algn="l" defTabSz="957263" rtl="0" fontAlgn="base">
        <a:spcBef>
          <a:spcPct val="20000"/>
        </a:spcBef>
        <a:spcAft>
          <a:spcPct val="0"/>
        </a:spcAft>
        <a:buClr>
          <a:srgbClr val="33CCCC"/>
        </a:buClr>
        <a:buChar char="•"/>
        <a:defRPr kumimoji="1" sz="1900" b="1">
          <a:solidFill>
            <a:schemeClr val="bg2"/>
          </a:solidFill>
          <a:latin typeface="+mn-lt"/>
          <a:ea typeface="+mn-ea"/>
        </a:defRPr>
      </a:lvl8pPr>
      <a:lvl9pPr marL="3984625" indent="-242888" algn="l" defTabSz="957263" rtl="0" fontAlgn="base">
        <a:spcBef>
          <a:spcPct val="20000"/>
        </a:spcBef>
        <a:spcAft>
          <a:spcPct val="0"/>
        </a:spcAft>
        <a:buClr>
          <a:srgbClr val="33CCCC"/>
        </a:buClr>
        <a:buChar char="•"/>
        <a:defRPr kumimoji="1" sz="1900" b="1">
          <a:solidFill>
            <a:schemeClr val="bg2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15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300" y="765175"/>
            <a:ext cx="8915400" cy="5688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2051" name="Rectangle 159"/>
          <p:cNvSpPr>
            <a:spLocks noGrp="1" noChangeArrowheads="1"/>
          </p:cNvSpPr>
          <p:nvPr>
            <p:ph type="title"/>
          </p:nvPr>
        </p:nvSpPr>
        <p:spPr bwMode="auto">
          <a:xfrm>
            <a:off x="447675" y="-60325"/>
            <a:ext cx="84201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6951468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6122" r:id="rId1"/>
    <p:sldLayoutId id="2147486123" r:id="rId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2000">
          <a:solidFill>
            <a:schemeClr val="tx1"/>
          </a:solidFill>
          <a:latin typeface="Arial" charset="0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2000">
          <a:solidFill>
            <a:schemeClr val="tx1"/>
          </a:solidFill>
          <a:latin typeface="Arial" charset="0"/>
          <a:ea typeface="ＭＳ Ｐゴシック" pitchFamily="50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2000">
          <a:solidFill>
            <a:schemeClr val="tx1"/>
          </a:solidFill>
          <a:latin typeface="Arial" charset="0"/>
          <a:ea typeface="ＭＳ Ｐゴシック" pitchFamily="50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2000">
          <a:solidFill>
            <a:schemeClr val="tx1"/>
          </a:solidFill>
          <a:latin typeface="Arial" charset="0"/>
          <a:ea typeface="ＭＳ Ｐゴシック" pitchFamily="50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2000">
          <a:solidFill>
            <a:schemeClr val="tx1"/>
          </a:solidFill>
          <a:latin typeface="Arial" charset="0"/>
          <a:ea typeface="ＭＳ Ｐゴシック" pitchFamily="50" charset="-128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2000">
          <a:solidFill>
            <a:schemeClr val="tx1"/>
          </a:solidFill>
          <a:latin typeface="Arial" charset="0"/>
          <a:ea typeface="ＭＳ Ｐゴシック" pitchFamily="50" charset="-128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2000">
          <a:solidFill>
            <a:schemeClr val="tx1"/>
          </a:solidFill>
          <a:latin typeface="Arial" charset="0"/>
          <a:ea typeface="ＭＳ Ｐゴシック" pitchFamily="50" charset="-128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2000">
          <a:solidFill>
            <a:schemeClr val="tx1"/>
          </a:solidFill>
          <a:latin typeface="Arial" charset="0"/>
          <a:ea typeface="ＭＳ Ｐゴシック" pitchFamily="50" charset="-128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2000">
          <a:solidFill>
            <a:schemeClr val="tx1"/>
          </a:solidFill>
          <a:latin typeface="Arial" charset="0"/>
          <a:ea typeface="ＭＳ Ｐゴシック" pitchFamily="50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Arial" charset="0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Arial" charset="0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Arial" charset="0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Arial" charset="0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Arial" charset="0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EAC8A8-0774-FEA9-FB66-BEB397A02C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テキスト ボックス 21">
            <a:extLst>
              <a:ext uri="{FF2B5EF4-FFF2-40B4-BE49-F238E27FC236}">
                <a16:creationId xmlns:a16="http://schemas.microsoft.com/office/drawing/2014/main" id="{9B275705-961F-6225-D8D9-87F5BCBE4E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772" y="238125"/>
            <a:ext cx="7365516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l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CCCC"/>
              </a:buClr>
              <a:buChar char="l"/>
              <a:defRPr kumimoji="1" sz="3400" b="1">
                <a:solidFill>
                  <a:schemeClr val="bg2"/>
                </a:solidFill>
                <a:latin typeface="Arial" charset="0"/>
                <a:ea typeface="ＭＳ Ｐゴシック" charset="-128"/>
              </a:defRPr>
            </a:lvl1pPr>
            <a:lvl2pPr marL="742950" indent="-285750" algn="l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CCCC"/>
              </a:buClr>
              <a:buChar char="–"/>
              <a:defRPr kumimoji="1" sz="3000" b="1">
                <a:solidFill>
                  <a:schemeClr val="bg2"/>
                </a:solidFill>
                <a:latin typeface="Arial" charset="0"/>
                <a:ea typeface="ＭＳ Ｐゴシック" charset="-128"/>
              </a:defRPr>
            </a:lvl2pPr>
            <a:lvl3pPr marL="1143000" indent="-228600" algn="l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CCCC"/>
              </a:buClr>
              <a:buChar char="•"/>
              <a:defRPr kumimoji="1" sz="2500" b="1">
                <a:solidFill>
                  <a:schemeClr val="bg2"/>
                </a:solidFill>
                <a:latin typeface="Arial" charset="0"/>
                <a:ea typeface="ＭＳ Ｐゴシック" charset="-128"/>
              </a:defRPr>
            </a:lvl3pPr>
            <a:lvl4pPr marL="1600200" indent="-228600" algn="l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CCCC"/>
              </a:buClr>
              <a:buChar char="–"/>
              <a:defRPr kumimoji="1" sz="1900" b="1">
                <a:solidFill>
                  <a:schemeClr val="bg2"/>
                </a:solidFill>
                <a:latin typeface="Arial" charset="0"/>
                <a:ea typeface="ＭＳ Ｐゴシック" charset="-128"/>
              </a:defRPr>
            </a:lvl4pPr>
            <a:lvl5pPr marL="2057400" indent="-228600" algn="l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CCCC"/>
              </a:buClr>
              <a:buChar char="•"/>
              <a:defRPr kumimoji="1" sz="1900" b="1">
                <a:solidFill>
                  <a:schemeClr val="bg2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CCCC"/>
              </a:buClr>
              <a:buChar char="•"/>
              <a:defRPr kumimoji="1" sz="1900" b="1">
                <a:solidFill>
                  <a:schemeClr val="bg2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CCCC"/>
              </a:buClr>
              <a:buChar char="•"/>
              <a:defRPr kumimoji="1" sz="1900" b="1">
                <a:solidFill>
                  <a:schemeClr val="bg2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CCCC"/>
              </a:buClr>
              <a:buChar char="•"/>
              <a:defRPr kumimoji="1" sz="1900" b="1">
                <a:solidFill>
                  <a:schemeClr val="bg2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CCCC"/>
              </a:buClr>
              <a:buChar char="•"/>
              <a:defRPr kumimoji="1" sz="1900" b="1">
                <a:solidFill>
                  <a:schemeClr val="bg2"/>
                </a:solidFill>
                <a:latin typeface="Arial" charset="0"/>
                <a:ea typeface="ＭＳ Ｐゴシック" charset="-128"/>
              </a:defRPr>
            </a:lvl9pPr>
          </a:lstStyle>
          <a:p>
            <a:pPr fontAlgn="ctr">
              <a:lnSpc>
                <a:spcPct val="110000"/>
              </a:lnSpc>
              <a:spcAft>
                <a:spcPct val="10000"/>
              </a:spcAft>
              <a:buClr>
                <a:srgbClr val="647E9E"/>
              </a:buClr>
              <a:buSzPct val="80000"/>
              <a:buNone/>
              <a:defRPr/>
            </a:pPr>
            <a:r>
              <a:rPr lang="en-US" altLang="ja-JP" sz="2000" b="0" kern="0" spc="-100" dirty="0">
                <a:solidFill>
                  <a:srgbClr val="00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SMART</a:t>
            </a:r>
            <a:r>
              <a:rPr lang="ja-JP" altLang="en-US" sz="2000" b="0" kern="0" spc="-100" dirty="0">
                <a:solidFill>
                  <a:srgbClr val="00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テスト報告書作成</a:t>
            </a:r>
            <a:r>
              <a:rPr lang="ja-JP" altLang="ja-JP" sz="2000" b="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自動化</a:t>
            </a:r>
            <a:r>
              <a:rPr lang="ja-JP" altLang="en-US" sz="2000" b="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推進に関する報告</a:t>
            </a:r>
            <a:r>
              <a:rPr lang="ja-JP" altLang="ja-JP" sz="2000" b="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について</a:t>
            </a:r>
            <a:endParaRPr lang="ja-JP" altLang="en-US" sz="2000" b="0" kern="0" dirty="0">
              <a:solidFill>
                <a:prstClr val="black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3E607F3D-334E-9207-1A8B-FC8EE5F3DCF6}"/>
              </a:ext>
            </a:extLst>
          </p:cNvPr>
          <p:cNvSpPr/>
          <p:nvPr/>
        </p:nvSpPr>
        <p:spPr bwMode="auto">
          <a:xfrm>
            <a:off x="251715" y="756567"/>
            <a:ext cx="399600" cy="5863309"/>
          </a:xfrm>
          <a:prstGeom prst="rect">
            <a:avLst/>
          </a:prstGeom>
          <a:solidFill>
            <a:srgbClr val="376092"/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ot="0" spcFirstLastPara="0" vert="eaVert" wrap="none" lIns="90000" tIns="0" rIns="9144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647E9E"/>
              </a:buClr>
              <a:buSzPct val="80000"/>
              <a:buFont typeface="Wingdings" pitchFamily="2" charset="2"/>
              <a:buNone/>
              <a:tabLst/>
              <a:defRPr/>
            </a:pPr>
            <a:r>
              <a:rPr kumimoji="0" lang="ja-JP" altLang="en-US" b="1" kern="0" spc="300" dirty="0">
                <a:solidFill>
                  <a:prstClr val="white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ツール</a:t>
            </a:r>
            <a:r>
              <a:rPr kumimoji="0" lang="ja-JP" altLang="en-US" sz="1200" b="1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 UI" pitchFamily="50" charset="-128"/>
                <a:ea typeface="Meiryo UI" pitchFamily="50" charset="-128"/>
                <a:cs typeface="Meiryo UI" pitchFamily="50" charset="-128"/>
              </a:rPr>
              <a:t>のイメージ</a:t>
            </a:r>
            <a:endParaRPr kumimoji="0" lang="en-US" altLang="ja-JP" sz="1200" b="1" i="0" u="none" strike="noStrike" kern="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 UI" pitchFamily="50" charset="-128"/>
              <a:ea typeface="Meiryo UI" pitchFamily="50" charset="-128"/>
              <a:cs typeface="Meiryo UI" pitchFamily="50" charset="-128"/>
            </a:endParaRPr>
          </a:p>
        </p:txBody>
      </p:sp>
      <p:sp>
        <p:nvSpPr>
          <p:cNvPr id="38" name="テキスト ボックス 16">
            <a:extLst>
              <a:ext uri="{FF2B5EF4-FFF2-40B4-BE49-F238E27FC236}">
                <a16:creationId xmlns:a16="http://schemas.microsoft.com/office/drawing/2014/main" id="{B9A8F16E-734D-0989-45AF-0AAA31FED6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6836" y="806515"/>
            <a:ext cx="2336704" cy="24622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marL="171450" indent="-171450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indent="0" eaLnBrk="1" hangingPunct="1">
              <a:spcBef>
                <a:spcPct val="0"/>
              </a:spcBef>
              <a:buFontTx/>
              <a:buNone/>
            </a:pPr>
            <a:r>
              <a:rPr lang="ja-JP" altLang="en-US" sz="1000" b="1" dirty="0">
                <a:solidFill>
                  <a:prstClr val="black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①詳細設計書の標準化</a:t>
            </a:r>
          </a:p>
        </p:txBody>
      </p:sp>
      <p:sp>
        <p:nvSpPr>
          <p:cNvPr id="24" name="テキスト ボックス 16">
            <a:extLst>
              <a:ext uri="{FF2B5EF4-FFF2-40B4-BE49-F238E27FC236}">
                <a16:creationId xmlns:a16="http://schemas.microsoft.com/office/drawing/2014/main" id="{479BCF26-E911-7757-542B-379312267C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326" y="4214207"/>
            <a:ext cx="3224581" cy="24622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marL="171450" indent="-171450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indent="0" eaLnBrk="1" hangingPunct="1">
              <a:spcBef>
                <a:spcPct val="0"/>
              </a:spcBef>
              <a:buFontTx/>
              <a:buNone/>
            </a:pPr>
            <a:r>
              <a:rPr lang="ja-JP" altLang="en-US" sz="1000" b="1" dirty="0">
                <a:solidFill>
                  <a:prstClr val="black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③テスト計画書の標準化</a:t>
            </a:r>
          </a:p>
        </p:txBody>
      </p:sp>
      <p:pic>
        <p:nvPicPr>
          <p:cNvPr id="26" name="図 25">
            <a:extLst>
              <a:ext uri="{FF2B5EF4-FFF2-40B4-BE49-F238E27FC236}">
                <a16:creationId xmlns:a16="http://schemas.microsoft.com/office/drawing/2014/main" id="{63D3E70B-8EEC-E8CE-29B9-C44869433AA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962"/>
          <a:stretch/>
        </p:blipFill>
        <p:spPr>
          <a:xfrm>
            <a:off x="5329191" y="4438061"/>
            <a:ext cx="4332409" cy="1918135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987F8A61-8BF6-5424-FFEA-CD16D46C0E5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8799"/>
          <a:stretch/>
        </p:blipFill>
        <p:spPr>
          <a:xfrm>
            <a:off x="672080" y="1225103"/>
            <a:ext cx="4280920" cy="669991"/>
          </a:xfrm>
          <a:prstGeom prst="rect">
            <a:avLst/>
          </a:prstGeom>
        </p:spPr>
      </p:pic>
      <p:sp>
        <p:nvSpPr>
          <p:cNvPr id="9" name="テキスト ボックス 16">
            <a:extLst>
              <a:ext uri="{FF2B5EF4-FFF2-40B4-BE49-F238E27FC236}">
                <a16:creationId xmlns:a16="http://schemas.microsoft.com/office/drawing/2014/main" id="{D455BFBC-1188-1D8A-2B62-EF0C7E1E6A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0512" y="1009663"/>
            <a:ext cx="3224581" cy="24622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marL="171450" indent="-171450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indent="0" eaLnBrk="1" hangingPunct="1">
              <a:spcBef>
                <a:spcPct val="0"/>
              </a:spcBef>
              <a:buFontTx/>
              <a:buNone/>
            </a:pPr>
            <a:r>
              <a:rPr lang="ja-JP" altLang="en-US" sz="1000" b="1" dirty="0">
                <a:solidFill>
                  <a:prstClr val="black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■悪い例：記載が曖昧</a:t>
            </a:r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44AA012E-2236-61AA-B28C-627BD7B8E2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6102" y="1284405"/>
            <a:ext cx="4549846" cy="669990"/>
          </a:xfrm>
          <a:prstGeom prst="rect">
            <a:avLst/>
          </a:prstGeom>
        </p:spPr>
      </p:pic>
      <p:sp>
        <p:nvSpPr>
          <p:cNvPr id="13" name="テキスト ボックス 16">
            <a:extLst>
              <a:ext uri="{FF2B5EF4-FFF2-40B4-BE49-F238E27FC236}">
                <a16:creationId xmlns:a16="http://schemas.microsoft.com/office/drawing/2014/main" id="{D931AD9E-E418-97E1-77C4-262960EFC4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30558" y="1050224"/>
            <a:ext cx="3224581" cy="24622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marL="171450" indent="-171450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indent="0" eaLnBrk="1" hangingPunct="1">
              <a:spcBef>
                <a:spcPct val="0"/>
              </a:spcBef>
              <a:buFontTx/>
              <a:buNone/>
            </a:pPr>
            <a:r>
              <a:rPr lang="ja-JP" altLang="en-US" sz="1000" b="1" dirty="0">
                <a:solidFill>
                  <a:prstClr val="black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■良い例「改善後」：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C3B17E2D-5066-8CB0-3F07-44DB02E4EE10}"/>
              </a:ext>
            </a:extLst>
          </p:cNvPr>
          <p:cNvSpPr/>
          <p:nvPr/>
        </p:nvSpPr>
        <p:spPr bwMode="auto">
          <a:xfrm>
            <a:off x="776536" y="1225103"/>
            <a:ext cx="2016224" cy="106176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ja-JP" altLang="en-U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ＭＳ Ｐゴシック" pitchFamily="50" charset="-128"/>
              <a:ea typeface="ＭＳ Ｐゴシック" pitchFamily="50" charset="-128"/>
            </a:endParaRP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57B34BDE-36C6-26D5-7A52-06128C4400C9}"/>
              </a:ext>
            </a:extLst>
          </p:cNvPr>
          <p:cNvSpPr/>
          <p:nvPr/>
        </p:nvSpPr>
        <p:spPr bwMode="auto">
          <a:xfrm>
            <a:off x="960112" y="1331279"/>
            <a:ext cx="1583509" cy="123110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ja-JP" altLang="en-U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ＭＳ Ｐゴシック" pitchFamily="50" charset="-128"/>
              <a:ea typeface="ＭＳ Ｐゴシック" pitchFamily="50" charset="-128"/>
            </a:endParaRP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34A7A60D-2068-2C74-26AA-AC11D7222835}"/>
              </a:ext>
            </a:extLst>
          </p:cNvPr>
          <p:cNvSpPr/>
          <p:nvPr/>
        </p:nvSpPr>
        <p:spPr bwMode="auto">
          <a:xfrm>
            <a:off x="3440832" y="1434440"/>
            <a:ext cx="432047" cy="129864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ja-JP" altLang="en-U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ＭＳ Ｐゴシック" pitchFamily="50" charset="-128"/>
              <a:ea typeface="ＭＳ Ｐゴシック" pitchFamily="50" charset="-128"/>
            </a:endParaRP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63AB1992-B509-DB91-FF57-B7823C9888F4}"/>
              </a:ext>
            </a:extLst>
          </p:cNvPr>
          <p:cNvSpPr/>
          <p:nvPr/>
        </p:nvSpPr>
        <p:spPr bwMode="auto">
          <a:xfrm>
            <a:off x="5241032" y="1282533"/>
            <a:ext cx="1440160" cy="112540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ja-JP" altLang="en-U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ＭＳ Ｐゴシック" pitchFamily="50" charset="-128"/>
              <a:ea typeface="ＭＳ Ｐゴシック" pitchFamily="50" charset="-128"/>
            </a:endParaRP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E0C8B303-BE3A-FD3D-2B60-D4B661CC50DB}"/>
              </a:ext>
            </a:extLst>
          </p:cNvPr>
          <p:cNvSpPr/>
          <p:nvPr/>
        </p:nvSpPr>
        <p:spPr bwMode="auto">
          <a:xfrm>
            <a:off x="5457056" y="1395073"/>
            <a:ext cx="1634651" cy="119643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ja-JP" altLang="en-U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ＭＳ Ｐゴシック" pitchFamily="50" charset="-128"/>
              <a:ea typeface="ＭＳ Ｐゴシック" pitchFamily="50" charset="-128"/>
            </a:endParaRPr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81D6C37F-4B52-468B-9129-7E9391B24DFA}"/>
              </a:ext>
            </a:extLst>
          </p:cNvPr>
          <p:cNvSpPr/>
          <p:nvPr/>
        </p:nvSpPr>
        <p:spPr bwMode="auto">
          <a:xfrm>
            <a:off x="7987828" y="1337867"/>
            <a:ext cx="554360" cy="362942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ja-JP" altLang="en-U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ＭＳ Ｐゴシック" pitchFamily="50" charset="-128"/>
              <a:ea typeface="ＭＳ Ｐゴシック" pitchFamily="50" charset="-128"/>
            </a:endParaRPr>
          </a:p>
        </p:txBody>
      </p:sp>
      <p:sp>
        <p:nvSpPr>
          <p:cNvPr id="29" name="テキスト ボックス 16">
            <a:extLst>
              <a:ext uri="{FF2B5EF4-FFF2-40B4-BE49-F238E27FC236}">
                <a16:creationId xmlns:a16="http://schemas.microsoft.com/office/drawing/2014/main" id="{556E2064-4EDD-CA67-78B5-41817C853D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3990" y="1168260"/>
            <a:ext cx="1789159" cy="20005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marL="171450" indent="-171450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indent="0" eaLnBrk="1" hangingPunct="1">
              <a:spcBef>
                <a:spcPct val="0"/>
              </a:spcBef>
              <a:buFontTx/>
              <a:buNone/>
            </a:pPr>
            <a:r>
              <a:rPr lang="ja-JP" altLang="en-US" sz="700" b="1" dirty="0">
                <a:solidFill>
                  <a:srgbClr val="0070C0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処理名を記載、余分な記述不要</a:t>
            </a:r>
          </a:p>
        </p:txBody>
      </p:sp>
      <p:sp>
        <p:nvSpPr>
          <p:cNvPr id="30" name="テキスト ボックス 16">
            <a:extLst>
              <a:ext uri="{FF2B5EF4-FFF2-40B4-BE49-F238E27FC236}">
                <a16:creationId xmlns:a16="http://schemas.microsoft.com/office/drawing/2014/main" id="{56B599E7-6B78-9D88-18CE-49FFD7BA7C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84809" y="1335865"/>
            <a:ext cx="1789159" cy="20005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marL="171450" indent="-171450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indent="0" eaLnBrk="1" hangingPunct="1">
              <a:spcBef>
                <a:spcPct val="0"/>
              </a:spcBef>
              <a:buFontTx/>
              <a:buNone/>
            </a:pPr>
            <a:r>
              <a:rPr lang="en-US" altLang="ja-JP" sz="700" b="1" dirty="0">
                <a:solidFill>
                  <a:srgbClr val="0070C0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PGM</a:t>
            </a:r>
            <a:r>
              <a:rPr lang="ja-JP" altLang="en-US" sz="700" b="1" dirty="0">
                <a:solidFill>
                  <a:srgbClr val="0070C0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の</a:t>
            </a:r>
            <a:r>
              <a:rPr lang="en-US" altLang="ja-JP" sz="700" b="1" dirty="0">
                <a:solidFill>
                  <a:srgbClr val="0070C0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ID</a:t>
            </a:r>
            <a:r>
              <a:rPr lang="ja-JP" altLang="en-US" sz="700" b="1" dirty="0">
                <a:solidFill>
                  <a:srgbClr val="0070C0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を記入</a:t>
            </a:r>
          </a:p>
        </p:txBody>
      </p:sp>
      <p:sp>
        <p:nvSpPr>
          <p:cNvPr id="31" name="テキスト ボックス 16">
            <a:extLst>
              <a:ext uri="{FF2B5EF4-FFF2-40B4-BE49-F238E27FC236}">
                <a16:creationId xmlns:a16="http://schemas.microsoft.com/office/drawing/2014/main" id="{AB2E7C72-3E4C-C706-4BF0-CC75E0C121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14561" y="1727803"/>
            <a:ext cx="1789159" cy="20005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marL="171450" indent="-171450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indent="0" eaLnBrk="1" hangingPunct="1">
              <a:spcBef>
                <a:spcPct val="0"/>
              </a:spcBef>
              <a:buFontTx/>
              <a:buNone/>
            </a:pPr>
            <a:r>
              <a:rPr lang="ja-JP" altLang="en-US" sz="700" b="1" dirty="0">
                <a:solidFill>
                  <a:srgbClr val="0070C0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マクロ名記入</a:t>
            </a:r>
          </a:p>
        </p:txBody>
      </p:sp>
      <p:sp>
        <p:nvSpPr>
          <p:cNvPr id="32" name="テキスト ボックス 16">
            <a:extLst>
              <a:ext uri="{FF2B5EF4-FFF2-40B4-BE49-F238E27FC236}">
                <a16:creationId xmlns:a16="http://schemas.microsoft.com/office/drawing/2014/main" id="{ECAB037A-14C8-A65D-8A07-D331C35872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0333" y="2204864"/>
            <a:ext cx="4404675" cy="4001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marL="171450" indent="-171450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indent="0" eaLnBrk="1" hangingPunct="1">
              <a:spcBef>
                <a:spcPct val="0"/>
              </a:spcBef>
              <a:buFontTx/>
              <a:buNone/>
            </a:pPr>
            <a:r>
              <a:rPr lang="ja-JP" altLang="en-US" sz="1000" b="1" dirty="0">
                <a:solidFill>
                  <a:prstClr val="black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■悪い例：エラー処理判断の時、「もし」を使用しなく、「判断条件」を使用</a:t>
            </a:r>
            <a:endParaRPr lang="en-US" altLang="ja-JP" sz="1000" b="1" dirty="0">
              <a:solidFill>
                <a:prstClr val="black"/>
              </a:solidFill>
              <a:latin typeface="Meiryo UI" pitchFamily="50" charset="-128"/>
              <a:ea typeface="Meiryo UI" pitchFamily="50" charset="-128"/>
              <a:cs typeface="Meiryo UI" pitchFamily="50" charset="-128"/>
            </a:endParaRPr>
          </a:p>
          <a:p>
            <a:pPr marL="0" indent="0" eaLnBrk="1" hangingPunct="1">
              <a:spcBef>
                <a:spcPct val="0"/>
              </a:spcBef>
              <a:buFontTx/>
              <a:buNone/>
            </a:pPr>
            <a:r>
              <a:rPr lang="ja-JP" altLang="en-US" sz="1000" b="1" dirty="0">
                <a:solidFill>
                  <a:prstClr val="black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　　　　　　　 理由コードのコメントがない</a:t>
            </a:r>
          </a:p>
        </p:txBody>
      </p:sp>
      <p:sp>
        <p:nvSpPr>
          <p:cNvPr id="33" name="テキスト ボックス 16">
            <a:extLst>
              <a:ext uri="{FF2B5EF4-FFF2-40B4-BE49-F238E27FC236}">
                <a16:creationId xmlns:a16="http://schemas.microsoft.com/office/drawing/2014/main" id="{10211050-33FA-4970-D0ED-654164CB37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1895" y="2010801"/>
            <a:ext cx="2336704" cy="24622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marL="171450" indent="-171450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indent="0" eaLnBrk="1" hangingPunct="1">
              <a:spcBef>
                <a:spcPct val="0"/>
              </a:spcBef>
              <a:buFontTx/>
              <a:buNone/>
            </a:pPr>
            <a:r>
              <a:rPr lang="ja-JP" altLang="en-US" sz="1000" b="1" dirty="0">
                <a:solidFill>
                  <a:prstClr val="black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②</a:t>
            </a:r>
            <a:r>
              <a:rPr lang="en-US" altLang="ja-JP" sz="1000" b="1" dirty="0">
                <a:solidFill>
                  <a:prstClr val="black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IPO</a:t>
            </a:r>
            <a:r>
              <a:rPr lang="ja-JP" altLang="en-US" sz="1000" b="1" dirty="0">
                <a:solidFill>
                  <a:prstClr val="black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ソースの標準化</a:t>
            </a:r>
          </a:p>
        </p:txBody>
      </p:sp>
      <p:sp>
        <p:nvSpPr>
          <p:cNvPr id="34" name="テキスト ボックス 16">
            <a:extLst>
              <a:ext uri="{FF2B5EF4-FFF2-40B4-BE49-F238E27FC236}">
                <a16:creationId xmlns:a16="http://schemas.microsoft.com/office/drawing/2014/main" id="{44A7BA86-F701-1BE6-A455-E22C2139FD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96992" y="2226545"/>
            <a:ext cx="3224581" cy="24622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marL="171450" indent="-171450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indent="0" eaLnBrk="1" hangingPunct="1">
              <a:spcBef>
                <a:spcPct val="0"/>
              </a:spcBef>
              <a:buFontTx/>
              <a:buNone/>
            </a:pPr>
            <a:r>
              <a:rPr lang="ja-JP" altLang="en-US" sz="1000" b="1" dirty="0">
                <a:solidFill>
                  <a:prstClr val="black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■良い例「改善後」：</a:t>
            </a:r>
          </a:p>
        </p:txBody>
      </p:sp>
      <p:pic>
        <p:nvPicPr>
          <p:cNvPr id="49" name="図 48">
            <a:extLst>
              <a:ext uri="{FF2B5EF4-FFF2-40B4-BE49-F238E27FC236}">
                <a16:creationId xmlns:a16="http://schemas.microsoft.com/office/drawing/2014/main" id="{E025319C-A88B-22AF-D2ED-72406CC287D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528" y="4567602"/>
            <a:ext cx="4647000" cy="1784116"/>
          </a:xfrm>
          <a:prstGeom prst="rect">
            <a:avLst/>
          </a:prstGeom>
        </p:spPr>
      </p:pic>
      <p:sp>
        <p:nvSpPr>
          <p:cNvPr id="50" name="テキスト ボックス 16">
            <a:extLst>
              <a:ext uri="{FF2B5EF4-FFF2-40B4-BE49-F238E27FC236}">
                <a16:creationId xmlns:a16="http://schemas.microsoft.com/office/drawing/2014/main" id="{F9063F66-EECA-C950-23C2-03DDB4FDA2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569" y="4393789"/>
            <a:ext cx="2405215" cy="24622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marL="171450" indent="-171450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indent="0" eaLnBrk="1" hangingPunct="1">
              <a:spcBef>
                <a:spcPct val="0"/>
              </a:spcBef>
              <a:buFontTx/>
              <a:buNone/>
            </a:pPr>
            <a:r>
              <a:rPr lang="ja-JP" altLang="en-US" sz="1000" b="1" dirty="0">
                <a:solidFill>
                  <a:prstClr val="black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■悪い例：理由コード等記入不全</a:t>
            </a:r>
            <a:endParaRPr lang="en-US" altLang="ja-JP" sz="1000" b="1" dirty="0">
              <a:solidFill>
                <a:prstClr val="black"/>
              </a:solidFill>
              <a:latin typeface="Meiryo UI" pitchFamily="50" charset="-128"/>
              <a:ea typeface="Meiryo UI" pitchFamily="50" charset="-128"/>
              <a:cs typeface="Meiryo UI" pitchFamily="50" charset="-128"/>
            </a:endParaRPr>
          </a:p>
        </p:txBody>
      </p:sp>
      <p:sp>
        <p:nvSpPr>
          <p:cNvPr id="51" name="テキスト ボックス 16">
            <a:extLst>
              <a:ext uri="{FF2B5EF4-FFF2-40B4-BE49-F238E27FC236}">
                <a16:creationId xmlns:a16="http://schemas.microsoft.com/office/drawing/2014/main" id="{24761AAF-446C-5669-1364-A6D48CACF2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50445" y="4280128"/>
            <a:ext cx="4332409" cy="24622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marL="171450" indent="-171450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indent="0" eaLnBrk="1" hangingPunct="1">
              <a:spcBef>
                <a:spcPct val="0"/>
              </a:spcBef>
              <a:buFontTx/>
              <a:buNone/>
            </a:pPr>
            <a:r>
              <a:rPr lang="ja-JP" altLang="en-US" sz="1000" b="1" dirty="0">
                <a:solidFill>
                  <a:prstClr val="black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■良い例「改善後」：ツールは標準化のテスト計画書を作成できる</a:t>
            </a:r>
            <a:endParaRPr lang="en-US" altLang="ja-JP" sz="1000" b="1" dirty="0">
              <a:solidFill>
                <a:prstClr val="black"/>
              </a:solidFill>
              <a:latin typeface="Meiryo UI" pitchFamily="50" charset="-128"/>
              <a:ea typeface="Meiryo UI" pitchFamily="50" charset="-128"/>
              <a:cs typeface="Meiryo UI" pitchFamily="50" charset="-128"/>
            </a:endParaRPr>
          </a:p>
        </p:txBody>
      </p:sp>
      <p:sp>
        <p:nvSpPr>
          <p:cNvPr id="55" name="正方形/長方形 54">
            <a:extLst>
              <a:ext uri="{FF2B5EF4-FFF2-40B4-BE49-F238E27FC236}">
                <a16:creationId xmlns:a16="http://schemas.microsoft.com/office/drawing/2014/main" id="{96697DD2-9247-C29B-36E6-E76C9FA57FAA}"/>
              </a:ext>
            </a:extLst>
          </p:cNvPr>
          <p:cNvSpPr/>
          <p:nvPr/>
        </p:nvSpPr>
        <p:spPr bwMode="auto">
          <a:xfrm>
            <a:off x="672080" y="756567"/>
            <a:ext cx="9105456" cy="1254235"/>
          </a:xfrm>
          <a:prstGeom prst="rect">
            <a:avLst/>
          </a:prstGeom>
          <a:noFill/>
          <a:ln w="31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ja-JP" altLang="en-U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ＭＳ Ｐゴシック" pitchFamily="50" charset="-128"/>
              <a:ea typeface="ＭＳ Ｐゴシック" pitchFamily="50" charset="-128"/>
            </a:endParaRPr>
          </a:p>
        </p:txBody>
      </p:sp>
      <p:sp>
        <p:nvSpPr>
          <p:cNvPr id="56" name="正方形/長方形 55">
            <a:extLst>
              <a:ext uri="{FF2B5EF4-FFF2-40B4-BE49-F238E27FC236}">
                <a16:creationId xmlns:a16="http://schemas.microsoft.com/office/drawing/2014/main" id="{3D33C212-9D01-D07B-4F0D-5CFD3C49935D}"/>
              </a:ext>
            </a:extLst>
          </p:cNvPr>
          <p:cNvSpPr/>
          <p:nvPr/>
        </p:nvSpPr>
        <p:spPr bwMode="auto">
          <a:xfrm>
            <a:off x="672080" y="2043037"/>
            <a:ext cx="9105456" cy="2171170"/>
          </a:xfrm>
          <a:prstGeom prst="rect">
            <a:avLst/>
          </a:prstGeom>
          <a:noFill/>
          <a:ln w="31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ja-JP" altLang="en-U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ＭＳ Ｐゴシック" pitchFamily="50" charset="-128"/>
              <a:ea typeface="ＭＳ Ｐゴシック" pitchFamily="50" charset="-128"/>
            </a:endParaRPr>
          </a:p>
        </p:txBody>
      </p:sp>
      <p:sp>
        <p:nvSpPr>
          <p:cNvPr id="58" name="正方形/長方形 57">
            <a:extLst>
              <a:ext uri="{FF2B5EF4-FFF2-40B4-BE49-F238E27FC236}">
                <a16:creationId xmlns:a16="http://schemas.microsoft.com/office/drawing/2014/main" id="{F449F601-6A7D-10A4-9ED6-70FAED940A4A}"/>
              </a:ext>
            </a:extLst>
          </p:cNvPr>
          <p:cNvSpPr/>
          <p:nvPr/>
        </p:nvSpPr>
        <p:spPr bwMode="auto">
          <a:xfrm>
            <a:off x="672080" y="4230684"/>
            <a:ext cx="9105456" cy="2389192"/>
          </a:xfrm>
          <a:prstGeom prst="rect">
            <a:avLst/>
          </a:prstGeom>
          <a:noFill/>
          <a:ln w="31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ja-JP" altLang="en-U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ＭＳ Ｐゴシック" pitchFamily="50" charset="-128"/>
              <a:ea typeface="ＭＳ Ｐゴシック" pitchFamily="50" charset="-128"/>
            </a:endParaRPr>
          </a:p>
        </p:txBody>
      </p:sp>
      <p:sp>
        <p:nvSpPr>
          <p:cNvPr id="59" name="テキスト ボックス 16">
            <a:extLst>
              <a:ext uri="{FF2B5EF4-FFF2-40B4-BE49-F238E27FC236}">
                <a16:creationId xmlns:a16="http://schemas.microsoft.com/office/drawing/2014/main" id="{4697276F-7553-95BA-315C-EBB30679CE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19809" y="2257022"/>
            <a:ext cx="1789159" cy="30777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marL="171450" indent="-171450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indent="0" eaLnBrk="1" hangingPunct="1">
              <a:spcBef>
                <a:spcPct val="0"/>
              </a:spcBef>
              <a:buFontTx/>
              <a:buNone/>
            </a:pPr>
            <a:r>
              <a:rPr lang="ja-JP" altLang="en-US" sz="700" b="1" dirty="0">
                <a:solidFill>
                  <a:srgbClr val="0070C0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エラー処理判断の時、「判断条件」を使用、</a:t>
            </a:r>
            <a:endParaRPr lang="en-US" altLang="ja-JP" sz="700" b="1" dirty="0">
              <a:solidFill>
                <a:srgbClr val="0070C0"/>
              </a:solidFill>
              <a:latin typeface="Meiryo UI" pitchFamily="50" charset="-128"/>
              <a:ea typeface="Meiryo UI" pitchFamily="50" charset="-128"/>
              <a:cs typeface="Meiryo UI" pitchFamily="50" charset="-128"/>
            </a:endParaRPr>
          </a:p>
          <a:p>
            <a:pPr marL="0" indent="0" eaLnBrk="1" hangingPunct="1">
              <a:spcBef>
                <a:spcPct val="0"/>
              </a:spcBef>
              <a:buFontTx/>
              <a:buNone/>
            </a:pPr>
            <a:r>
              <a:rPr lang="ja-JP" altLang="en-US" sz="700" b="1" dirty="0">
                <a:solidFill>
                  <a:srgbClr val="0070C0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エラー値のコメント追加</a:t>
            </a:r>
          </a:p>
        </p:txBody>
      </p:sp>
      <p:sp>
        <p:nvSpPr>
          <p:cNvPr id="60" name="テキスト ボックス 16">
            <a:extLst>
              <a:ext uri="{FF2B5EF4-FFF2-40B4-BE49-F238E27FC236}">
                <a16:creationId xmlns:a16="http://schemas.microsoft.com/office/drawing/2014/main" id="{4CE19C94-5AC9-9FE8-1EE0-F30A3CB906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1866" y="4929075"/>
            <a:ext cx="1789159" cy="20005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marL="171450" indent="-171450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indent="0" eaLnBrk="1" hangingPunct="1">
              <a:spcBef>
                <a:spcPct val="0"/>
              </a:spcBef>
              <a:buFontTx/>
              <a:buNone/>
            </a:pPr>
            <a:r>
              <a:rPr lang="ja-JP" altLang="en-US" sz="700" b="1" dirty="0">
                <a:solidFill>
                  <a:srgbClr val="0070C0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フォマード統一</a:t>
            </a:r>
          </a:p>
        </p:txBody>
      </p:sp>
      <p:sp>
        <p:nvSpPr>
          <p:cNvPr id="61" name="正方形/長方形 60">
            <a:extLst>
              <a:ext uri="{FF2B5EF4-FFF2-40B4-BE49-F238E27FC236}">
                <a16:creationId xmlns:a16="http://schemas.microsoft.com/office/drawing/2014/main" id="{256E17C8-6756-3958-F220-8AEAE7921680}"/>
              </a:ext>
            </a:extLst>
          </p:cNvPr>
          <p:cNvSpPr/>
          <p:nvPr/>
        </p:nvSpPr>
        <p:spPr bwMode="auto">
          <a:xfrm>
            <a:off x="829089" y="2589038"/>
            <a:ext cx="2611743" cy="185268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ja-JP" altLang="en-U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ＭＳ Ｐゴシック" pitchFamily="50" charset="-128"/>
              <a:ea typeface="ＭＳ Ｐゴシック" pitchFamily="50" charset="-128"/>
            </a:endParaRPr>
          </a:p>
        </p:txBody>
      </p:sp>
      <p:sp>
        <p:nvSpPr>
          <p:cNvPr id="62" name="正方形/長方形 61">
            <a:extLst>
              <a:ext uri="{FF2B5EF4-FFF2-40B4-BE49-F238E27FC236}">
                <a16:creationId xmlns:a16="http://schemas.microsoft.com/office/drawing/2014/main" id="{1386D78C-75AB-EF21-5491-0D970AA70770}"/>
              </a:ext>
            </a:extLst>
          </p:cNvPr>
          <p:cNvSpPr/>
          <p:nvPr/>
        </p:nvSpPr>
        <p:spPr bwMode="auto">
          <a:xfrm>
            <a:off x="5146102" y="2442265"/>
            <a:ext cx="1773707" cy="193284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ja-JP" altLang="en-U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ＭＳ Ｐゴシック" pitchFamily="50" charset="-128"/>
              <a:ea typeface="ＭＳ Ｐゴシック" pitchFamily="50" charset="-128"/>
            </a:endParaRPr>
          </a:p>
        </p:txBody>
      </p:sp>
      <p:sp>
        <p:nvSpPr>
          <p:cNvPr id="64" name="正方形/長方形 63">
            <a:extLst>
              <a:ext uri="{FF2B5EF4-FFF2-40B4-BE49-F238E27FC236}">
                <a16:creationId xmlns:a16="http://schemas.microsoft.com/office/drawing/2014/main" id="{29CE5A41-D4B4-4CCD-03A4-30A0B8F6800B}"/>
              </a:ext>
            </a:extLst>
          </p:cNvPr>
          <p:cNvSpPr/>
          <p:nvPr/>
        </p:nvSpPr>
        <p:spPr bwMode="auto">
          <a:xfrm>
            <a:off x="5298502" y="2765463"/>
            <a:ext cx="1773707" cy="87473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ja-JP" altLang="en-U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ＭＳ Ｐゴシック" pitchFamily="50" charset="-128"/>
              <a:ea typeface="ＭＳ Ｐゴシック" pitchFamily="50" charset="-128"/>
            </a:endParaRPr>
          </a:p>
        </p:txBody>
      </p:sp>
      <p:sp>
        <p:nvSpPr>
          <p:cNvPr id="66" name="正方形/長方形 65">
            <a:extLst>
              <a:ext uri="{FF2B5EF4-FFF2-40B4-BE49-F238E27FC236}">
                <a16:creationId xmlns:a16="http://schemas.microsoft.com/office/drawing/2014/main" id="{131EBE27-0A3F-9248-0C93-CD2484643FC2}"/>
              </a:ext>
            </a:extLst>
          </p:cNvPr>
          <p:cNvSpPr/>
          <p:nvPr/>
        </p:nvSpPr>
        <p:spPr bwMode="auto">
          <a:xfrm>
            <a:off x="1784648" y="5211859"/>
            <a:ext cx="2000445" cy="314861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ja-JP" altLang="en-U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ＭＳ Ｐゴシック" pitchFamily="50" charset="-128"/>
              <a:ea typeface="ＭＳ Ｐゴシック" pitchFamily="50" charset="-128"/>
            </a:endParaRPr>
          </a:p>
        </p:txBody>
      </p:sp>
      <p:sp>
        <p:nvSpPr>
          <p:cNvPr id="67" name="正方形/長方形 66">
            <a:extLst>
              <a:ext uri="{FF2B5EF4-FFF2-40B4-BE49-F238E27FC236}">
                <a16:creationId xmlns:a16="http://schemas.microsoft.com/office/drawing/2014/main" id="{6D74456B-3460-54CB-A597-3237B0F38E51}"/>
              </a:ext>
            </a:extLst>
          </p:cNvPr>
          <p:cNvSpPr/>
          <p:nvPr/>
        </p:nvSpPr>
        <p:spPr bwMode="auto">
          <a:xfrm>
            <a:off x="6316786" y="5154143"/>
            <a:ext cx="1789159" cy="419452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ja-JP" altLang="en-U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ＭＳ Ｐゴシック" pitchFamily="50" charset="-128"/>
              <a:ea typeface="ＭＳ Ｐゴシック" pitchFamily="50" charset="-128"/>
            </a:endParaRPr>
          </a:p>
        </p:txBody>
      </p:sp>
      <p:sp>
        <p:nvSpPr>
          <p:cNvPr id="68" name="正方形/長方形 67">
            <a:extLst>
              <a:ext uri="{FF2B5EF4-FFF2-40B4-BE49-F238E27FC236}">
                <a16:creationId xmlns:a16="http://schemas.microsoft.com/office/drawing/2014/main" id="{04DADB61-1516-E7F3-C825-015C72C42A91}"/>
              </a:ext>
            </a:extLst>
          </p:cNvPr>
          <p:cNvSpPr/>
          <p:nvPr/>
        </p:nvSpPr>
        <p:spPr bwMode="auto">
          <a:xfrm>
            <a:off x="5534895" y="5733256"/>
            <a:ext cx="2226417" cy="368177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ja-JP" altLang="en-U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ＭＳ Ｐゴシック" pitchFamily="50" charset="-128"/>
              <a:ea typeface="ＭＳ Ｐゴシック" pitchFamily="50" charset="-128"/>
            </a:endParaRPr>
          </a:p>
        </p:txBody>
      </p:sp>
      <p:sp>
        <p:nvSpPr>
          <p:cNvPr id="69" name="正方形/長方形 68">
            <a:extLst>
              <a:ext uri="{FF2B5EF4-FFF2-40B4-BE49-F238E27FC236}">
                <a16:creationId xmlns:a16="http://schemas.microsoft.com/office/drawing/2014/main" id="{A9EE3788-9AD3-1BEC-2A79-906FEE3D2166}"/>
              </a:ext>
            </a:extLst>
          </p:cNvPr>
          <p:cNvSpPr/>
          <p:nvPr/>
        </p:nvSpPr>
        <p:spPr bwMode="auto">
          <a:xfrm>
            <a:off x="864323" y="5781788"/>
            <a:ext cx="2864541" cy="314861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ja-JP" altLang="en-U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ＭＳ Ｐゴシック" pitchFamily="50" charset="-128"/>
              <a:ea typeface="ＭＳ Ｐゴシック" pitchFamily="50" charset="-128"/>
            </a:endParaRPr>
          </a:p>
        </p:txBody>
      </p:sp>
      <p:pic>
        <p:nvPicPr>
          <p:cNvPr id="15" name="図 14">
            <a:extLst>
              <a:ext uri="{FF2B5EF4-FFF2-40B4-BE49-F238E27FC236}">
                <a16:creationId xmlns:a16="http://schemas.microsoft.com/office/drawing/2014/main" id="{FF8726D6-58DC-9260-9D52-19A6A8048BC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03280" y="2420888"/>
            <a:ext cx="3754176" cy="1321736"/>
          </a:xfrm>
          <a:prstGeom prst="rect">
            <a:avLst/>
          </a:prstGeom>
        </p:spPr>
      </p:pic>
      <p:pic>
        <p:nvPicPr>
          <p:cNvPr id="18" name="図 17">
            <a:extLst>
              <a:ext uri="{FF2B5EF4-FFF2-40B4-BE49-F238E27FC236}">
                <a16:creationId xmlns:a16="http://schemas.microsoft.com/office/drawing/2014/main" id="{DF1F7288-B43D-29A4-8676-6E7995A0CE4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28119" y="3717032"/>
            <a:ext cx="3729337" cy="432469"/>
          </a:xfrm>
          <a:prstGeom prst="rect">
            <a:avLst/>
          </a:prstGeom>
        </p:spPr>
      </p:pic>
      <p:pic>
        <p:nvPicPr>
          <p:cNvPr id="21" name="図 20">
            <a:extLst>
              <a:ext uri="{FF2B5EF4-FFF2-40B4-BE49-F238E27FC236}">
                <a16:creationId xmlns:a16="http://schemas.microsoft.com/office/drawing/2014/main" id="{B3BDA013-E95B-457D-E605-4C4AEEC4512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4528" y="2564026"/>
            <a:ext cx="4277934" cy="1571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765888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【済南本部長報告会】2019年5月度_システム統括本部_v0.2 - コピー">
  <a:themeElements>
    <a:clrScheme name="">
      <a:dk1>
        <a:srgbClr val="000000"/>
      </a:dk1>
      <a:lt1>
        <a:srgbClr val="FFFFFF"/>
      </a:lt1>
      <a:dk2>
        <a:srgbClr val="000000"/>
      </a:dk2>
      <a:lt2>
        <a:srgbClr val="000000"/>
      </a:lt2>
      <a:accent1>
        <a:srgbClr val="00CCFF"/>
      </a:accent1>
      <a:accent2>
        <a:srgbClr val="00FFCC"/>
      </a:accent2>
      <a:accent3>
        <a:srgbClr val="FFFFFF"/>
      </a:accent3>
      <a:accent4>
        <a:srgbClr val="000000"/>
      </a:accent4>
      <a:accent5>
        <a:srgbClr val="AAE2FF"/>
      </a:accent5>
      <a:accent6>
        <a:srgbClr val="00E7B9"/>
      </a:accent6>
      <a:hlink>
        <a:srgbClr val="FF3300"/>
      </a:hlink>
      <a:folHlink>
        <a:srgbClr val="FF7C80"/>
      </a:folHlink>
    </a:clrScheme>
    <a:fontScheme name="プロジェクトの概要">
      <a:majorFont>
        <a:latin typeface="Times New Roman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ja-JP" sz="1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ＭＳ Ｐゴシック" pitchFamily="50" charset="-128"/>
            <a:ea typeface="ＭＳ Ｐゴシック" pitchFamily="50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ja-JP" sz="1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ＭＳ Ｐゴシック" pitchFamily="50" charset="-128"/>
            <a:ea typeface="ＭＳ Ｐゴシック" pitchFamily="50" charset="-128"/>
          </a:defRPr>
        </a:defPPr>
      </a:lstStyle>
    </a:lnDef>
  </a:objectDefaults>
  <a:extraClrSchemeLst>
    <a:extraClrScheme>
      <a:clrScheme name="プロジェクトの概要 1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3366FF"/>
        </a:accent1>
        <a:accent2>
          <a:srgbClr val="009900"/>
        </a:accent2>
        <a:accent3>
          <a:srgbClr val="FFFFFF"/>
        </a:accent3>
        <a:accent4>
          <a:srgbClr val="000000"/>
        </a:accent4>
        <a:accent5>
          <a:srgbClr val="ADB8FF"/>
        </a:accent5>
        <a:accent6>
          <a:srgbClr val="008A00"/>
        </a:accent6>
        <a:hlink>
          <a:srgbClr val="FF0033"/>
        </a:hlink>
        <a:folHlink>
          <a:srgbClr val="CC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プロジェクトの概要 2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EAEAEA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555555"/>
        </a:accent6>
        <a:hlink>
          <a:srgbClr val="969696"/>
        </a:hlink>
        <a:folHlink>
          <a:srgbClr val="CBCBC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プロジェクトの概要 3">
        <a:dk1>
          <a:srgbClr val="000000"/>
        </a:dk1>
        <a:lt1>
          <a:srgbClr val="FFFFFF"/>
        </a:lt1>
        <a:dk2>
          <a:srgbClr val="0066CC"/>
        </a:dk2>
        <a:lt2>
          <a:srgbClr val="CBCBCB"/>
        </a:lt2>
        <a:accent1>
          <a:srgbClr val="00CCFF"/>
        </a:accent1>
        <a:accent2>
          <a:srgbClr val="00FFCC"/>
        </a:accent2>
        <a:accent3>
          <a:srgbClr val="AAB8E2"/>
        </a:accent3>
        <a:accent4>
          <a:srgbClr val="DADADA"/>
        </a:accent4>
        <a:accent5>
          <a:srgbClr val="AAE2FF"/>
        </a:accent5>
        <a:accent6>
          <a:srgbClr val="00E7B9"/>
        </a:accent6>
        <a:hlink>
          <a:srgbClr val="FF3300"/>
        </a:hlink>
        <a:folHlink>
          <a:srgbClr val="FF7C8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2_プロジェクトの概要">
  <a:themeElements>
    <a:clrScheme name="">
      <a:dk1>
        <a:srgbClr val="000000"/>
      </a:dk1>
      <a:lt1>
        <a:srgbClr val="FFFFFF"/>
      </a:lt1>
      <a:dk2>
        <a:srgbClr val="000000"/>
      </a:dk2>
      <a:lt2>
        <a:srgbClr val="000000"/>
      </a:lt2>
      <a:accent1>
        <a:srgbClr val="00CCFF"/>
      </a:accent1>
      <a:accent2>
        <a:srgbClr val="00FFCC"/>
      </a:accent2>
      <a:accent3>
        <a:srgbClr val="FFFFFF"/>
      </a:accent3>
      <a:accent4>
        <a:srgbClr val="000000"/>
      </a:accent4>
      <a:accent5>
        <a:srgbClr val="AAE2FF"/>
      </a:accent5>
      <a:accent6>
        <a:srgbClr val="00E7B9"/>
      </a:accent6>
      <a:hlink>
        <a:srgbClr val="FF3300"/>
      </a:hlink>
      <a:folHlink>
        <a:srgbClr val="FF7C80"/>
      </a:folHlink>
    </a:clrScheme>
    <a:fontScheme name="2_プロジェクトの概要">
      <a:majorFont>
        <a:latin typeface="Times New Roman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31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sz="1400" b="0" i="0" u="none" strike="noStrike" cap="none" normalizeH="0" baseline="0" dirty="0">
            <a:ln>
              <a:noFill/>
            </a:ln>
            <a:solidFill>
              <a:schemeClr val="bg1"/>
            </a:solidFill>
            <a:effectLst/>
            <a:latin typeface="ＭＳ Ｐゴシック" pitchFamily="50" charset="-128"/>
            <a:ea typeface="ＭＳ Ｐゴシック" pitchFamily="50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ja-JP" sz="1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ＭＳ Ｐゴシック" pitchFamily="50" charset="-128"/>
            <a:ea typeface="ＭＳ Ｐゴシック" pitchFamily="50" charset="-128"/>
          </a:defRPr>
        </a:defPPr>
      </a:lstStyle>
    </a:lnDef>
    <a:txDef>
      <a:spPr>
        <a:solidFill>
          <a:schemeClr val="bg1"/>
        </a:solidFill>
      </a:spPr>
      <a:bodyPr wrap="square" rtlCol="0">
        <a:spAutoFit/>
      </a:bodyPr>
      <a:lstStyle>
        <a:defPPr algn="r">
          <a:defRPr sz="600" dirty="0"/>
        </a:defPPr>
      </a:lstStyle>
    </a:txDef>
  </a:objectDefaults>
  <a:extraClrSchemeLst>
    <a:extraClrScheme>
      <a:clrScheme name="2_プロジェクトの概要 1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3366FF"/>
        </a:accent1>
        <a:accent2>
          <a:srgbClr val="009900"/>
        </a:accent2>
        <a:accent3>
          <a:srgbClr val="FFFFFF"/>
        </a:accent3>
        <a:accent4>
          <a:srgbClr val="000000"/>
        </a:accent4>
        <a:accent5>
          <a:srgbClr val="ADB8FF"/>
        </a:accent5>
        <a:accent6>
          <a:srgbClr val="008A00"/>
        </a:accent6>
        <a:hlink>
          <a:srgbClr val="FF0033"/>
        </a:hlink>
        <a:folHlink>
          <a:srgbClr val="CC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プロジェクトの概要 2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EAEAEA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555555"/>
        </a:accent6>
        <a:hlink>
          <a:srgbClr val="969696"/>
        </a:hlink>
        <a:folHlink>
          <a:srgbClr val="CBCBC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プロジェクトの概要 3">
        <a:dk1>
          <a:srgbClr val="000000"/>
        </a:dk1>
        <a:lt1>
          <a:srgbClr val="FFFFFF"/>
        </a:lt1>
        <a:dk2>
          <a:srgbClr val="0066CC"/>
        </a:dk2>
        <a:lt2>
          <a:srgbClr val="CBCBCB"/>
        </a:lt2>
        <a:accent1>
          <a:srgbClr val="00CCFF"/>
        </a:accent1>
        <a:accent2>
          <a:srgbClr val="00FFCC"/>
        </a:accent2>
        <a:accent3>
          <a:srgbClr val="AAB8E2"/>
        </a:accent3>
        <a:accent4>
          <a:srgbClr val="DADADA"/>
        </a:accent4>
        <a:accent5>
          <a:srgbClr val="AAE2FF"/>
        </a:accent5>
        <a:accent6>
          <a:srgbClr val="00E7B9"/>
        </a:accent6>
        <a:hlink>
          <a:srgbClr val="FF3300"/>
        </a:hlink>
        <a:folHlink>
          <a:srgbClr val="FF7C8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3_プロジェクトの概要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プロジェクトの概要">
      <a:majorFont>
        <a:latin typeface="Times New Roman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/>
        </a:solidFill>
        <a:ln w="12700" cap="flat" cmpd="sng" algn="ctr">
          <a:solidFill>
            <a:schemeClr val="bg1">
              <a:lumMod val="50000"/>
            </a:schemeClr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36000" tIns="36000" rIns="36000" bIns="36000" numCol="1" rtlCol="0" anchor="ctr" anchorCtr="0" compatLnSpc="1">
        <a:prstTxWarp prst="textNoShape">
          <a:avLst/>
        </a:prstTxWarp>
      </a:bodyPr>
      <a:lstStyle>
        <a:defPPr marL="0" marR="0" indent="0" algn="ctr" defTabSz="1395413" rtl="0" eaLnBrk="1" fontAlgn="ctr" latinLnBrk="0" hangingPunct="1">
          <a:lnSpc>
            <a:spcPct val="110000"/>
          </a:lnSpc>
          <a:spcBef>
            <a:spcPct val="10000"/>
          </a:spcBef>
          <a:spcAft>
            <a:spcPct val="10000"/>
          </a:spcAft>
          <a:buClr>
            <a:srgbClr val="647E9E"/>
          </a:buClr>
          <a:buSzPct val="80000"/>
          <a:buFont typeface="Wingdings" pitchFamily="2" charset="2"/>
          <a:buNone/>
          <a:tabLst/>
          <a:defRPr kumimoji="1" sz="1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ＭＳ Ｐゴシック" pitchFamily="50" charset="-128"/>
            <a:ea typeface="ＭＳ Ｐゴシック" pitchFamily="50" charset="-128"/>
          </a:defRPr>
        </a:defPPr>
      </a:lstStyle>
    </a:spDef>
    <a:lnDef>
      <a:spPr bwMode="auto">
        <a:gradFill rotWithShape="1">
          <a:gsLst>
            <a:gs pos="0">
              <a:schemeClr val="bg1"/>
            </a:gs>
            <a:gs pos="100000">
              <a:srgbClr val="FFCCFF"/>
            </a:gs>
          </a:gsLst>
          <a:lin ang="2700000" scaled="1"/>
        </a:gradFill>
        <a:ln w="12700" cap="flat" cmpd="sng" algn="ctr">
          <a:solidFill>
            <a:srgbClr val="FF0000"/>
          </a:solidFill>
          <a:prstDash val="dash"/>
          <a:round/>
          <a:headEnd type="none" w="med" len="med"/>
          <a:tailEnd type="none" w="med" len="med"/>
        </a:ln>
        <a:effectLst/>
      </a:spPr>
      <a:bodyPr/>
      <a:lstStyle/>
    </a:lnDef>
  </a:objectDefaults>
  <a:extraClrSchemeLst>
    <a:extraClrScheme>
      <a:clrScheme name="プロジェクトの概要 1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3366FF"/>
        </a:accent1>
        <a:accent2>
          <a:srgbClr val="009900"/>
        </a:accent2>
        <a:accent3>
          <a:srgbClr val="FFFFFF"/>
        </a:accent3>
        <a:accent4>
          <a:srgbClr val="000000"/>
        </a:accent4>
        <a:accent5>
          <a:srgbClr val="ADB8FF"/>
        </a:accent5>
        <a:accent6>
          <a:srgbClr val="008A00"/>
        </a:accent6>
        <a:hlink>
          <a:srgbClr val="FF0033"/>
        </a:hlink>
        <a:folHlink>
          <a:srgbClr val="CC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プロジェクトの概要 2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EAEAEA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555555"/>
        </a:accent6>
        <a:hlink>
          <a:srgbClr val="969696"/>
        </a:hlink>
        <a:folHlink>
          <a:srgbClr val="CBCBC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プロジェクトの概要 3">
        <a:dk1>
          <a:srgbClr val="000000"/>
        </a:dk1>
        <a:lt1>
          <a:srgbClr val="FFFFFF"/>
        </a:lt1>
        <a:dk2>
          <a:srgbClr val="0066CC"/>
        </a:dk2>
        <a:lt2>
          <a:srgbClr val="CBCBCB"/>
        </a:lt2>
        <a:accent1>
          <a:srgbClr val="00CCFF"/>
        </a:accent1>
        <a:accent2>
          <a:srgbClr val="00FFCC"/>
        </a:accent2>
        <a:accent3>
          <a:srgbClr val="AAB8E2"/>
        </a:accent3>
        <a:accent4>
          <a:srgbClr val="DADADA"/>
        </a:accent4>
        <a:accent5>
          <a:srgbClr val="AAE2FF"/>
        </a:accent5>
        <a:accent6>
          <a:srgbClr val="00E7B9"/>
        </a:accent6>
        <a:hlink>
          <a:srgbClr val="FF3300"/>
        </a:hlink>
        <a:folHlink>
          <a:srgbClr val="FF7C8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3_①cool9-s-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3_①cool9-s-1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ja-JP" altLang="en-US" sz="1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ＭＳ Ｐゴシック" pitchFamily="50" charset="-128"/>
            <a:ea typeface="ＭＳ Ｐゴシック" pitchFamily="50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ja-JP" altLang="en-US" sz="1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ＭＳ Ｐゴシック" pitchFamily="50" charset="-128"/>
            <a:ea typeface="ＭＳ Ｐゴシック" pitchFamily="50" charset="-128"/>
          </a:defRPr>
        </a:defPPr>
      </a:lstStyle>
    </a:lnDef>
  </a:objectDefaults>
  <a:extraClrSchemeLst>
    <a:extraClrScheme>
      <a:clrScheme name="①cool9-s-1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①cool9-s-1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①cool9-s-1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①cool9-s-1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①cool9-s-1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①cool9-s-1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①cool9-s-1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①cool9-s-1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①cool9-s-1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①cool9-s-1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①cool9-s-1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①cool9-s-1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①cool9-s-1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FFCC"/>
        </a:accent1>
        <a:accent2>
          <a:srgbClr val="FFCCCC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E7B9B9"/>
        </a:accent6>
        <a:hlink>
          <a:srgbClr val="D8F5D7"/>
        </a:hlink>
        <a:folHlink>
          <a:srgbClr val="CDD9F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Office テーマ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【済南本部長報告会】2019年5月度_システム統括本部_v0.2 - コピー</Template>
  <TotalTime>7627</TotalTime>
  <Words>140</Words>
  <Application>Microsoft Office PowerPoint</Application>
  <PresentationFormat>A4 210 x 297 mm</PresentationFormat>
  <Paragraphs>19</Paragraphs>
  <Slides>1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4</vt:i4>
      </vt:variant>
      <vt:variant>
        <vt:lpstr>スライド タイトル</vt:lpstr>
      </vt:variant>
      <vt:variant>
        <vt:i4>1</vt:i4>
      </vt:variant>
    </vt:vector>
  </HeadingPairs>
  <TitlesOfParts>
    <vt:vector size="11" baseType="lpstr">
      <vt:lpstr>Meiryo UI</vt:lpstr>
      <vt:lpstr>ＭＳ Ｐゴシック</vt:lpstr>
      <vt:lpstr>Arial</vt:lpstr>
      <vt:lpstr>Century Gothic</vt:lpstr>
      <vt:lpstr>Times New Roman</vt:lpstr>
      <vt:lpstr>Wingdings</vt:lpstr>
      <vt:lpstr>【済南本部長報告会】2019年5月度_システム統括本部_v0.2 - コピー</vt:lpstr>
      <vt:lpstr>2_プロジェクトの概要</vt:lpstr>
      <vt:lpstr>3_プロジェクトの概要</vt:lpstr>
      <vt:lpstr>3_①cool9-s-1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段爱华</dc:creator>
  <cp:lastModifiedBy>徐 暁明/DIRリテール基幹システム第一部</cp:lastModifiedBy>
  <cp:revision>342</cp:revision>
  <cp:lastPrinted>2019-06-12T07:33:00Z</cp:lastPrinted>
  <dcterms:created xsi:type="dcterms:W3CDTF">2019-06-03T09:13:36Z</dcterms:created>
  <dcterms:modified xsi:type="dcterms:W3CDTF">2025-08-08T02:37:25Z</dcterms:modified>
</cp:coreProperties>
</file>