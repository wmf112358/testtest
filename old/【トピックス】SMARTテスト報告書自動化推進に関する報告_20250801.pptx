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 id="2147485989" r:id="rId2"/>
    <p:sldMasterId id="2147486094" r:id="rId3"/>
    <p:sldMasterId id="2147486121" r:id="rId4"/>
  </p:sldMasterIdLst>
  <p:notesMasterIdLst>
    <p:notesMasterId r:id="rId11"/>
  </p:notesMasterIdLst>
  <p:handoutMasterIdLst>
    <p:handoutMasterId r:id="rId12"/>
  </p:handoutMasterIdLst>
  <p:sldIdLst>
    <p:sldId id="2255" r:id="rId5"/>
    <p:sldId id="2258" r:id="rId6"/>
    <p:sldId id="2257" r:id="rId7"/>
    <p:sldId id="2256" r:id="rId8"/>
    <p:sldId id="2251" r:id="rId9"/>
    <p:sldId id="2254" r:id="rId10"/>
  </p:sldIdLst>
  <p:sldSz cx="9906000" cy="6858000" type="A4"/>
  <p:notesSz cx="6805613" cy="9939338"/>
  <p:defaultTextStyle>
    <a:defPPr>
      <a:defRPr lang="ja-JP"/>
    </a:defPPr>
    <a:lvl1pPr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1pPr>
    <a:lvl2pPr marL="4572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2pPr>
    <a:lvl3pPr marL="9144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3pPr>
    <a:lvl4pPr marL="13716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4pPr>
    <a:lvl5pPr marL="1828800" algn="l" rtl="0" fontAlgn="base">
      <a:spcBef>
        <a:spcPct val="0"/>
      </a:spcBef>
      <a:spcAft>
        <a:spcPct val="0"/>
      </a:spcAft>
      <a:defRPr kumimoji="1" sz="1200" kern="1200">
        <a:solidFill>
          <a:schemeClr val="tx1"/>
        </a:solidFill>
        <a:latin typeface="ＭＳ Ｐゴシック" charset="-128"/>
        <a:ea typeface="ＭＳ Ｐゴシック" charset="-128"/>
        <a:cs typeface="+mn-cs"/>
      </a:defRPr>
    </a:lvl5pPr>
    <a:lvl6pPr marL="2286000" algn="l" defTabSz="914400" rtl="0" eaLnBrk="1" latinLnBrk="0" hangingPunct="1">
      <a:defRPr kumimoji="1" sz="1200" kern="1200">
        <a:solidFill>
          <a:schemeClr val="tx1"/>
        </a:solidFill>
        <a:latin typeface="ＭＳ Ｐゴシック" charset="-128"/>
        <a:ea typeface="ＭＳ Ｐゴシック" charset="-128"/>
        <a:cs typeface="+mn-cs"/>
      </a:defRPr>
    </a:lvl6pPr>
    <a:lvl7pPr marL="2743200" algn="l" defTabSz="914400" rtl="0" eaLnBrk="1" latinLnBrk="0" hangingPunct="1">
      <a:defRPr kumimoji="1" sz="1200" kern="1200">
        <a:solidFill>
          <a:schemeClr val="tx1"/>
        </a:solidFill>
        <a:latin typeface="ＭＳ Ｐゴシック" charset="-128"/>
        <a:ea typeface="ＭＳ Ｐゴシック" charset="-128"/>
        <a:cs typeface="+mn-cs"/>
      </a:defRPr>
    </a:lvl7pPr>
    <a:lvl8pPr marL="3200400" algn="l" defTabSz="914400" rtl="0" eaLnBrk="1" latinLnBrk="0" hangingPunct="1">
      <a:defRPr kumimoji="1" sz="1200" kern="1200">
        <a:solidFill>
          <a:schemeClr val="tx1"/>
        </a:solidFill>
        <a:latin typeface="ＭＳ Ｐゴシック" charset="-128"/>
        <a:ea typeface="ＭＳ Ｐゴシック" charset="-128"/>
        <a:cs typeface="+mn-cs"/>
      </a:defRPr>
    </a:lvl8pPr>
    <a:lvl9pPr marL="3657600" algn="l" defTabSz="914400" rtl="0" eaLnBrk="1" latinLnBrk="0" hangingPunct="1">
      <a:defRPr kumimoji="1" sz="1200" kern="1200">
        <a:solidFill>
          <a:schemeClr val="tx1"/>
        </a:solidFill>
        <a:latin typeface="ＭＳ Ｐゴシック" charset="-128"/>
        <a:ea typeface="ＭＳ Ｐゴシック" charset="-128"/>
        <a:cs typeface="+mn-cs"/>
      </a:defRPr>
    </a:lvl9pPr>
  </p:defaultTextStyle>
  <p:extLst>
    <p:ext uri="{EFAFB233-063F-42B5-8137-9DF3F51BA10A}">
      <p15:sldGuideLst xmlns:p15="http://schemas.microsoft.com/office/powerpoint/2012/main">
        <p15:guide id="1" orient="horz" pos="2795" userDrawn="1">
          <p15:clr>
            <a:srgbClr val="A4A3A4"/>
          </p15:clr>
        </p15:guide>
        <p15:guide id="2" orient="horz" pos="1525" userDrawn="1">
          <p15:clr>
            <a:srgbClr val="A4A3A4"/>
          </p15:clr>
        </p15:guide>
        <p15:guide id="3" pos="180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6FF"/>
    <a:srgbClr val="0000FF"/>
    <a:srgbClr val="376092"/>
    <a:srgbClr val="CBECFF"/>
    <a:srgbClr val="C6D9F1"/>
    <a:srgbClr val="FFCCFF"/>
    <a:srgbClr val="FFCCCC"/>
    <a:srgbClr val="7F7F7F"/>
    <a:srgbClr val="4F81BD"/>
    <a:srgbClr val="948A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56" autoAdjust="0"/>
    <p:restoredTop sz="94976" autoAdjust="0"/>
  </p:normalViewPr>
  <p:slideViewPr>
    <p:cSldViewPr snapToObjects="1">
      <p:cViewPr>
        <p:scale>
          <a:sx n="95" d="100"/>
          <a:sy n="95" d="100"/>
        </p:scale>
        <p:origin x="228" y="-654"/>
      </p:cViewPr>
      <p:guideLst>
        <p:guide orient="horz" pos="2795"/>
        <p:guide orient="horz" pos="1525"/>
        <p:guide pos="1805"/>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C8E6419-4268-47C7-8784-2DF93DCE2D6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4BF91069-988E-4F06-8C47-58A0DA17AF33}">
      <dgm:prSet phldrT="[テキスト]" custT="1"/>
      <dgm:spPr/>
      <dgm:t>
        <a:bodyPr/>
        <a:lstStyle/>
        <a:p>
          <a:r>
            <a:rPr kumimoji="1" lang="ja-JP" altLang="en-US" sz="1000" b="1" dirty="0"/>
            <a:t>仕様理解</a:t>
          </a:r>
        </a:p>
      </dgm:t>
    </dgm:pt>
    <dgm:pt modelId="{BF4A9D2E-39E7-47F8-8166-E2CFCFE83143}" type="parTrans" cxnId="{0780F008-F57B-49E7-8954-3003273297F1}">
      <dgm:prSet/>
      <dgm:spPr/>
      <dgm:t>
        <a:bodyPr/>
        <a:lstStyle/>
        <a:p>
          <a:endParaRPr kumimoji="1" lang="ja-JP" altLang="en-US" sz="1000"/>
        </a:p>
      </dgm:t>
    </dgm:pt>
    <dgm:pt modelId="{70DD6C58-198C-41EC-A9B3-06CE2304AA5C}" type="sibTrans" cxnId="{0780F008-F57B-49E7-8954-3003273297F1}">
      <dgm:prSet custT="1"/>
      <dgm:spPr/>
      <dgm:t>
        <a:bodyPr/>
        <a:lstStyle/>
        <a:p>
          <a:endParaRPr kumimoji="1" lang="ja-JP" altLang="en-US" sz="1000"/>
        </a:p>
      </dgm:t>
    </dgm:pt>
    <dgm:pt modelId="{39492381-8284-423C-9100-67473D1E55DE}">
      <dgm:prSet phldrT="[テキスト]" custT="1"/>
      <dgm:spPr/>
      <dgm:t>
        <a:bodyPr/>
        <a:lstStyle/>
        <a:p>
          <a:pPr>
            <a:buFontTx/>
            <a:buNone/>
          </a:pPr>
          <a:r>
            <a:rPr kumimoji="1" lang="en-US" altLang="ja-JP" sz="900" dirty="0"/>
            <a:t>※</a:t>
          </a:r>
          <a:r>
            <a:rPr kumimoji="1" lang="ja-JP" altLang="en-US" sz="900" dirty="0"/>
            <a:t>読み合わせポイント</a:t>
          </a:r>
        </a:p>
      </dgm:t>
    </dgm:pt>
    <dgm:pt modelId="{D7219FA5-DE08-4DB0-A953-746B4F854B69}" type="parTrans" cxnId="{2689A251-A0FD-4025-B06F-152056331D10}">
      <dgm:prSet/>
      <dgm:spPr/>
      <dgm:t>
        <a:bodyPr/>
        <a:lstStyle/>
        <a:p>
          <a:endParaRPr kumimoji="1" lang="ja-JP" altLang="en-US" sz="1000"/>
        </a:p>
      </dgm:t>
    </dgm:pt>
    <dgm:pt modelId="{EFE389B8-5BC5-4132-8A42-44BF89E0AAEF}" type="sibTrans" cxnId="{2689A251-A0FD-4025-B06F-152056331D10}">
      <dgm:prSet/>
      <dgm:spPr/>
      <dgm:t>
        <a:bodyPr/>
        <a:lstStyle/>
        <a:p>
          <a:endParaRPr kumimoji="1" lang="ja-JP" altLang="en-US" sz="1000"/>
        </a:p>
      </dgm:t>
    </dgm:pt>
    <dgm:pt modelId="{A947F7CD-955B-4FB8-A205-36F576890B2F}">
      <dgm:prSet phldrT="[テキスト]" custT="1"/>
      <dgm:spPr/>
      <dgm:t>
        <a:bodyPr/>
        <a:lstStyle/>
        <a:p>
          <a:r>
            <a:rPr kumimoji="1" lang="ja-JP" altLang="en-US" sz="1000" b="1" dirty="0"/>
            <a:t>テスト項目抽出</a:t>
          </a:r>
        </a:p>
      </dgm:t>
    </dgm:pt>
    <dgm:pt modelId="{CE3BF29B-70CC-40F2-82F9-FBC00DBAC9D4}" type="parTrans" cxnId="{4607D6DA-B3FB-47D4-ADF3-73AEB42001AE}">
      <dgm:prSet/>
      <dgm:spPr/>
      <dgm:t>
        <a:bodyPr/>
        <a:lstStyle/>
        <a:p>
          <a:endParaRPr kumimoji="1" lang="ja-JP" altLang="en-US" sz="1000"/>
        </a:p>
      </dgm:t>
    </dgm:pt>
    <dgm:pt modelId="{164FCE94-22EA-4AE5-82D0-F31CCBE41818}" type="sibTrans" cxnId="{4607D6DA-B3FB-47D4-ADF3-73AEB42001AE}">
      <dgm:prSet custT="1"/>
      <dgm:spPr/>
      <dgm:t>
        <a:bodyPr/>
        <a:lstStyle/>
        <a:p>
          <a:endParaRPr kumimoji="1" lang="ja-JP" altLang="en-US" sz="1000"/>
        </a:p>
      </dgm:t>
    </dgm:pt>
    <dgm:pt modelId="{FB02FB84-C087-4743-9845-F357C0E81E48}">
      <dgm:prSet phldrT="[テキスト]" custT="1"/>
      <dgm:spPr/>
      <dgm:t>
        <a:bodyPr/>
        <a:lstStyle/>
        <a:p>
          <a:pPr>
            <a:buFontTx/>
            <a:buNone/>
          </a:pPr>
          <a:r>
            <a:rPr kumimoji="1" lang="en-US" altLang="ja-JP" sz="900" dirty="0"/>
            <a:t>※</a:t>
          </a:r>
          <a:r>
            <a:rPr kumimoji="1" lang="ja-JP" altLang="en-US" sz="900" dirty="0"/>
            <a:t>テストパータン</a:t>
          </a:r>
        </a:p>
      </dgm:t>
    </dgm:pt>
    <dgm:pt modelId="{CBC0090F-17DF-42A7-B766-57F7181C329A}" type="parTrans" cxnId="{6D1E98D3-C1D2-43E9-886E-742BCBB86AB9}">
      <dgm:prSet/>
      <dgm:spPr/>
      <dgm:t>
        <a:bodyPr/>
        <a:lstStyle/>
        <a:p>
          <a:endParaRPr kumimoji="1" lang="ja-JP" altLang="en-US" sz="1000"/>
        </a:p>
      </dgm:t>
    </dgm:pt>
    <dgm:pt modelId="{36B5AB98-1FAA-46DF-BBC7-4CFE52317B07}" type="sibTrans" cxnId="{6D1E98D3-C1D2-43E9-886E-742BCBB86AB9}">
      <dgm:prSet/>
      <dgm:spPr/>
      <dgm:t>
        <a:bodyPr/>
        <a:lstStyle/>
        <a:p>
          <a:endParaRPr kumimoji="1" lang="ja-JP" altLang="en-US" sz="1000"/>
        </a:p>
      </dgm:t>
    </dgm:pt>
    <dgm:pt modelId="{52DDAB45-8A38-441D-9CC2-40593F17F625}">
      <dgm:prSet phldrT="[テキスト]" custT="1"/>
      <dgm:spPr/>
      <dgm:t>
        <a:bodyPr/>
        <a:lstStyle/>
        <a:p>
          <a:r>
            <a:rPr kumimoji="1" lang="ja-JP" altLang="en-US" sz="1000" b="1" dirty="0"/>
            <a:t>書式生成</a:t>
          </a:r>
        </a:p>
      </dgm:t>
    </dgm:pt>
    <dgm:pt modelId="{44EB1723-A065-4A9B-9F99-C4EFA5EBBFB9}" type="parTrans" cxnId="{14EBFADC-365B-464D-A07B-D295B039B420}">
      <dgm:prSet/>
      <dgm:spPr/>
      <dgm:t>
        <a:bodyPr/>
        <a:lstStyle/>
        <a:p>
          <a:endParaRPr kumimoji="1" lang="ja-JP" altLang="en-US" sz="1000"/>
        </a:p>
      </dgm:t>
    </dgm:pt>
    <dgm:pt modelId="{6D4BFE05-030D-4755-B939-3BFB0D75F79D}" type="sibTrans" cxnId="{14EBFADC-365B-464D-A07B-D295B039B420}">
      <dgm:prSet custT="1"/>
      <dgm:spPr/>
      <dgm:t>
        <a:bodyPr/>
        <a:lstStyle/>
        <a:p>
          <a:endParaRPr kumimoji="1" lang="ja-JP" altLang="en-US" sz="1000"/>
        </a:p>
      </dgm:t>
    </dgm:pt>
    <dgm:pt modelId="{6652A19A-0A49-4151-9CB9-F64099D160FC}">
      <dgm:prSet phldrT="[テキスト]" custT="1"/>
      <dgm:spPr/>
      <dgm:t>
        <a:bodyPr/>
        <a:lstStyle/>
        <a:p>
          <a:pPr>
            <a:buFontTx/>
            <a:buNone/>
          </a:pPr>
          <a:r>
            <a:rPr kumimoji="1" lang="en-US" altLang="ja-JP" sz="900" dirty="0"/>
            <a:t>※</a:t>
          </a:r>
          <a:r>
            <a:rPr kumimoji="1" lang="ja-JP" altLang="en-US" sz="900" dirty="0"/>
            <a:t>詳細設計に全分岐</a:t>
          </a:r>
        </a:p>
      </dgm:t>
    </dgm:pt>
    <dgm:pt modelId="{6931D8BB-D4AB-4F51-B19B-167A5CF52954}" type="parTrans" cxnId="{BBC39A99-4565-4621-9550-55F11F8A2BB2}">
      <dgm:prSet/>
      <dgm:spPr/>
      <dgm:t>
        <a:bodyPr/>
        <a:lstStyle/>
        <a:p>
          <a:endParaRPr kumimoji="1" lang="ja-JP" altLang="en-US" sz="1000"/>
        </a:p>
      </dgm:t>
    </dgm:pt>
    <dgm:pt modelId="{88ECD2BA-1415-4D05-B3B7-0607A438B691}" type="sibTrans" cxnId="{BBC39A99-4565-4621-9550-55F11F8A2BB2}">
      <dgm:prSet/>
      <dgm:spPr/>
      <dgm:t>
        <a:bodyPr/>
        <a:lstStyle/>
        <a:p>
          <a:endParaRPr kumimoji="1" lang="ja-JP" altLang="en-US" sz="1000"/>
        </a:p>
      </dgm:t>
    </dgm:pt>
    <dgm:pt modelId="{F7BEAA1E-45DB-419C-A536-96DDB96F3F5E}">
      <dgm:prSet custT="1"/>
      <dgm:spPr/>
      <dgm:t>
        <a:bodyPr/>
        <a:lstStyle/>
        <a:p>
          <a:r>
            <a:rPr kumimoji="1" lang="ja-JP" altLang="en-US" sz="1000" b="1" dirty="0"/>
            <a:t>入力データ設計・出力結果想定</a:t>
          </a:r>
        </a:p>
      </dgm:t>
    </dgm:pt>
    <dgm:pt modelId="{63E1CDA2-A0EA-4F0A-93EF-8297166AD752}" type="parTrans" cxnId="{5ECEB22A-D657-4398-854D-47882A9C59EC}">
      <dgm:prSet/>
      <dgm:spPr/>
      <dgm:t>
        <a:bodyPr/>
        <a:lstStyle/>
        <a:p>
          <a:endParaRPr kumimoji="1" lang="ja-JP" altLang="en-US" sz="1000"/>
        </a:p>
      </dgm:t>
    </dgm:pt>
    <dgm:pt modelId="{7FFD5DBE-35F1-4006-A316-A393C8B5FDA7}" type="sibTrans" cxnId="{5ECEB22A-D657-4398-854D-47882A9C59EC}">
      <dgm:prSet/>
      <dgm:spPr/>
      <dgm:t>
        <a:bodyPr/>
        <a:lstStyle/>
        <a:p>
          <a:endParaRPr kumimoji="1" lang="ja-JP" altLang="en-US" sz="1000"/>
        </a:p>
      </dgm:t>
    </dgm:pt>
    <dgm:pt modelId="{38DDFAD5-2176-453F-8803-F631A80B6021}">
      <dgm:prSet phldrT="[テキスト]" custT="1"/>
      <dgm:spPr/>
      <dgm:t>
        <a:bodyPr/>
        <a:lstStyle/>
        <a:p>
          <a:pPr>
            <a:buFontTx/>
            <a:buNone/>
          </a:pPr>
          <a:r>
            <a:rPr kumimoji="1" lang="ja-JP" altLang="en-US" sz="900" dirty="0"/>
            <a:t>・機能概要</a:t>
          </a:r>
        </a:p>
      </dgm:t>
    </dgm:pt>
    <dgm:pt modelId="{962520D1-04EE-419B-B0AC-AFE0A2B2FEB6}" type="parTrans" cxnId="{B1830A3A-1329-4A21-BAD6-B32A2A1DB6EF}">
      <dgm:prSet/>
      <dgm:spPr/>
      <dgm:t>
        <a:bodyPr/>
        <a:lstStyle/>
        <a:p>
          <a:endParaRPr kumimoji="1" lang="ja-JP" altLang="en-US"/>
        </a:p>
      </dgm:t>
    </dgm:pt>
    <dgm:pt modelId="{05D4EDDC-84A6-4922-A282-5BF769CBA573}" type="sibTrans" cxnId="{B1830A3A-1329-4A21-BAD6-B32A2A1DB6EF}">
      <dgm:prSet/>
      <dgm:spPr/>
      <dgm:t>
        <a:bodyPr/>
        <a:lstStyle/>
        <a:p>
          <a:endParaRPr kumimoji="1" lang="ja-JP" altLang="en-US"/>
        </a:p>
      </dgm:t>
    </dgm:pt>
    <dgm:pt modelId="{DFC8A7A3-579A-487D-A512-0DCE34DA3FFE}">
      <dgm:prSet phldrT="[テキスト]" custT="1"/>
      <dgm:spPr/>
      <dgm:t>
        <a:bodyPr/>
        <a:lstStyle/>
        <a:p>
          <a:pPr>
            <a:buFontTx/>
            <a:buNone/>
          </a:pPr>
          <a:r>
            <a:rPr kumimoji="1" lang="ja-JP" altLang="en-US" sz="900" dirty="0"/>
            <a:t>・編集仕様</a:t>
          </a:r>
        </a:p>
      </dgm:t>
    </dgm:pt>
    <dgm:pt modelId="{2C9B9A7E-CD7D-4864-977B-796D9FA25399}" type="parTrans" cxnId="{9F84BFE9-D192-436A-9570-9138C8772FC1}">
      <dgm:prSet/>
      <dgm:spPr/>
      <dgm:t>
        <a:bodyPr/>
        <a:lstStyle/>
        <a:p>
          <a:endParaRPr kumimoji="1" lang="ja-JP" altLang="en-US"/>
        </a:p>
      </dgm:t>
    </dgm:pt>
    <dgm:pt modelId="{379BB69F-C708-4D3A-ABB9-E7AB155E7A12}" type="sibTrans" cxnId="{9F84BFE9-D192-436A-9570-9138C8772FC1}">
      <dgm:prSet/>
      <dgm:spPr/>
      <dgm:t>
        <a:bodyPr/>
        <a:lstStyle/>
        <a:p>
          <a:endParaRPr kumimoji="1" lang="ja-JP" altLang="en-US"/>
        </a:p>
      </dgm:t>
    </dgm:pt>
    <dgm:pt modelId="{05630804-CF94-4D3E-BC80-8EE0BD73FA92}">
      <dgm:prSet phldrT="[テキスト]" custT="1"/>
      <dgm:spPr/>
      <dgm:t>
        <a:bodyPr/>
        <a:lstStyle/>
        <a:p>
          <a:pPr>
            <a:buFontTx/>
            <a:buNone/>
          </a:pPr>
          <a:r>
            <a:rPr kumimoji="1" lang="ja-JP" altLang="en-US" sz="900" dirty="0"/>
            <a:t>・処理条件</a:t>
          </a:r>
        </a:p>
      </dgm:t>
    </dgm:pt>
    <dgm:pt modelId="{7C65D361-27FB-409D-BC2C-F917F4AF8635}" type="parTrans" cxnId="{EFA40558-AE9D-4144-9BA5-1BA24732EC95}">
      <dgm:prSet/>
      <dgm:spPr/>
      <dgm:t>
        <a:bodyPr/>
        <a:lstStyle/>
        <a:p>
          <a:endParaRPr kumimoji="1" lang="ja-JP" altLang="en-US"/>
        </a:p>
      </dgm:t>
    </dgm:pt>
    <dgm:pt modelId="{228430EC-C954-42DC-B4FE-016B8EB955AA}" type="sibTrans" cxnId="{EFA40558-AE9D-4144-9BA5-1BA24732EC95}">
      <dgm:prSet/>
      <dgm:spPr/>
      <dgm:t>
        <a:bodyPr/>
        <a:lstStyle/>
        <a:p>
          <a:endParaRPr kumimoji="1" lang="ja-JP" altLang="en-US"/>
        </a:p>
      </dgm:t>
    </dgm:pt>
    <dgm:pt modelId="{49396A2A-D796-41AD-B899-3C3AB5A557CD}">
      <dgm:prSet phldrT="[テキスト]" custT="1"/>
      <dgm:spPr/>
      <dgm:t>
        <a:bodyPr/>
        <a:lstStyle/>
        <a:p>
          <a:pPr>
            <a:buFontTx/>
            <a:buNone/>
          </a:pPr>
          <a:r>
            <a:rPr kumimoji="1" lang="ja-JP" altLang="en-US" sz="900" dirty="0"/>
            <a:t>・チェック仕様</a:t>
          </a:r>
        </a:p>
      </dgm:t>
    </dgm:pt>
    <dgm:pt modelId="{B02C0228-1703-46C5-A7D9-CF32674E586B}" type="parTrans" cxnId="{A9DB1ED1-EB98-45EE-9EB7-C1E73AD17048}">
      <dgm:prSet/>
      <dgm:spPr/>
      <dgm:t>
        <a:bodyPr/>
        <a:lstStyle/>
        <a:p>
          <a:endParaRPr kumimoji="1" lang="ja-JP" altLang="en-US"/>
        </a:p>
      </dgm:t>
    </dgm:pt>
    <dgm:pt modelId="{63A1DA9A-54C6-478B-AF23-59AF1697A662}" type="sibTrans" cxnId="{A9DB1ED1-EB98-45EE-9EB7-C1E73AD17048}">
      <dgm:prSet/>
      <dgm:spPr/>
      <dgm:t>
        <a:bodyPr/>
        <a:lstStyle/>
        <a:p>
          <a:endParaRPr kumimoji="1" lang="ja-JP" altLang="en-US"/>
        </a:p>
      </dgm:t>
    </dgm:pt>
    <dgm:pt modelId="{D29F9FED-B90B-461A-B634-164D51C517F0}">
      <dgm:prSet phldrT="[テキスト]" custT="1"/>
      <dgm:spPr/>
      <dgm:t>
        <a:bodyPr/>
        <a:lstStyle/>
        <a:p>
          <a:pPr>
            <a:buFont typeface="Arial" panose="020B0604020202020204" pitchFamily="34" charset="0"/>
            <a:buChar char="•"/>
          </a:pPr>
          <a:r>
            <a:rPr kumimoji="1" lang="ja-JP" altLang="en-US" sz="900" dirty="0"/>
            <a:t>０件</a:t>
          </a:r>
        </a:p>
      </dgm:t>
    </dgm:pt>
    <dgm:pt modelId="{170F1880-999E-43ED-8BC1-9014F607C154}" type="parTrans" cxnId="{EE2B3E7E-35D1-474E-B041-AF0CC41B7818}">
      <dgm:prSet/>
      <dgm:spPr/>
      <dgm:t>
        <a:bodyPr/>
        <a:lstStyle/>
        <a:p>
          <a:endParaRPr kumimoji="1" lang="ja-JP" altLang="en-US"/>
        </a:p>
      </dgm:t>
    </dgm:pt>
    <dgm:pt modelId="{F2FE922E-9F94-4A52-B756-AA98DF4866DB}" type="sibTrans" cxnId="{EE2B3E7E-35D1-474E-B041-AF0CC41B7818}">
      <dgm:prSet/>
      <dgm:spPr/>
      <dgm:t>
        <a:bodyPr/>
        <a:lstStyle/>
        <a:p>
          <a:endParaRPr kumimoji="1" lang="ja-JP" altLang="en-US"/>
        </a:p>
      </dgm:t>
    </dgm:pt>
    <dgm:pt modelId="{567B815C-7882-4E2C-A995-D0EF2CFBAFF8}">
      <dgm:prSet phldrT="[テキスト]" custT="1"/>
      <dgm:spPr/>
      <dgm:t>
        <a:bodyPr/>
        <a:lstStyle/>
        <a:p>
          <a:pPr>
            <a:buFont typeface="Arial" panose="020B0604020202020204" pitchFamily="34" charset="0"/>
            <a:buChar char="•"/>
          </a:pPr>
          <a:r>
            <a:rPr kumimoji="1" lang="ja-JP" altLang="en-US" sz="900" dirty="0"/>
            <a:t>正常</a:t>
          </a:r>
        </a:p>
      </dgm:t>
    </dgm:pt>
    <dgm:pt modelId="{3A8587BD-5CFE-4136-AF9B-EF0F448B0E21}" type="parTrans" cxnId="{E5C08D0E-C358-480C-B6FC-7856C776C555}">
      <dgm:prSet/>
      <dgm:spPr/>
      <dgm:t>
        <a:bodyPr/>
        <a:lstStyle/>
        <a:p>
          <a:endParaRPr kumimoji="1" lang="ja-JP" altLang="en-US"/>
        </a:p>
      </dgm:t>
    </dgm:pt>
    <dgm:pt modelId="{D3DA9DDA-458F-44A6-BCDF-F614C90487E4}" type="sibTrans" cxnId="{E5C08D0E-C358-480C-B6FC-7856C776C555}">
      <dgm:prSet/>
      <dgm:spPr/>
      <dgm:t>
        <a:bodyPr/>
        <a:lstStyle/>
        <a:p>
          <a:endParaRPr kumimoji="1" lang="ja-JP" altLang="en-US"/>
        </a:p>
      </dgm:t>
    </dgm:pt>
    <dgm:pt modelId="{BF9B8201-3393-4E41-95EE-12149F8A31D4}">
      <dgm:prSet phldrT="[テキスト]" custT="1"/>
      <dgm:spPr/>
      <dgm:t>
        <a:bodyPr/>
        <a:lstStyle/>
        <a:p>
          <a:pPr>
            <a:buFont typeface="Arial" panose="020B0604020202020204" pitchFamily="34" charset="0"/>
            <a:buChar char="•"/>
          </a:pPr>
          <a:r>
            <a:rPr kumimoji="1" lang="ja-JP" altLang="en-US" sz="900" dirty="0"/>
            <a:t>異常</a:t>
          </a:r>
        </a:p>
      </dgm:t>
    </dgm:pt>
    <dgm:pt modelId="{1EF6B432-5388-4FEB-AF32-1D6428DB53D0}" type="parTrans" cxnId="{8C2AAB03-EFC4-4E9C-807E-4B75AF5AA6B1}">
      <dgm:prSet/>
      <dgm:spPr/>
      <dgm:t>
        <a:bodyPr/>
        <a:lstStyle/>
        <a:p>
          <a:endParaRPr kumimoji="1" lang="ja-JP" altLang="en-US"/>
        </a:p>
      </dgm:t>
    </dgm:pt>
    <dgm:pt modelId="{431BA4EF-07B9-4130-BC9A-11690A8E614E}" type="sibTrans" cxnId="{8C2AAB03-EFC4-4E9C-807E-4B75AF5AA6B1}">
      <dgm:prSet/>
      <dgm:spPr/>
      <dgm:t>
        <a:bodyPr/>
        <a:lstStyle/>
        <a:p>
          <a:endParaRPr kumimoji="1" lang="ja-JP" altLang="en-US"/>
        </a:p>
      </dgm:t>
    </dgm:pt>
    <dgm:pt modelId="{92602144-2707-41A2-8DBE-0C6D60E5A427}">
      <dgm:prSet phldrT="[テキスト]" custT="1"/>
      <dgm:spPr/>
      <dgm:t>
        <a:bodyPr/>
        <a:lstStyle/>
        <a:p>
          <a:pPr>
            <a:buFont typeface="Arial" panose="020B0604020202020204" pitchFamily="34" charset="0"/>
            <a:buChar char="•"/>
          </a:pPr>
          <a:r>
            <a:rPr kumimoji="1" lang="ja-JP" altLang="en-US" sz="900" dirty="0"/>
            <a:t>・・・</a:t>
          </a:r>
        </a:p>
      </dgm:t>
    </dgm:pt>
    <dgm:pt modelId="{080205A3-B2C0-4F88-B75E-F71731A9B286}" type="parTrans" cxnId="{87B40455-1322-4422-91BA-5E42FB13DACB}">
      <dgm:prSet/>
      <dgm:spPr/>
      <dgm:t>
        <a:bodyPr/>
        <a:lstStyle/>
        <a:p>
          <a:endParaRPr kumimoji="1" lang="ja-JP" altLang="en-US"/>
        </a:p>
      </dgm:t>
    </dgm:pt>
    <dgm:pt modelId="{19D6BEBE-39CB-4A1A-96A0-B96B57153B55}" type="sibTrans" cxnId="{87B40455-1322-4422-91BA-5E42FB13DACB}">
      <dgm:prSet/>
      <dgm:spPr/>
      <dgm:t>
        <a:bodyPr/>
        <a:lstStyle/>
        <a:p>
          <a:endParaRPr kumimoji="1" lang="ja-JP" altLang="en-US"/>
        </a:p>
      </dgm:t>
    </dgm:pt>
    <dgm:pt modelId="{05399AEE-7367-48CD-8918-2A7E6C9F13FA}">
      <dgm:prSet phldrT="[テキスト]" custT="1"/>
      <dgm:spPr/>
      <dgm:t>
        <a:bodyPr/>
        <a:lstStyle/>
        <a:p>
          <a:pPr>
            <a:buFontTx/>
            <a:buNone/>
          </a:pPr>
          <a:r>
            <a:rPr kumimoji="1" lang="ja-JP" altLang="en-US" sz="900" dirty="0"/>
            <a:t>・パータン毎にケース作成</a:t>
          </a:r>
        </a:p>
      </dgm:t>
    </dgm:pt>
    <dgm:pt modelId="{4E14BF86-DB1B-4366-8954-EC1669F8855C}" type="parTrans" cxnId="{B67975C6-92B5-4D0A-BDA0-0614A945571B}">
      <dgm:prSet/>
      <dgm:spPr/>
      <dgm:t>
        <a:bodyPr/>
        <a:lstStyle/>
        <a:p>
          <a:endParaRPr kumimoji="1" lang="ja-JP" altLang="en-US"/>
        </a:p>
      </dgm:t>
    </dgm:pt>
    <dgm:pt modelId="{1796B4AD-BCD2-45C3-BB5B-97A5D668A746}" type="sibTrans" cxnId="{B67975C6-92B5-4D0A-BDA0-0614A945571B}">
      <dgm:prSet/>
      <dgm:spPr/>
      <dgm:t>
        <a:bodyPr/>
        <a:lstStyle/>
        <a:p>
          <a:endParaRPr kumimoji="1" lang="ja-JP" altLang="en-US"/>
        </a:p>
      </dgm:t>
    </dgm:pt>
    <dgm:pt modelId="{28947D1C-866B-4D54-9007-1C0A78C65345}">
      <dgm:prSet phldrT="[テキスト]" custT="1"/>
      <dgm:spPr/>
      <dgm:t>
        <a:bodyPr/>
        <a:lstStyle/>
        <a:p>
          <a:pPr>
            <a:buFontTx/>
            <a:buNone/>
          </a:pPr>
          <a:r>
            <a:rPr kumimoji="1" lang="ja-JP" altLang="en-US" sz="900" dirty="0"/>
            <a:t>・条件と処理分けて記入</a:t>
          </a:r>
        </a:p>
      </dgm:t>
    </dgm:pt>
    <dgm:pt modelId="{967E89CD-88F9-42E3-BF64-C1BE34DB420A}" type="parTrans" cxnId="{5303D0E4-5EF6-4183-92C6-5A1A5092BD37}">
      <dgm:prSet/>
      <dgm:spPr/>
      <dgm:t>
        <a:bodyPr/>
        <a:lstStyle/>
        <a:p>
          <a:endParaRPr kumimoji="1" lang="ja-JP" altLang="en-US"/>
        </a:p>
      </dgm:t>
    </dgm:pt>
    <dgm:pt modelId="{0DC0DF86-C466-4A4A-9897-83A5A1570811}" type="sibTrans" cxnId="{5303D0E4-5EF6-4183-92C6-5A1A5092BD37}">
      <dgm:prSet/>
      <dgm:spPr/>
      <dgm:t>
        <a:bodyPr/>
        <a:lstStyle/>
        <a:p>
          <a:endParaRPr kumimoji="1" lang="ja-JP" altLang="en-US"/>
        </a:p>
      </dgm:t>
    </dgm:pt>
    <dgm:pt modelId="{1E2BB0B3-0982-4991-871F-2D7EBBE4F1C4}">
      <dgm:prSet phldrT="[テキスト]" custT="1"/>
      <dgm:spPr/>
      <dgm:t>
        <a:bodyPr/>
        <a:lstStyle/>
        <a:p>
          <a:pPr>
            <a:buFontTx/>
            <a:buNone/>
          </a:pPr>
          <a:r>
            <a:rPr kumimoji="1" lang="ja-JP" altLang="en-US" sz="900" dirty="0"/>
            <a:t>・１条件分岐につき最低１テストケース</a:t>
          </a:r>
        </a:p>
      </dgm:t>
    </dgm:pt>
    <dgm:pt modelId="{D57B67FC-A73E-4A2E-8907-A6A045D291E8}" type="parTrans" cxnId="{CE263862-9DB5-4287-A983-5DB984B4B8B4}">
      <dgm:prSet/>
      <dgm:spPr/>
      <dgm:t>
        <a:bodyPr/>
        <a:lstStyle/>
        <a:p>
          <a:endParaRPr kumimoji="1" lang="ja-JP" altLang="en-US"/>
        </a:p>
      </dgm:t>
    </dgm:pt>
    <dgm:pt modelId="{580F1FDC-218B-408D-AA93-B12E71C11E58}" type="sibTrans" cxnId="{CE263862-9DB5-4287-A983-5DB984B4B8B4}">
      <dgm:prSet/>
      <dgm:spPr/>
      <dgm:t>
        <a:bodyPr/>
        <a:lstStyle/>
        <a:p>
          <a:endParaRPr kumimoji="1" lang="ja-JP" altLang="en-US"/>
        </a:p>
      </dgm:t>
    </dgm:pt>
    <dgm:pt modelId="{899C99DB-18F6-4C84-8EDA-DDC7F2290A67}" type="pres">
      <dgm:prSet presAssocID="{DC8E6419-4268-47C7-8784-2DF93DCE2D66}" presName="linearFlow" presStyleCnt="0">
        <dgm:presLayoutVars>
          <dgm:dir/>
          <dgm:animLvl val="lvl"/>
          <dgm:resizeHandles val="exact"/>
        </dgm:presLayoutVars>
      </dgm:prSet>
      <dgm:spPr/>
    </dgm:pt>
    <dgm:pt modelId="{363ED554-E543-44C3-9F88-1FE0DF8F07B4}" type="pres">
      <dgm:prSet presAssocID="{4BF91069-988E-4F06-8C47-58A0DA17AF33}" presName="composite" presStyleCnt="0"/>
      <dgm:spPr/>
    </dgm:pt>
    <dgm:pt modelId="{6581709D-6307-490A-992C-F4B806575101}" type="pres">
      <dgm:prSet presAssocID="{4BF91069-988E-4F06-8C47-58A0DA17AF33}" presName="parTx" presStyleLbl="node1" presStyleIdx="0" presStyleCnt="4">
        <dgm:presLayoutVars>
          <dgm:chMax val="0"/>
          <dgm:chPref val="0"/>
          <dgm:bulletEnabled val="1"/>
        </dgm:presLayoutVars>
      </dgm:prSet>
      <dgm:spPr/>
    </dgm:pt>
    <dgm:pt modelId="{8429F9C1-4CAF-4BA1-B12D-2E23428CAA0D}" type="pres">
      <dgm:prSet presAssocID="{4BF91069-988E-4F06-8C47-58A0DA17AF33}" presName="parSh" presStyleLbl="node1" presStyleIdx="0" presStyleCnt="4"/>
      <dgm:spPr/>
    </dgm:pt>
    <dgm:pt modelId="{EF8CEFF7-0F44-4F12-B5A3-FBA53892F773}" type="pres">
      <dgm:prSet presAssocID="{4BF91069-988E-4F06-8C47-58A0DA17AF33}" presName="desTx" presStyleLbl="fgAcc1" presStyleIdx="0" presStyleCnt="4">
        <dgm:presLayoutVars>
          <dgm:bulletEnabled val="1"/>
        </dgm:presLayoutVars>
      </dgm:prSet>
      <dgm:spPr/>
    </dgm:pt>
    <dgm:pt modelId="{5392F0E3-4E7B-4A4C-A575-79A60FB6D52B}" type="pres">
      <dgm:prSet presAssocID="{70DD6C58-198C-41EC-A9B3-06CE2304AA5C}" presName="sibTrans" presStyleLbl="sibTrans2D1" presStyleIdx="0" presStyleCnt="3"/>
      <dgm:spPr/>
    </dgm:pt>
    <dgm:pt modelId="{67ED6C8D-2E42-4439-AC20-398D6CC5FF63}" type="pres">
      <dgm:prSet presAssocID="{70DD6C58-198C-41EC-A9B3-06CE2304AA5C}" presName="connTx" presStyleLbl="sibTrans2D1" presStyleIdx="0" presStyleCnt="3"/>
      <dgm:spPr/>
    </dgm:pt>
    <dgm:pt modelId="{334C49F1-1075-4846-8208-B10662ADD28B}" type="pres">
      <dgm:prSet presAssocID="{A947F7CD-955B-4FB8-A205-36F576890B2F}" presName="composite" presStyleCnt="0"/>
      <dgm:spPr/>
    </dgm:pt>
    <dgm:pt modelId="{3D5BF72E-7ADE-4C9F-A937-DAE0204E0452}" type="pres">
      <dgm:prSet presAssocID="{A947F7CD-955B-4FB8-A205-36F576890B2F}" presName="parTx" presStyleLbl="node1" presStyleIdx="0" presStyleCnt="4">
        <dgm:presLayoutVars>
          <dgm:chMax val="0"/>
          <dgm:chPref val="0"/>
          <dgm:bulletEnabled val="1"/>
        </dgm:presLayoutVars>
      </dgm:prSet>
      <dgm:spPr/>
    </dgm:pt>
    <dgm:pt modelId="{3A3A9402-BF18-4FBE-ACAF-E57499DAB22A}" type="pres">
      <dgm:prSet presAssocID="{A947F7CD-955B-4FB8-A205-36F576890B2F}" presName="parSh" presStyleLbl="node1" presStyleIdx="1" presStyleCnt="4"/>
      <dgm:spPr/>
    </dgm:pt>
    <dgm:pt modelId="{005AD228-2C86-42C2-BA0F-FC2AD883711C}" type="pres">
      <dgm:prSet presAssocID="{A947F7CD-955B-4FB8-A205-36F576890B2F}" presName="desTx" presStyleLbl="fgAcc1" presStyleIdx="1" presStyleCnt="4">
        <dgm:presLayoutVars>
          <dgm:bulletEnabled val="1"/>
        </dgm:presLayoutVars>
      </dgm:prSet>
      <dgm:spPr/>
    </dgm:pt>
    <dgm:pt modelId="{9CEFBDA5-E98B-4EA3-8159-B2DA452DBC45}" type="pres">
      <dgm:prSet presAssocID="{164FCE94-22EA-4AE5-82D0-F31CCBE41818}" presName="sibTrans" presStyleLbl="sibTrans2D1" presStyleIdx="1" presStyleCnt="3"/>
      <dgm:spPr/>
    </dgm:pt>
    <dgm:pt modelId="{44F6BED2-8714-4233-B03B-0A62DB25F937}" type="pres">
      <dgm:prSet presAssocID="{164FCE94-22EA-4AE5-82D0-F31CCBE41818}" presName="connTx" presStyleLbl="sibTrans2D1" presStyleIdx="1" presStyleCnt="3"/>
      <dgm:spPr/>
    </dgm:pt>
    <dgm:pt modelId="{682DA0D9-AFEE-4909-A6AD-70E608BF16B1}" type="pres">
      <dgm:prSet presAssocID="{52DDAB45-8A38-441D-9CC2-40593F17F625}" presName="composite" presStyleCnt="0"/>
      <dgm:spPr/>
    </dgm:pt>
    <dgm:pt modelId="{55251979-E301-400D-89C1-60982AC4F094}" type="pres">
      <dgm:prSet presAssocID="{52DDAB45-8A38-441D-9CC2-40593F17F625}" presName="parTx" presStyleLbl="node1" presStyleIdx="1" presStyleCnt="4">
        <dgm:presLayoutVars>
          <dgm:chMax val="0"/>
          <dgm:chPref val="0"/>
          <dgm:bulletEnabled val="1"/>
        </dgm:presLayoutVars>
      </dgm:prSet>
      <dgm:spPr/>
    </dgm:pt>
    <dgm:pt modelId="{35F3AAA3-6F79-43B9-9761-133EE8B4F469}" type="pres">
      <dgm:prSet presAssocID="{52DDAB45-8A38-441D-9CC2-40593F17F625}" presName="parSh" presStyleLbl="node1" presStyleIdx="2" presStyleCnt="4"/>
      <dgm:spPr/>
    </dgm:pt>
    <dgm:pt modelId="{36965DA2-9C2D-488A-A381-DB0AC9123B25}" type="pres">
      <dgm:prSet presAssocID="{52DDAB45-8A38-441D-9CC2-40593F17F625}" presName="desTx" presStyleLbl="fgAcc1" presStyleIdx="2" presStyleCnt="4">
        <dgm:presLayoutVars>
          <dgm:bulletEnabled val="1"/>
        </dgm:presLayoutVars>
      </dgm:prSet>
      <dgm:spPr/>
    </dgm:pt>
    <dgm:pt modelId="{60EDE07B-4A20-45CA-8305-CE07F40E51ED}" type="pres">
      <dgm:prSet presAssocID="{6D4BFE05-030D-4755-B939-3BFB0D75F79D}" presName="sibTrans" presStyleLbl="sibTrans2D1" presStyleIdx="2" presStyleCnt="3"/>
      <dgm:spPr/>
    </dgm:pt>
    <dgm:pt modelId="{E302EED9-726C-4CB1-93B0-19F9D5709C61}" type="pres">
      <dgm:prSet presAssocID="{6D4BFE05-030D-4755-B939-3BFB0D75F79D}" presName="connTx" presStyleLbl="sibTrans2D1" presStyleIdx="2" presStyleCnt="3"/>
      <dgm:spPr/>
    </dgm:pt>
    <dgm:pt modelId="{2B30C93C-070E-4C78-B66A-04DF7CD14B23}" type="pres">
      <dgm:prSet presAssocID="{F7BEAA1E-45DB-419C-A536-96DDB96F3F5E}" presName="composite" presStyleCnt="0"/>
      <dgm:spPr/>
    </dgm:pt>
    <dgm:pt modelId="{8EFADB66-7898-4DB8-BE66-7BF64F11A6DA}" type="pres">
      <dgm:prSet presAssocID="{F7BEAA1E-45DB-419C-A536-96DDB96F3F5E}" presName="parTx" presStyleLbl="node1" presStyleIdx="2" presStyleCnt="4">
        <dgm:presLayoutVars>
          <dgm:chMax val="0"/>
          <dgm:chPref val="0"/>
          <dgm:bulletEnabled val="1"/>
        </dgm:presLayoutVars>
      </dgm:prSet>
      <dgm:spPr/>
    </dgm:pt>
    <dgm:pt modelId="{F4D463F0-2D4D-40D1-96F9-0182514A3E4D}" type="pres">
      <dgm:prSet presAssocID="{F7BEAA1E-45DB-419C-A536-96DDB96F3F5E}" presName="parSh" presStyleLbl="node1" presStyleIdx="3" presStyleCnt="4"/>
      <dgm:spPr/>
    </dgm:pt>
    <dgm:pt modelId="{37908F19-6DF8-4B11-86B9-91F2431BF9C7}" type="pres">
      <dgm:prSet presAssocID="{F7BEAA1E-45DB-419C-A536-96DDB96F3F5E}" presName="desTx" presStyleLbl="fgAcc1" presStyleIdx="3" presStyleCnt="4">
        <dgm:presLayoutVars>
          <dgm:bulletEnabled val="1"/>
        </dgm:presLayoutVars>
      </dgm:prSet>
      <dgm:spPr/>
    </dgm:pt>
  </dgm:ptLst>
  <dgm:cxnLst>
    <dgm:cxn modelId="{53878D02-465C-4948-98C0-C384BDE98E9B}" type="presOf" srcId="{92602144-2707-41A2-8DBE-0C6D60E5A427}" destId="{005AD228-2C86-42C2-BA0F-FC2AD883711C}" srcOrd="0" destOrd="4" presId="urn:microsoft.com/office/officeart/2005/8/layout/process3"/>
    <dgm:cxn modelId="{8C2AAB03-EFC4-4E9C-807E-4B75AF5AA6B1}" srcId="{A947F7CD-955B-4FB8-A205-36F576890B2F}" destId="{BF9B8201-3393-4E41-95EE-12149F8A31D4}" srcOrd="3" destOrd="0" parTransId="{1EF6B432-5388-4FEB-AF32-1D6428DB53D0}" sibTransId="{431BA4EF-07B9-4130-BC9A-11690A8E614E}"/>
    <dgm:cxn modelId="{731ED405-7E42-4353-AFCE-CF79D4BB5529}" type="presOf" srcId="{A947F7CD-955B-4FB8-A205-36F576890B2F}" destId="{3A3A9402-BF18-4FBE-ACAF-E57499DAB22A}" srcOrd="1" destOrd="0" presId="urn:microsoft.com/office/officeart/2005/8/layout/process3"/>
    <dgm:cxn modelId="{0780F008-F57B-49E7-8954-3003273297F1}" srcId="{DC8E6419-4268-47C7-8784-2DF93DCE2D66}" destId="{4BF91069-988E-4F06-8C47-58A0DA17AF33}" srcOrd="0" destOrd="0" parTransId="{BF4A9D2E-39E7-47F8-8166-E2CFCFE83143}" sibTransId="{70DD6C58-198C-41EC-A9B3-06CE2304AA5C}"/>
    <dgm:cxn modelId="{E5C08D0E-C358-480C-B6FC-7856C776C555}" srcId="{A947F7CD-955B-4FB8-A205-36F576890B2F}" destId="{567B815C-7882-4E2C-A995-D0EF2CFBAFF8}" srcOrd="2" destOrd="0" parTransId="{3A8587BD-5CFE-4136-AF9B-EF0F448B0E21}" sibTransId="{D3DA9DDA-458F-44A6-BCDF-F614C90487E4}"/>
    <dgm:cxn modelId="{84706621-455A-43DC-9F00-E0E9A21C7AC6}" type="presOf" srcId="{39492381-8284-423C-9100-67473D1E55DE}" destId="{EF8CEFF7-0F44-4F12-B5A3-FBA53892F773}" srcOrd="0" destOrd="0" presId="urn:microsoft.com/office/officeart/2005/8/layout/process3"/>
    <dgm:cxn modelId="{2DE02822-BAE1-4684-A003-DD988CA99EDC}" type="presOf" srcId="{D29F9FED-B90B-461A-B634-164D51C517F0}" destId="{005AD228-2C86-42C2-BA0F-FC2AD883711C}" srcOrd="0" destOrd="1" presId="urn:microsoft.com/office/officeart/2005/8/layout/process3"/>
    <dgm:cxn modelId="{5DD1DB24-44DC-4085-A1C5-A1A9FC746F75}" type="presOf" srcId="{52DDAB45-8A38-441D-9CC2-40593F17F625}" destId="{55251979-E301-400D-89C1-60982AC4F094}" srcOrd="0" destOrd="0" presId="urn:microsoft.com/office/officeart/2005/8/layout/process3"/>
    <dgm:cxn modelId="{A39C7C25-A960-4ABA-A30D-F06D08B0983B}" type="presOf" srcId="{6D4BFE05-030D-4755-B939-3BFB0D75F79D}" destId="{60EDE07B-4A20-45CA-8305-CE07F40E51ED}" srcOrd="0" destOrd="0" presId="urn:microsoft.com/office/officeart/2005/8/layout/process3"/>
    <dgm:cxn modelId="{5ECEB22A-D657-4398-854D-47882A9C59EC}" srcId="{DC8E6419-4268-47C7-8784-2DF93DCE2D66}" destId="{F7BEAA1E-45DB-419C-A536-96DDB96F3F5E}" srcOrd="3" destOrd="0" parTransId="{63E1CDA2-A0EA-4F0A-93EF-8297166AD752}" sibTransId="{7FFD5DBE-35F1-4006-A316-A393C8B5FDA7}"/>
    <dgm:cxn modelId="{1A099E2E-2266-4476-96C5-38D146B803E3}" type="presOf" srcId="{DC8E6419-4268-47C7-8784-2DF93DCE2D66}" destId="{899C99DB-18F6-4C84-8EDA-DDC7F2290A67}" srcOrd="0" destOrd="0" presId="urn:microsoft.com/office/officeart/2005/8/layout/process3"/>
    <dgm:cxn modelId="{4A961830-E6A8-4911-A9B3-C979B73CAD2F}" type="presOf" srcId="{6652A19A-0A49-4151-9CB9-F64099D160FC}" destId="{36965DA2-9C2D-488A-A381-DB0AC9123B25}" srcOrd="0" destOrd="0" presId="urn:microsoft.com/office/officeart/2005/8/layout/process3"/>
    <dgm:cxn modelId="{8B102931-CF2F-4A4D-8A1D-A1E0EA71286F}" type="presOf" srcId="{A947F7CD-955B-4FB8-A205-36F576890B2F}" destId="{3D5BF72E-7ADE-4C9F-A937-DAE0204E0452}" srcOrd="0" destOrd="0" presId="urn:microsoft.com/office/officeart/2005/8/layout/process3"/>
    <dgm:cxn modelId="{31339833-A425-4F9C-9576-919C94CEDC34}" type="presOf" srcId="{164FCE94-22EA-4AE5-82D0-F31CCBE41818}" destId="{44F6BED2-8714-4233-B03B-0A62DB25F937}" srcOrd="1" destOrd="0" presId="urn:microsoft.com/office/officeart/2005/8/layout/process3"/>
    <dgm:cxn modelId="{4B34D934-0BF9-48E3-9B31-23A903AC40EA}" type="presOf" srcId="{F7BEAA1E-45DB-419C-A536-96DDB96F3F5E}" destId="{F4D463F0-2D4D-40D1-96F9-0182514A3E4D}" srcOrd="1" destOrd="0" presId="urn:microsoft.com/office/officeart/2005/8/layout/process3"/>
    <dgm:cxn modelId="{4FDDAF36-B452-40A3-BFD5-B93D0CF584F5}" type="presOf" srcId="{52DDAB45-8A38-441D-9CC2-40593F17F625}" destId="{35F3AAA3-6F79-43B9-9761-133EE8B4F469}" srcOrd="1" destOrd="0" presId="urn:microsoft.com/office/officeart/2005/8/layout/process3"/>
    <dgm:cxn modelId="{B1830A3A-1329-4A21-BAD6-B32A2A1DB6EF}" srcId="{4BF91069-988E-4F06-8C47-58A0DA17AF33}" destId="{38DDFAD5-2176-453F-8803-F631A80B6021}" srcOrd="1" destOrd="0" parTransId="{962520D1-04EE-419B-B0AC-AFE0A2B2FEB6}" sibTransId="{05D4EDDC-84A6-4922-A282-5BF769CBA573}"/>
    <dgm:cxn modelId="{9DA57C3A-6C35-44EB-82F5-5C3F1A6487F4}" type="presOf" srcId="{05630804-CF94-4D3E-BC80-8EE0BD73FA92}" destId="{EF8CEFF7-0F44-4F12-B5A3-FBA53892F773}" srcOrd="0" destOrd="3" presId="urn:microsoft.com/office/officeart/2005/8/layout/process3"/>
    <dgm:cxn modelId="{14EBCA3F-FF9F-4D9D-81CA-7DA90FCA3C0D}" type="presOf" srcId="{164FCE94-22EA-4AE5-82D0-F31CCBE41818}" destId="{9CEFBDA5-E98B-4EA3-8159-B2DA452DBC45}" srcOrd="0" destOrd="0" presId="urn:microsoft.com/office/officeart/2005/8/layout/process3"/>
    <dgm:cxn modelId="{CE263862-9DB5-4287-A983-5DB984B4B8B4}" srcId="{52DDAB45-8A38-441D-9CC2-40593F17F625}" destId="{1E2BB0B3-0982-4991-871F-2D7EBBE4F1C4}" srcOrd="2" destOrd="0" parTransId="{D57B67FC-A73E-4A2E-8907-A6A045D291E8}" sibTransId="{580F1FDC-218B-408D-AA93-B12E71C11E58}"/>
    <dgm:cxn modelId="{2689A251-A0FD-4025-B06F-152056331D10}" srcId="{4BF91069-988E-4F06-8C47-58A0DA17AF33}" destId="{39492381-8284-423C-9100-67473D1E55DE}" srcOrd="0" destOrd="0" parTransId="{D7219FA5-DE08-4DB0-A953-746B4F854B69}" sibTransId="{EFE389B8-5BC5-4132-8A42-44BF89E0AAEF}"/>
    <dgm:cxn modelId="{87B40455-1322-4422-91BA-5E42FB13DACB}" srcId="{A947F7CD-955B-4FB8-A205-36F576890B2F}" destId="{92602144-2707-41A2-8DBE-0C6D60E5A427}" srcOrd="4" destOrd="0" parTransId="{080205A3-B2C0-4F88-B75E-F71731A9B286}" sibTransId="{19D6BEBE-39CB-4A1A-96A0-B96B57153B55}"/>
    <dgm:cxn modelId="{EFA40558-AE9D-4144-9BA5-1BA24732EC95}" srcId="{4BF91069-988E-4F06-8C47-58A0DA17AF33}" destId="{05630804-CF94-4D3E-BC80-8EE0BD73FA92}" srcOrd="3" destOrd="0" parTransId="{7C65D361-27FB-409D-BC2C-F917F4AF8635}" sibTransId="{228430EC-C954-42DC-B4FE-016B8EB955AA}"/>
    <dgm:cxn modelId="{564C467C-2234-4828-B1B0-87C718B7A502}" type="presOf" srcId="{38DDFAD5-2176-453F-8803-F631A80B6021}" destId="{EF8CEFF7-0F44-4F12-B5A3-FBA53892F773}" srcOrd="0" destOrd="1" presId="urn:microsoft.com/office/officeart/2005/8/layout/process3"/>
    <dgm:cxn modelId="{F6BFC87C-51A7-48B2-8B05-62539F0F73D8}" type="presOf" srcId="{4BF91069-988E-4F06-8C47-58A0DA17AF33}" destId="{6581709D-6307-490A-992C-F4B806575101}" srcOrd="0" destOrd="0" presId="urn:microsoft.com/office/officeart/2005/8/layout/process3"/>
    <dgm:cxn modelId="{EE2B3E7E-35D1-474E-B041-AF0CC41B7818}" srcId="{A947F7CD-955B-4FB8-A205-36F576890B2F}" destId="{D29F9FED-B90B-461A-B634-164D51C517F0}" srcOrd="1" destOrd="0" parTransId="{170F1880-999E-43ED-8BC1-9014F607C154}" sibTransId="{F2FE922E-9F94-4A52-B756-AA98DF4866DB}"/>
    <dgm:cxn modelId="{930EFD80-9729-4056-8252-8FA0377FA542}" type="presOf" srcId="{DFC8A7A3-579A-487D-A512-0DCE34DA3FFE}" destId="{EF8CEFF7-0F44-4F12-B5A3-FBA53892F773}" srcOrd="0" destOrd="2" presId="urn:microsoft.com/office/officeart/2005/8/layout/process3"/>
    <dgm:cxn modelId="{BA0CF986-CFB6-4008-BFB6-660A2B6842C1}" type="presOf" srcId="{70DD6C58-198C-41EC-A9B3-06CE2304AA5C}" destId="{5392F0E3-4E7B-4A4C-A575-79A60FB6D52B}" srcOrd="0" destOrd="0" presId="urn:microsoft.com/office/officeart/2005/8/layout/process3"/>
    <dgm:cxn modelId="{C85FA88F-B755-4765-AF25-9694F20E95EF}" type="presOf" srcId="{4BF91069-988E-4F06-8C47-58A0DA17AF33}" destId="{8429F9C1-4CAF-4BA1-B12D-2E23428CAA0D}" srcOrd="1" destOrd="0" presId="urn:microsoft.com/office/officeart/2005/8/layout/process3"/>
    <dgm:cxn modelId="{A0ABB490-B2F5-4001-9820-C541012A7A74}" type="presOf" srcId="{28947D1C-866B-4D54-9007-1C0A78C65345}" destId="{36965DA2-9C2D-488A-A381-DB0AC9123B25}" srcOrd="0" destOrd="3" presId="urn:microsoft.com/office/officeart/2005/8/layout/process3"/>
    <dgm:cxn modelId="{BBC39A99-4565-4621-9550-55F11F8A2BB2}" srcId="{52DDAB45-8A38-441D-9CC2-40593F17F625}" destId="{6652A19A-0A49-4151-9CB9-F64099D160FC}" srcOrd="0" destOrd="0" parTransId="{6931D8BB-D4AB-4F51-B19B-167A5CF52954}" sibTransId="{88ECD2BA-1415-4D05-B3B7-0607A438B691}"/>
    <dgm:cxn modelId="{D9D36CA1-7B9A-4E6C-9FF3-C8C764310D9E}" type="presOf" srcId="{6D4BFE05-030D-4755-B939-3BFB0D75F79D}" destId="{E302EED9-726C-4CB1-93B0-19F9D5709C61}" srcOrd="1" destOrd="0" presId="urn:microsoft.com/office/officeart/2005/8/layout/process3"/>
    <dgm:cxn modelId="{D284DCA9-8A81-4F95-A533-8090D9768FA7}" type="presOf" srcId="{FB02FB84-C087-4743-9845-F357C0E81E48}" destId="{005AD228-2C86-42C2-BA0F-FC2AD883711C}" srcOrd="0" destOrd="0" presId="urn:microsoft.com/office/officeart/2005/8/layout/process3"/>
    <dgm:cxn modelId="{139F15AB-4D19-4E85-9D6F-3D477BA05C74}" type="presOf" srcId="{70DD6C58-198C-41EC-A9B3-06CE2304AA5C}" destId="{67ED6C8D-2E42-4439-AC20-398D6CC5FF63}" srcOrd="1" destOrd="0" presId="urn:microsoft.com/office/officeart/2005/8/layout/process3"/>
    <dgm:cxn modelId="{BF82BCC4-B106-4691-8047-9FFB88161396}" type="presOf" srcId="{BF9B8201-3393-4E41-95EE-12149F8A31D4}" destId="{005AD228-2C86-42C2-BA0F-FC2AD883711C}" srcOrd="0" destOrd="3" presId="urn:microsoft.com/office/officeart/2005/8/layout/process3"/>
    <dgm:cxn modelId="{B67975C6-92B5-4D0A-BDA0-0614A945571B}" srcId="{52DDAB45-8A38-441D-9CC2-40593F17F625}" destId="{05399AEE-7367-48CD-8918-2A7E6C9F13FA}" srcOrd="1" destOrd="0" parTransId="{4E14BF86-DB1B-4366-8954-EC1669F8855C}" sibTransId="{1796B4AD-BCD2-45C3-BB5B-97A5D668A746}"/>
    <dgm:cxn modelId="{01B89FD0-DBDE-42C7-8DA9-CD635037451B}" type="presOf" srcId="{1E2BB0B3-0982-4991-871F-2D7EBBE4F1C4}" destId="{36965DA2-9C2D-488A-A381-DB0AC9123B25}" srcOrd="0" destOrd="2" presId="urn:microsoft.com/office/officeart/2005/8/layout/process3"/>
    <dgm:cxn modelId="{A9DB1ED1-EB98-45EE-9EB7-C1E73AD17048}" srcId="{4BF91069-988E-4F06-8C47-58A0DA17AF33}" destId="{49396A2A-D796-41AD-B899-3C3AB5A557CD}" srcOrd="4" destOrd="0" parTransId="{B02C0228-1703-46C5-A7D9-CF32674E586B}" sibTransId="{63A1DA9A-54C6-478B-AF23-59AF1697A662}"/>
    <dgm:cxn modelId="{6D1E98D3-C1D2-43E9-886E-742BCBB86AB9}" srcId="{A947F7CD-955B-4FB8-A205-36F576890B2F}" destId="{FB02FB84-C087-4743-9845-F357C0E81E48}" srcOrd="0" destOrd="0" parTransId="{CBC0090F-17DF-42A7-B766-57F7181C329A}" sibTransId="{36B5AB98-1FAA-46DF-BBC7-4CFE52317B07}"/>
    <dgm:cxn modelId="{4607D6DA-B3FB-47D4-ADF3-73AEB42001AE}" srcId="{DC8E6419-4268-47C7-8784-2DF93DCE2D66}" destId="{A947F7CD-955B-4FB8-A205-36F576890B2F}" srcOrd="1" destOrd="0" parTransId="{CE3BF29B-70CC-40F2-82F9-FBC00DBAC9D4}" sibTransId="{164FCE94-22EA-4AE5-82D0-F31CCBE41818}"/>
    <dgm:cxn modelId="{C25FE3DA-4B1E-4B63-86F6-F32BF2085182}" type="presOf" srcId="{49396A2A-D796-41AD-B899-3C3AB5A557CD}" destId="{EF8CEFF7-0F44-4F12-B5A3-FBA53892F773}" srcOrd="0" destOrd="4" presId="urn:microsoft.com/office/officeart/2005/8/layout/process3"/>
    <dgm:cxn modelId="{14EBFADC-365B-464D-A07B-D295B039B420}" srcId="{DC8E6419-4268-47C7-8784-2DF93DCE2D66}" destId="{52DDAB45-8A38-441D-9CC2-40593F17F625}" srcOrd="2" destOrd="0" parTransId="{44EB1723-A065-4A9B-9F99-C4EFA5EBBFB9}" sibTransId="{6D4BFE05-030D-4755-B939-3BFB0D75F79D}"/>
    <dgm:cxn modelId="{5303D0E4-5EF6-4183-92C6-5A1A5092BD37}" srcId="{52DDAB45-8A38-441D-9CC2-40593F17F625}" destId="{28947D1C-866B-4D54-9007-1C0A78C65345}" srcOrd="3" destOrd="0" parTransId="{967E89CD-88F9-42E3-BF64-C1BE34DB420A}" sibTransId="{0DC0DF86-C466-4A4A-9897-83A5A1570811}"/>
    <dgm:cxn modelId="{9F84BFE9-D192-436A-9570-9138C8772FC1}" srcId="{4BF91069-988E-4F06-8C47-58A0DA17AF33}" destId="{DFC8A7A3-579A-487D-A512-0DCE34DA3FFE}" srcOrd="2" destOrd="0" parTransId="{2C9B9A7E-CD7D-4864-977B-796D9FA25399}" sibTransId="{379BB69F-C708-4D3A-ABB9-E7AB155E7A12}"/>
    <dgm:cxn modelId="{D9DE59F6-C366-473A-B097-36712C21C519}" type="presOf" srcId="{567B815C-7882-4E2C-A995-D0EF2CFBAFF8}" destId="{005AD228-2C86-42C2-BA0F-FC2AD883711C}" srcOrd="0" destOrd="2" presId="urn:microsoft.com/office/officeart/2005/8/layout/process3"/>
    <dgm:cxn modelId="{5C1255FA-6994-4F16-9A29-7DFEED41D09C}" type="presOf" srcId="{F7BEAA1E-45DB-419C-A536-96DDB96F3F5E}" destId="{8EFADB66-7898-4DB8-BE66-7BF64F11A6DA}" srcOrd="0" destOrd="0" presId="urn:microsoft.com/office/officeart/2005/8/layout/process3"/>
    <dgm:cxn modelId="{E5886FFF-471D-4E97-BD85-07C5B8014524}" type="presOf" srcId="{05399AEE-7367-48CD-8918-2A7E6C9F13FA}" destId="{36965DA2-9C2D-488A-A381-DB0AC9123B25}" srcOrd="0" destOrd="1" presId="urn:microsoft.com/office/officeart/2005/8/layout/process3"/>
    <dgm:cxn modelId="{DD7CEDA5-6E28-4211-921E-0ED3CBE09038}" type="presParOf" srcId="{899C99DB-18F6-4C84-8EDA-DDC7F2290A67}" destId="{363ED554-E543-44C3-9F88-1FE0DF8F07B4}" srcOrd="0" destOrd="0" presId="urn:microsoft.com/office/officeart/2005/8/layout/process3"/>
    <dgm:cxn modelId="{5724EC38-AC39-4C55-A33E-EDD45A29D1DD}" type="presParOf" srcId="{363ED554-E543-44C3-9F88-1FE0DF8F07B4}" destId="{6581709D-6307-490A-992C-F4B806575101}" srcOrd="0" destOrd="0" presId="urn:microsoft.com/office/officeart/2005/8/layout/process3"/>
    <dgm:cxn modelId="{CC677DC9-F559-411A-9D28-4B8F91EAED59}" type="presParOf" srcId="{363ED554-E543-44C3-9F88-1FE0DF8F07B4}" destId="{8429F9C1-4CAF-4BA1-B12D-2E23428CAA0D}" srcOrd="1" destOrd="0" presId="urn:microsoft.com/office/officeart/2005/8/layout/process3"/>
    <dgm:cxn modelId="{F1256F4A-BA03-4113-ACAD-A2641DC4A8E5}" type="presParOf" srcId="{363ED554-E543-44C3-9F88-1FE0DF8F07B4}" destId="{EF8CEFF7-0F44-4F12-B5A3-FBA53892F773}" srcOrd="2" destOrd="0" presId="urn:microsoft.com/office/officeart/2005/8/layout/process3"/>
    <dgm:cxn modelId="{C8B74EE8-7C09-4FE6-907A-DD3E310769AF}" type="presParOf" srcId="{899C99DB-18F6-4C84-8EDA-DDC7F2290A67}" destId="{5392F0E3-4E7B-4A4C-A575-79A60FB6D52B}" srcOrd="1" destOrd="0" presId="urn:microsoft.com/office/officeart/2005/8/layout/process3"/>
    <dgm:cxn modelId="{54B327C2-00E8-429E-BA33-4151840B4E55}" type="presParOf" srcId="{5392F0E3-4E7B-4A4C-A575-79A60FB6D52B}" destId="{67ED6C8D-2E42-4439-AC20-398D6CC5FF63}" srcOrd="0" destOrd="0" presId="urn:microsoft.com/office/officeart/2005/8/layout/process3"/>
    <dgm:cxn modelId="{B1C720FD-A9DA-49A8-A650-EF04743B3502}" type="presParOf" srcId="{899C99DB-18F6-4C84-8EDA-DDC7F2290A67}" destId="{334C49F1-1075-4846-8208-B10662ADD28B}" srcOrd="2" destOrd="0" presId="urn:microsoft.com/office/officeart/2005/8/layout/process3"/>
    <dgm:cxn modelId="{8EB51211-E102-47D6-82F5-C4E0EDBE4501}" type="presParOf" srcId="{334C49F1-1075-4846-8208-B10662ADD28B}" destId="{3D5BF72E-7ADE-4C9F-A937-DAE0204E0452}" srcOrd="0" destOrd="0" presId="urn:microsoft.com/office/officeart/2005/8/layout/process3"/>
    <dgm:cxn modelId="{2106D92B-C864-43EF-9C2B-10FB1C76F626}" type="presParOf" srcId="{334C49F1-1075-4846-8208-B10662ADD28B}" destId="{3A3A9402-BF18-4FBE-ACAF-E57499DAB22A}" srcOrd="1" destOrd="0" presId="urn:microsoft.com/office/officeart/2005/8/layout/process3"/>
    <dgm:cxn modelId="{1FB2A00D-A0AF-41F8-9B42-7FB95107C6B9}" type="presParOf" srcId="{334C49F1-1075-4846-8208-B10662ADD28B}" destId="{005AD228-2C86-42C2-BA0F-FC2AD883711C}" srcOrd="2" destOrd="0" presId="urn:microsoft.com/office/officeart/2005/8/layout/process3"/>
    <dgm:cxn modelId="{26D1CAEB-36E4-4410-8FEA-9F599DCED360}" type="presParOf" srcId="{899C99DB-18F6-4C84-8EDA-DDC7F2290A67}" destId="{9CEFBDA5-E98B-4EA3-8159-B2DA452DBC45}" srcOrd="3" destOrd="0" presId="urn:microsoft.com/office/officeart/2005/8/layout/process3"/>
    <dgm:cxn modelId="{C295780F-70A4-4AE2-97F3-733B6D6A229C}" type="presParOf" srcId="{9CEFBDA5-E98B-4EA3-8159-B2DA452DBC45}" destId="{44F6BED2-8714-4233-B03B-0A62DB25F937}" srcOrd="0" destOrd="0" presId="urn:microsoft.com/office/officeart/2005/8/layout/process3"/>
    <dgm:cxn modelId="{1BBF32B4-0012-4CBF-9158-00D16C7D88FE}" type="presParOf" srcId="{899C99DB-18F6-4C84-8EDA-DDC7F2290A67}" destId="{682DA0D9-AFEE-4909-A6AD-70E608BF16B1}" srcOrd="4" destOrd="0" presId="urn:microsoft.com/office/officeart/2005/8/layout/process3"/>
    <dgm:cxn modelId="{4679B268-D4E1-431A-B422-5FF04B283BB0}" type="presParOf" srcId="{682DA0D9-AFEE-4909-A6AD-70E608BF16B1}" destId="{55251979-E301-400D-89C1-60982AC4F094}" srcOrd="0" destOrd="0" presId="urn:microsoft.com/office/officeart/2005/8/layout/process3"/>
    <dgm:cxn modelId="{89B429FC-3D31-42E9-A9AD-EC2DA1B83A8A}" type="presParOf" srcId="{682DA0D9-AFEE-4909-A6AD-70E608BF16B1}" destId="{35F3AAA3-6F79-43B9-9761-133EE8B4F469}" srcOrd="1" destOrd="0" presId="urn:microsoft.com/office/officeart/2005/8/layout/process3"/>
    <dgm:cxn modelId="{B78EBA30-A9D2-4D23-A57D-C53F249572E4}" type="presParOf" srcId="{682DA0D9-AFEE-4909-A6AD-70E608BF16B1}" destId="{36965DA2-9C2D-488A-A381-DB0AC9123B25}" srcOrd="2" destOrd="0" presId="urn:microsoft.com/office/officeart/2005/8/layout/process3"/>
    <dgm:cxn modelId="{33274901-61B3-4CA8-B009-278EAA827ECA}" type="presParOf" srcId="{899C99DB-18F6-4C84-8EDA-DDC7F2290A67}" destId="{60EDE07B-4A20-45CA-8305-CE07F40E51ED}" srcOrd="5" destOrd="0" presId="urn:microsoft.com/office/officeart/2005/8/layout/process3"/>
    <dgm:cxn modelId="{6C39AD7D-223C-48B1-9A17-F1BA0C999017}" type="presParOf" srcId="{60EDE07B-4A20-45CA-8305-CE07F40E51ED}" destId="{E302EED9-726C-4CB1-93B0-19F9D5709C61}" srcOrd="0" destOrd="0" presId="urn:microsoft.com/office/officeart/2005/8/layout/process3"/>
    <dgm:cxn modelId="{70DABF51-0F3A-439F-AC27-9376A3FEBDD0}" type="presParOf" srcId="{899C99DB-18F6-4C84-8EDA-DDC7F2290A67}" destId="{2B30C93C-070E-4C78-B66A-04DF7CD14B23}" srcOrd="6" destOrd="0" presId="urn:microsoft.com/office/officeart/2005/8/layout/process3"/>
    <dgm:cxn modelId="{574BD2D2-D173-44E1-9461-ACAAEC0E1164}" type="presParOf" srcId="{2B30C93C-070E-4C78-B66A-04DF7CD14B23}" destId="{8EFADB66-7898-4DB8-BE66-7BF64F11A6DA}" srcOrd="0" destOrd="0" presId="urn:microsoft.com/office/officeart/2005/8/layout/process3"/>
    <dgm:cxn modelId="{F6B377BA-CCCC-4C47-84E8-9FD281A5D72F}" type="presParOf" srcId="{2B30C93C-070E-4C78-B66A-04DF7CD14B23}" destId="{F4D463F0-2D4D-40D1-96F9-0182514A3E4D}" srcOrd="1" destOrd="0" presId="urn:microsoft.com/office/officeart/2005/8/layout/process3"/>
    <dgm:cxn modelId="{07E9A701-9AF4-497E-8BB1-6D9E76BAD611}" type="presParOf" srcId="{2B30C93C-070E-4C78-B66A-04DF7CD14B23}" destId="{37908F19-6DF8-4B11-86B9-91F2431BF9C7}"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8E6419-4268-47C7-8784-2DF93DCE2D66}"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kumimoji="1" lang="ja-JP" altLang="en-US"/>
        </a:p>
      </dgm:t>
    </dgm:pt>
    <dgm:pt modelId="{4BF91069-988E-4F06-8C47-58A0DA17AF33}">
      <dgm:prSet phldrT="[テキスト]"/>
      <dgm:spPr/>
      <dgm:t>
        <a:bodyPr/>
        <a:lstStyle/>
        <a:p>
          <a:r>
            <a:rPr kumimoji="1" lang="ja-JP" altLang="en-US" b="1" dirty="0"/>
            <a:t>仕様理解</a:t>
          </a:r>
        </a:p>
      </dgm:t>
    </dgm:pt>
    <dgm:pt modelId="{BF4A9D2E-39E7-47F8-8166-E2CFCFE83143}" type="parTrans" cxnId="{0780F008-F57B-49E7-8954-3003273297F1}">
      <dgm:prSet/>
      <dgm:spPr/>
      <dgm:t>
        <a:bodyPr/>
        <a:lstStyle/>
        <a:p>
          <a:endParaRPr kumimoji="1" lang="ja-JP" altLang="en-US"/>
        </a:p>
      </dgm:t>
    </dgm:pt>
    <dgm:pt modelId="{70DD6C58-198C-41EC-A9B3-06CE2304AA5C}" type="sibTrans" cxnId="{0780F008-F57B-49E7-8954-3003273297F1}">
      <dgm:prSet/>
      <dgm:spPr/>
      <dgm:t>
        <a:bodyPr/>
        <a:lstStyle/>
        <a:p>
          <a:endParaRPr kumimoji="1" lang="ja-JP" altLang="en-US"/>
        </a:p>
      </dgm:t>
    </dgm:pt>
    <dgm:pt modelId="{39492381-8284-423C-9100-67473D1E55DE}">
      <dgm:prSet phldrT="[テキスト]" phldr="1"/>
      <dgm:spPr/>
      <dgm:t>
        <a:bodyPr/>
        <a:lstStyle/>
        <a:p>
          <a:endParaRPr kumimoji="1" lang="ja-JP" altLang="en-US" dirty="0"/>
        </a:p>
      </dgm:t>
    </dgm:pt>
    <dgm:pt modelId="{D7219FA5-DE08-4DB0-A953-746B4F854B69}" type="parTrans" cxnId="{2689A251-A0FD-4025-B06F-152056331D10}">
      <dgm:prSet/>
      <dgm:spPr/>
      <dgm:t>
        <a:bodyPr/>
        <a:lstStyle/>
        <a:p>
          <a:endParaRPr kumimoji="1" lang="ja-JP" altLang="en-US"/>
        </a:p>
      </dgm:t>
    </dgm:pt>
    <dgm:pt modelId="{EFE389B8-5BC5-4132-8A42-44BF89E0AAEF}" type="sibTrans" cxnId="{2689A251-A0FD-4025-B06F-152056331D10}">
      <dgm:prSet/>
      <dgm:spPr/>
      <dgm:t>
        <a:bodyPr/>
        <a:lstStyle/>
        <a:p>
          <a:endParaRPr kumimoji="1" lang="ja-JP" altLang="en-US"/>
        </a:p>
      </dgm:t>
    </dgm:pt>
    <dgm:pt modelId="{A947F7CD-955B-4FB8-A205-36F576890B2F}">
      <dgm:prSet phldrT="[テキスト]"/>
      <dgm:spPr/>
      <dgm:t>
        <a:bodyPr/>
        <a:lstStyle/>
        <a:p>
          <a:r>
            <a:rPr kumimoji="1" lang="ja-JP" altLang="en-US" b="1" dirty="0"/>
            <a:t>テスト項目抽出</a:t>
          </a:r>
        </a:p>
      </dgm:t>
    </dgm:pt>
    <dgm:pt modelId="{CE3BF29B-70CC-40F2-82F9-FBC00DBAC9D4}" type="parTrans" cxnId="{4607D6DA-B3FB-47D4-ADF3-73AEB42001AE}">
      <dgm:prSet/>
      <dgm:spPr/>
      <dgm:t>
        <a:bodyPr/>
        <a:lstStyle/>
        <a:p>
          <a:endParaRPr kumimoji="1" lang="ja-JP" altLang="en-US"/>
        </a:p>
      </dgm:t>
    </dgm:pt>
    <dgm:pt modelId="{164FCE94-22EA-4AE5-82D0-F31CCBE41818}" type="sibTrans" cxnId="{4607D6DA-B3FB-47D4-ADF3-73AEB42001AE}">
      <dgm:prSet/>
      <dgm:spPr/>
      <dgm:t>
        <a:bodyPr/>
        <a:lstStyle/>
        <a:p>
          <a:endParaRPr kumimoji="1" lang="ja-JP" altLang="en-US"/>
        </a:p>
      </dgm:t>
    </dgm:pt>
    <dgm:pt modelId="{FB02FB84-C087-4743-9845-F357C0E81E48}">
      <dgm:prSet phldrT="[テキスト]" phldr="1"/>
      <dgm:spPr/>
      <dgm:t>
        <a:bodyPr/>
        <a:lstStyle/>
        <a:p>
          <a:endParaRPr kumimoji="1" lang="ja-JP" altLang="en-US" dirty="0"/>
        </a:p>
      </dgm:t>
    </dgm:pt>
    <dgm:pt modelId="{CBC0090F-17DF-42A7-B766-57F7181C329A}" type="parTrans" cxnId="{6D1E98D3-C1D2-43E9-886E-742BCBB86AB9}">
      <dgm:prSet/>
      <dgm:spPr/>
      <dgm:t>
        <a:bodyPr/>
        <a:lstStyle/>
        <a:p>
          <a:endParaRPr kumimoji="1" lang="ja-JP" altLang="en-US"/>
        </a:p>
      </dgm:t>
    </dgm:pt>
    <dgm:pt modelId="{36B5AB98-1FAA-46DF-BBC7-4CFE52317B07}" type="sibTrans" cxnId="{6D1E98D3-C1D2-43E9-886E-742BCBB86AB9}">
      <dgm:prSet/>
      <dgm:spPr/>
      <dgm:t>
        <a:bodyPr/>
        <a:lstStyle/>
        <a:p>
          <a:endParaRPr kumimoji="1" lang="ja-JP" altLang="en-US"/>
        </a:p>
      </dgm:t>
    </dgm:pt>
    <dgm:pt modelId="{52DDAB45-8A38-441D-9CC2-40593F17F625}">
      <dgm:prSet phldrT="[テキスト]"/>
      <dgm:spPr/>
      <dgm:t>
        <a:bodyPr/>
        <a:lstStyle/>
        <a:p>
          <a:r>
            <a:rPr kumimoji="1" lang="ja-JP" altLang="en-US" b="1" dirty="0"/>
            <a:t>書式生成</a:t>
          </a:r>
        </a:p>
      </dgm:t>
    </dgm:pt>
    <dgm:pt modelId="{44EB1723-A065-4A9B-9F99-C4EFA5EBBFB9}" type="parTrans" cxnId="{14EBFADC-365B-464D-A07B-D295B039B420}">
      <dgm:prSet/>
      <dgm:spPr/>
      <dgm:t>
        <a:bodyPr/>
        <a:lstStyle/>
        <a:p>
          <a:endParaRPr kumimoji="1" lang="ja-JP" altLang="en-US"/>
        </a:p>
      </dgm:t>
    </dgm:pt>
    <dgm:pt modelId="{6D4BFE05-030D-4755-B939-3BFB0D75F79D}" type="sibTrans" cxnId="{14EBFADC-365B-464D-A07B-D295B039B420}">
      <dgm:prSet/>
      <dgm:spPr/>
      <dgm:t>
        <a:bodyPr/>
        <a:lstStyle/>
        <a:p>
          <a:endParaRPr kumimoji="1" lang="ja-JP" altLang="en-US"/>
        </a:p>
      </dgm:t>
    </dgm:pt>
    <dgm:pt modelId="{6652A19A-0A49-4151-9CB9-F64099D160FC}">
      <dgm:prSet phldrT="[テキスト]" phldr="1"/>
      <dgm:spPr/>
      <dgm:t>
        <a:bodyPr/>
        <a:lstStyle/>
        <a:p>
          <a:endParaRPr kumimoji="1" lang="ja-JP" altLang="en-US"/>
        </a:p>
      </dgm:t>
    </dgm:pt>
    <dgm:pt modelId="{6931D8BB-D4AB-4F51-B19B-167A5CF52954}" type="parTrans" cxnId="{BBC39A99-4565-4621-9550-55F11F8A2BB2}">
      <dgm:prSet/>
      <dgm:spPr/>
      <dgm:t>
        <a:bodyPr/>
        <a:lstStyle/>
        <a:p>
          <a:endParaRPr kumimoji="1" lang="ja-JP" altLang="en-US"/>
        </a:p>
      </dgm:t>
    </dgm:pt>
    <dgm:pt modelId="{88ECD2BA-1415-4D05-B3B7-0607A438B691}" type="sibTrans" cxnId="{BBC39A99-4565-4621-9550-55F11F8A2BB2}">
      <dgm:prSet/>
      <dgm:spPr/>
      <dgm:t>
        <a:bodyPr/>
        <a:lstStyle/>
        <a:p>
          <a:endParaRPr kumimoji="1" lang="ja-JP" altLang="en-US"/>
        </a:p>
      </dgm:t>
    </dgm:pt>
    <dgm:pt modelId="{F7BEAA1E-45DB-419C-A536-96DDB96F3F5E}">
      <dgm:prSet/>
      <dgm:spPr/>
      <dgm:t>
        <a:bodyPr/>
        <a:lstStyle/>
        <a:p>
          <a:r>
            <a:rPr kumimoji="1" lang="ja-JP" altLang="en-US" b="1" dirty="0"/>
            <a:t>入力データ設計・出力結果想定</a:t>
          </a:r>
        </a:p>
      </dgm:t>
    </dgm:pt>
    <dgm:pt modelId="{63E1CDA2-A0EA-4F0A-93EF-8297166AD752}" type="parTrans" cxnId="{5ECEB22A-D657-4398-854D-47882A9C59EC}">
      <dgm:prSet/>
      <dgm:spPr/>
      <dgm:t>
        <a:bodyPr/>
        <a:lstStyle/>
        <a:p>
          <a:endParaRPr kumimoji="1" lang="ja-JP" altLang="en-US"/>
        </a:p>
      </dgm:t>
    </dgm:pt>
    <dgm:pt modelId="{7FFD5DBE-35F1-4006-A316-A393C8B5FDA7}" type="sibTrans" cxnId="{5ECEB22A-D657-4398-854D-47882A9C59EC}">
      <dgm:prSet/>
      <dgm:spPr/>
      <dgm:t>
        <a:bodyPr/>
        <a:lstStyle/>
        <a:p>
          <a:endParaRPr kumimoji="1" lang="ja-JP" altLang="en-US"/>
        </a:p>
      </dgm:t>
    </dgm:pt>
    <dgm:pt modelId="{899C99DB-18F6-4C84-8EDA-DDC7F2290A67}" type="pres">
      <dgm:prSet presAssocID="{DC8E6419-4268-47C7-8784-2DF93DCE2D66}" presName="linearFlow" presStyleCnt="0">
        <dgm:presLayoutVars>
          <dgm:dir/>
          <dgm:animLvl val="lvl"/>
          <dgm:resizeHandles val="exact"/>
        </dgm:presLayoutVars>
      </dgm:prSet>
      <dgm:spPr/>
    </dgm:pt>
    <dgm:pt modelId="{363ED554-E543-44C3-9F88-1FE0DF8F07B4}" type="pres">
      <dgm:prSet presAssocID="{4BF91069-988E-4F06-8C47-58A0DA17AF33}" presName="composite" presStyleCnt="0"/>
      <dgm:spPr/>
    </dgm:pt>
    <dgm:pt modelId="{6581709D-6307-490A-992C-F4B806575101}" type="pres">
      <dgm:prSet presAssocID="{4BF91069-988E-4F06-8C47-58A0DA17AF33}" presName="parTx" presStyleLbl="node1" presStyleIdx="0" presStyleCnt="4">
        <dgm:presLayoutVars>
          <dgm:chMax val="0"/>
          <dgm:chPref val="0"/>
          <dgm:bulletEnabled val="1"/>
        </dgm:presLayoutVars>
      </dgm:prSet>
      <dgm:spPr/>
    </dgm:pt>
    <dgm:pt modelId="{8429F9C1-4CAF-4BA1-B12D-2E23428CAA0D}" type="pres">
      <dgm:prSet presAssocID="{4BF91069-988E-4F06-8C47-58A0DA17AF33}" presName="parSh" presStyleLbl="node1" presStyleIdx="0" presStyleCnt="4"/>
      <dgm:spPr/>
    </dgm:pt>
    <dgm:pt modelId="{EF8CEFF7-0F44-4F12-B5A3-FBA53892F773}" type="pres">
      <dgm:prSet presAssocID="{4BF91069-988E-4F06-8C47-58A0DA17AF33}" presName="desTx" presStyleLbl="fgAcc1" presStyleIdx="0" presStyleCnt="4">
        <dgm:presLayoutVars>
          <dgm:bulletEnabled val="1"/>
        </dgm:presLayoutVars>
      </dgm:prSet>
      <dgm:spPr/>
    </dgm:pt>
    <dgm:pt modelId="{5392F0E3-4E7B-4A4C-A575-79A60FB6D52B}" type="pres">
      <dgm:prSet presAssocID="{70DD6C58-198C-41EC-A9B3-06CE2304AA5C}" presName="sibTrans" presStyleLbl="sibTrans2D1" presStyleIdx="0" presStyleCnt="3"/>
      <dgm:spPr/>
    </dgm:pt>
    <dgm:pt modelId="{67ED6C8D-2E42-4439-AC20-398D6CC5FF63}" type="pres">
      <dgm:prSet presAssocID="{70DD6C58-198C-41EC-A9B3-06CE2304AA5C}" presName="connTx" presStyleLbl="sibTrans2D1" presStyleIdx="0" presStyleCnt="3"/>
      <dgm:spPr/>
    </dgm:pt>
    <dgm:pt modelId="{334C49F1-1075-4846-8208-B10662ADD28B}" type="pres">
      <dgm:prSet presAssocID="{A947F7CD-955B-4FB8-A205-36F576890B2F}" presName="composite" presStyleCnt="0"/>
      <dgm:spPr/>
    </dgm:pt>
    <dgm:pt modelId="{3D5BF72E-7ADE-4C9F-A937-DAE0204E0452}" type="pres">
      <dgm:prSet presAssocID="{A947F7CD-955B-4FB8-A205-36F576890B2F}" presName="parTx" presStyleLbl="node1" presStyleIdx="0" presStyleCnt="4">
        <dgm:presLayoutVars>
          <dgm:chMax val="0"/>
          <dgm:chPref val="0"/>
          <dgm:bulletEnabled val="1"/>
        </dgm:presLayoutVars>
      </dgm:prSet>
      <dgm:spPr/>
    </dgm:pt>
    <dgm:pt modelId="{3A3A9402-BF18-4FBE-ACAF-E57499DAB22A}" type="pres">
      <dgm:prSet presAssocID="{A947F7CD-955B-4FB8-A205-36F576890B2F}" presName="parSh" presStyleLbl="node1" presStyleIdx="1" presStyleCnt="4"/>
      <dgm:spPr/>
    </dgm:pt>
    <dgm:pt modelId="{005AD228-2C86-42C2-BA0F-FC2AD883711C}" type="pres">
      <dgm:prSet presAssocID="{A947F7CD-955B-4FB8-A205-36F576890B2F}" presName="desTx" presStyleLbl="fgAcc1" presStyleIdx="1" presStyleCnt="4">
        <dgm:presLayoutVars>
          <dgm:bulletEnabled val="1"/>
        </dgm:presLayoutVars>
      </dgm:prSet>
      <dgm:spPr/>
    </dgm:pt>
    <dgm:pt modelId="{9CEFBDA5-E98B-4EA3-8159-B2DA452DBC45}" type="pres">
      <dgm:prSet presAssocID="{164FCE94-22EA-4AE5-82D0-F31CCBE41818}" presName="sibTrans" presStyleLbl="sibTrans2D1" presStyleIdx="1" presStyleCnt="3"/>
      <dgm:spPr/>
    </dgm:pt>
    <dgm:pt modelId="{44F6BED2-8714-4233-B03B-0A62DB25F937}" type="pres">
      <dgm:prSet presAssocID="{164FCE94-22EA-4AE5-82D0-F31CCBE41818}" presName="connTx" presStyleLbl="sibTrans2D1" presStyleIdx="1" presStyleCnt="3"/>
      <dgm:spPr/>
    </dgm:pt>
    <dgm:pt modelId="{682DA0D9-AFEE-4909-A6AD-70E608BF16B1}" type="pres">
      <dgm:prSet presAssocID="{52DDAB45-8A38-441D-9CC2-40593F17F625}" presName="composite" presStyleCnt="0"/>
      <dgm:spPr/>
    </dgm:pt>
    <dgm:pt modelId="{55251979-E301-400D-89C1-60982AC4F094}" type="pres">
      <dgm:prSet presAssocID="{52DDAB45-8A38-441D-9CC2-40593F17F625}" presName="parTx" presStyleLbl="node1" presStyleIdx="1" presStyleCnt="4">
        <dgm:presLayoutVars>
          <dgm:chMax val="0"/>
          <dgm:chPref val="0"/>
          <dgm:bulletEnabled val="1"/>
        </dgm:presLayoutVars>
      </dgm:prSet>
      <dgm:spPr/>
    </dgm:pt>
    <dgm:pt modelId="{35F3AAA3-6F79-43B9-9761-133EE8B4F469}" type="pres">
      <dgm:prSet presAssocID="{52DDAB45-8A38-441D-9CC2-40593F17F625}" presName="parSh" presStyleLbl="node1" presStyleIdx="2" presStyleCnt="4"/>
      <dgm:spPr/>
    </dgm:pt>
    <dgm:pt modelId="{36965DA2-9C2D-488A-A381-DB0AC9123B25}" type="pres">
      <dgm:prSet presAssocID="{52DDAB45-8A38-441D-9CC2-40593F17F625}" presName="desTx" presStyleLbl="fgAcc1" presStyleIdx="2" presStyleCnt="4">
        <dgm:presLayoutVars>
          <dgm:bulletEnabled val="1"/>
        </dgm:presLayoutVars>
      </dgm:prSet>
      <dgm:spPr/>
    </dgm:pt>
    <dgm:pt modelId="{60EDE07B-4A20-45CA-8305-CE07F40E51ED}" type="pres">
      <dgm:prSet presAssocID="{6D4BFE05-030D-4755-B939-3BFB0D75F79D}" presName="sibTrans" presStyleLbl="sibTrans2D1" presStyleIdx="2" presStyleCnt="3"/>
      <dgm:spPr/>
    </dgm:pt>
    <dgm:pt modelId="{E302EED9-726C-4CB1-93B0-19F9D5709C61}" type="pres">
      <dgm:prSet presAssocID="{6D4BFE05-030D-4755-B939-3BFB0D75F79D}" presName="connTx" presStyleLbl="sibTrans2D1" presStyleIdx="2" presStyleCnt="3"/>
      <dgm:spPr/>
    </dgm:pt>
    <dgm:pt modelId="{2B30C93C-070E-4C78-B66A-04DF7CD14B23}" type="pres">
      <dgm:prSet presAssocID="{F7BEAA1E-45DB-419C-A536-96DDB96F3F5E}" presName="composite" presStyleCnt="0"/>
      <dgm:spPr/>
    </dgm:pt>
    <dgm:pt modelId="{8EFADB66-7898-4DB8-BE66-7BF64F11A6DA}" type="pres">
      <dgm:prSet presAssocID="{F7BEAA1E-45DB-419C-A536-96DDB96F3F5E}" presName="parTx" presStyleLbl="node1" presStyleIdx="2" presStyleCnt="4">
        <dgm:presLayoutVars>
          <dgm:chMax val="0"/>
          <dgm:chPref val="0"/>
          <dgm:bulletEnabled val="1"/>
        </dgm:presLayoutVars>
      </dgm:prSet>
      <dgm:spPr/>
    </dgm:pt>
    <dgm:pt modelId="{F4D463F0-2D4D-40D1-96F9-0182514A3E4D}" type="pres">
      <dgm:prSet presAssocID="{F7BEAA1E-45DB-419C-A536-96DDB96F3F5E}" presName="parSh" presStyleLbl="node1" presStyleIdx="3" presStyleCnt="4"/>
      <dgm:spPr/>
    </dgm:pt>
    <dgm:pt modelId="{37908F19-6DF8-4B11-86B9-91F2431BF9C7}" type="pres">
      <dgm:prSet presAssocID="{F7BEAA1E-45DB-419C-A536-96DDB96F3F5E}" presName="desTx" presStyleLbl="fgAcc1" presStyleIdx="3" presStyleCnt="4">
        <dgm:presLayoutVars>
          <dgm:bulletEnabled val="1"/>
        </dgm:presLayoutVars>
      </dgm:prSet>
      <dgm:spPr/>
    </dgm:pt>
  </dgm:ptLst>
  <dgm:cxnLst>
    <dgm:cxn modelId="{731ED405-7E42-4353-AFCE-CF79D4BB5529}" type="presOf" srcId="{A947F7CD-955B-4FB8-A205-36F576890B2F}" destId="{3A3A9402-BF18-4FBE-ACAF-E57499DAB22A}" srcOrd="1" destOrd="0" presId="urn:microsoft.com/office/officeart/2005/8/layout/process3"/>
    <dgm:cxn modelId="{0780F008-F57B-49E7-8954-3003273297F1}" srcId="{DC8E6419-4268-47C7-8784-2DF93DCE2D66}" destId="{4BF91069-988E-4F06-8C47-58A0DA17AF33}" srcOrd="0" destOrd="0" parTransId="{BF4A9D2E-39E7-47F8-8166-E2CFCFE83143}" sibTransId="{70DD6C58-198C-41EC-A9B3-06CE2304AA5C}"/>
    <dgm:cxn modelId="{84706621-455A-43DC-9F00-E0E9A21C7AC6}" type="presOf" srcId="{39492381-8284-423C-9100-67473D1E55DE}" destId="{EF8CEFF7-0F44-4F12-B5A3-FBA53892F773}" srcOrd="0" destOrd="0" presId="urn:microsoft.com/office/officeart/2005/8/layout/process3"/>
    <dgm:cxn modelId="{5DD1DB24-44DC-4085-A1C5-A1A9FC746F75}" type="presOf" srcId="{52DDAB45-8A38-441D-9CC2-40593F17F625}" destId="{55251979-E301-400D-89C1-60982AC4F094}" srcOrd="0" destOrd="0" presId="urn:microsoft.com/office/officeart/2005/8/layout/process3"/>
    <dgm:cxn modelId="{A39C7C25-A960-4ABA-A30D-F06D08B0983B}" type="presOf" srcId="{6D4BFE05-030D-4755-B939-3BFB0D75F79D}" destId="{60EDE07B-4A20-45CA-8305-CE07F40E51ED}" srcOrd="0" destOrd="0" presId="urn:microsoft.com/office/officeart/2005/8/layout/process3"/>
    <dgm:cxn modelId="{5ECEB22A-D657-4398-854D-47882A9C59EC}" srcId="{DC8E6419-4268-47C7-8784-2DF93DCE2D66}" destId="{F7BEAA1E-45DB-419C-A536-96DDB96F3F5E}" srcOrd="3" destOrd="0" parTransId="{63E1CDA2-A0EA-4F0A-93EF-8297166AD752}" sibTransId="{7FFD5DBE-35F1-4006-A316-A393C8B5FDA7}"/>
    <dgm:cxn modelId="{1A099E2E-2266-4476-96C5-38D146B803E3}" type="presOf" srcId="{DC8E6419-4268-47C7-8784-2DF93DCE2D66}" destId="{899C99DB-18F6-4C84-8EDA-DDC7F2290A67}" srcOrd="0" destOrd="0" presId="urn:microsoft.com/office/officeart/2005/8/layout/process3"/>
    <dgm:cxn modelId="{4A961830-E6A8-4911-A9B3-C979B73CAD2F}" type="presOf" srcId="{6652A19A-0A49-4151-9CB9-F64099D160FC}" destId="{36965DA2-9C2D-488A-A381-DB0AC9123B25}" srcOrd="0" destOrd="0" presId="urn:microsoft.com/office/officeart/2005/8/layout/process3"/>
    <dgm:cxn modelId="{8B102931-CF2F-4A4D-8A1D-A1E0EA71286F}" type="presOf" srcId="{A947F7CD-955B-4FB8-A205-36F576890B2F}" destId="{3D5BF72E-7ADE-4C9F-A937-DAE0204E0452}" srcOrd="0" destOrd="0" presId="urn:microsoft.com/office/officeart/2005/8/layout/process3"/>
    <dgm:cxn modelId="{31339833-A425-4F9C-9576-919C94CEDC34}" type="presOf" srcId="{164FCE94-22EA-4AE5-82D0-F31CCBE41818}" destId="{44F6BED2-8714-4233-B03B-0A62DB25F937}" srcOrd="1" destOrd="0" presId="urn:microsoft.com/office/officeart/2005/8/layout/process3"/>
    <dgm:cxn modelId="{4B34D934-0BF9-48E3-9B31-23A903AC40EA}" type="presOf" srcId="{F7BEAA1E-45DB-419C-A536-96DDB96F3F5E}" destId="{F4D463F0-2D4D-40D1-96F9-0182514A3E4D}" srcOrd="1" destOrd="0" presId="urn:microsoft.com/office/officeart/2005/8/layout/process3"/>
    <dgm:cxn modelId="{4FDDAF36-B452-40A3-BFD5-B93D0CF584F5}" type="presOf" srcId="{52DDAB45-8A38-441D-9CC2-40593F17F625}" destId="{35F3AAA3-6F79-43B9-9761-133EE8B4F469}" srcOrd="1" destOrd="0" presId="urn:microsoft.com/office/officeart/2005/8/layout/process3"/>
    <dgm:cxn modelId="{14EBCA3F-FF9F-4D9D-81CA-7DA90FCA3C0D}" type="presOf" srcId="{164FCE94-22EA-4AE5-82D0-F31CCBE41818}" destId="{9CEFBDA5-E98B-4EA3-8159-B2DA452DBC45}" srcOrd="0" destOrd="0" presId="urn:microsoft.com/office/officeart/2005/8/layout/process3"/>
    <dgm:cxn modelId="{2689A251-A0FD-4025-B06F-152056331D10}" srcId="{4BF91069-988E-4F06-8C47-58A0DA17AF33}" destId="{39492381-8284-423C-9100-67473D1E55DE}" srcOrd="0" destOrd="0" parTransId="{D7219FA5-DE08-4DB0-A953-746B4F854B69}" sibTransId="{EFE389B8-5BC5-4132-8A42-44BF89E0AAEF}"/>
    <dgm:cxn modelId="{F6BFC87C-51A7-48B2-8B05-62539F0F73D8}" type="presOf" srcId="{4BF91069-988E-4F06-8C47-58A0DA17AF33}" destId="{6581709D-6307-490A-992C-F4B806575101}" srcOrd="0" destOrd="0" presId="urn:microsoft.com/office/officeart/2005/8/layout/process3"/>
    <dgm:cxn modelId="{BA0CF986-CFB6-4008-BFB6-660A2B6842C1}" type="presOf" srcId="{70DD6C58-198C-41EC-A9B3-06CE2304AA5C}" destId="{5392F0E3-4E7B-4A4C-A575-79A60FB6D52B}" srcOrd="0" destOrd="0" presId="urn:microsoft.com/office/officeart/2005/8/layout/process3"/>
    <dgm:cxn modelId="{C85FA88F-B755-4765-AF25-9694F20E95EF}" type="presOf" srcId="{4BF91069-988E-4F06-8C47-58A0DA17AF33}" destId="{8429F9C1-4CAF-4BA1-B12D-2E23428CAA0D}" srcOrd="1" destOrd="0" presId="urn:microsoft.com/office/officeart/2005/8/layout/process3"/>
    <dgm:cxn modelId="{BBC39A99-4565-4621-9550-55F11F8A2BB2}" srcId="{52DDAB45-8A38-441D-9CC2-40593F17F625}" destId="{6652A19A-0A49-4151-9CB9-F64099D160FC}" srcOrd="0" destOrd="0" parTransId="{6931D8BB-D4AB-4F51-B19B-167A5CF52954}" sibTransId="{88ECD2BA-1415-4D05-B3B7-0607A438B691}"/>
    <dgm:cxn modelId="{D9D36CA1-7B9A-4E6C-9FF3-C8C764310D9E}" type="presOf" srcId="{6D4BFE05-030D-4755-B939-3BFB0D75F79D}" destId="{E302EED9-726C-4CB1-93B0-19F9D5709C61}" srcOrd="1" destOrd="0" presId="urn:microsoft.com/office/officeart/2005/8/layout/process3"/>
    <dgm:cxn modelId="{D284DCA9-8A81-4F95-A533-8090D9768FA7}" type="presOf" srcId="{FB02FB84-C087-4743-9845-F357C0E81E48}" destId="{005AD228-2C86-42C2-BA0F-FC2AD883711C}" srcOrd="0" destOrd="0" presId="urn:microsoft.com/office/officeart/2005/8/layout/process3"/>
    <dgm:cxn modelId="{139F15AB-4D19-4E85-9D6F-3D477BA05C74}" type="presOf" srcId="{70DD6C58-198C-41EC-A9B3-06CE2304AA5C}" destId="{67ED6C8D-2E42-4439-AC20-398D6CC5FF63}" srcOrd="1" destOrd="0" presId="urn:microsoft.com/office/officeart/2005/8/layout/process3"/>
    <dgm:cxn modelId="{6D1E98D3-C1D2-43E9-886E-742BCBB86AB9}" srcId="{A947F7CD-955B-4FB8-A205-36F576890B2F}" destId="{FB02FB84-C087-4743-9845-F357C0E81E48}" srcOrd="0" destOrd="0" parTransId="{CBC0090F-17DF-42A7-B766-57F7181C329A}" sibTransId="{36B5AB98-1FAA-46DF-BBC7-4CFE52317B07}"/>
    <dgm:cxn modelId="{4607D6DA-B3FB-47D4-ADF3-73AEB42001AE}" srcId="{DC8E6419-4268-47C7-8784-2DF93DCE2D66}" destId="{A947F7CD-955B-4FB8-A205-36F576890B2F}" srcOrd="1" destOrd="0" parTransId="{CE3BF29B-70CC-40F2-82F9-FBC00DBAC9D4}" sibTransId="{164FCE94-22EA-4AE5-82D0-F31CCBE41818}"/>
    <dgm:cxn modelId="{14EBFADC-365B-464D-A07B-D295B039B420}" srcId="{DC8E6419-4268-47C7-8784-2DF93DCE2D66}" destId="{52DDAB45-8A38-441D-9CC2-40593F17F625}" srcOrd="2" destOrd="0" parTransId="{44EB1723-A065-4A9B-9F99-C4EFA5EBBFB9}" sibTransId="{6D4BFE05-030D-4755-B939-3BFB0D75F79D}"/>
    <dgm:cxn modelId="{5C1255FA-6994-4F16-9A29-7DFEED41D09C}" type="presOf" srcId="{F7BEAA1E-45DB-419C-A536-96DDB96F3F5E}" destId="{8EFADB66-7898-4DB8-BE66-7BF64F11A6DA}" srcOrd="0" destOrd="0" presId="urn:microsoft.com/office/officeart/2005/8/layout/process3"/>
    <dgm:cxn modelId="{DD7CEDA5-6E28-4211-921E-0ED3CBE09038}" type="presParOf" srcId="{899C99DB-18F6-4C84-8EDA-DDC7F2290A67}" destId="{363ED554-E543-44C3-9F88-1FE0DF8F07B4}" srcOrd="0" destOrd="0" presId="urn:microsoft.com/office/officeart/2005/8/layout/process3"/>
    <dgm:cxn modelId="{5724EC38-AC39-4C55-A33E-EDD45A29D1DD}" type="presParOf" srcId="{363ED554-E543-44C3-9F88-1FE0DF8F07B4}" destId="{6581709D-6307-490A-992C-F4B806575101}" srcOrd="0" destOrd="0" presId="urn:microsoft.com/office/officeart/2005/8/layout/process3"/>
    <dgm:cxn modelId="{CC677DC9-F559-411A-9D28-4B8F91EAED59}" type="presParOf" srcId="{363ED554-E543-44C3-9F88-1FE0DF8F07B4}" destId="{8429F9C1-4CAF-4BA1-B12D-2E23428CAA0D}" srcOrd="1" destOrd="0" presId="urn:microsoft.com/office/officeart/2005/8/layout/process3"/>
    <dgm:cxn modelId="{F1256F4A-BA03-4113-ACAD-A2641DC4A8E5}" type="presParOf" srcId="{363ED554-E543-44C3-9F88-1FE0DF8F07B4}" destId="{EF8CEFF7-0F44-4F12-B5A3-FBA53892F773}" srcOrd="2" destOrd="0" presId="urn:microsoft.com/office/officeart/2005/8/layout/process3"/>
    <dgm:cxn modelId="{C8B74EE8-7C09-4FE6-907A-DD3E310769AF}" type="presParOf" srcId="{899C99DB-18F6-4C84-8EDA-DDC7F2290A67}" destId="{5392F0E3-4E7B-4A4C-A575-79A60FB6D52B}" srcOrd="1" destOrd="0" presId="urn:microsoft.com/office/officeart/2005/8/layout/process3"/>
    <dgm:cxn modelId="{54B327C2-00E8-429E-BA33-4151840B4E55}" type="presParOf" srcId="{5392F0E3-4E7B-4A4C-A575-79A60FB6D52B}" destId="{67ED6C8D-2E42-4439-AC20-398D6CC5FF63}" srcOrd="0" destOrd="0" presId="urn:microsoft.com/office/officeart/2005/8/layout/process3"/>
    <dgm:cxn modelId="{B1C720FD-A9DA-49A8-A650-EF04743B3502}" type="presParOf" srcId="{899C99DB-18F6-4C84-8EDA-DDC7F2290A67}" destId="{334C49F1-1075-4846-8208-B10662ADD28B}" srcOrd="2" destOrd="0" presId="urn:microsoft.com/office/officeart/2005/8/layout/process3"/>
    <dgm:cxn modelId="{8EB51211-E102-47D6-82F5-C4E0EDBE4501}" type="presParOf" srcId="{334C49F1-1075-4846-8208-B10662ADD28B}" destId="{3D5BF72E-7ADE-4C9F-A937-DAE0204E0452}" srcOrd="0" destOrd="0" presId="urn:microsoft.com/office/officeart/2005/8/layout/process3"/>
    <dgm:cxn modelId="{2106D92B-C864-43EF-9C2B-10FB1C76F626}" type="presParOf" srcId="{334C49F1-1075-4846-8208-B10662ADD28B}" destId="{3A3A9402-BF18-4FBE-ACAF-E57499DAB22A}" srcOrd="1" destOrd="0" presId="urn:microsoft.com/office/officeart/2005/8/layout/process3"/>
    <dgm:cxn modelId="{1FB2A00D-A0AF-41F8-9B42-7FB95107C6B9}" type="presParOf" srcId="{334C49F1-1075-4846-8208-B10662ADD28B}" destId="{005AD228-2C86-42C2-BA0F-FC2AD883711C}" srcOrd="2" destOrd="0" presId="urn:microsoft.com/office/officeart/2005/8/layout/process3"/>
    <dgm:cxn modelId="{26D1CAEB-36E4-4410-8FEA-9F599DCED360}" type="presParOf" srcId="{899C99DB-18F6-4C84-8EDA-DDC7F2290A67}" destId="{9CEFBDA5-E98B-4EA3-8159-B2DA452DBC45}" srcOrd="3" destOrd="0" presId="urn:microsoft.com/office/officeart/2005/8/layout/process3"/>
    <dgm:cxn modelId="{C295780F-70A4-4AE2-97F3-733B6D6A229C}" type="presParOf" srcId="{9CEFBDA5-E98B-4EA3-8159-B2DA452DBC45}" destId="{44F6BED2-8714-4233-B03B-0A62DB25F937}" srcOrd="0" destOrd="0" presId="urn:microsoft.com/office/officeart/2005/8/layout/process3"/>
    <dgm:cxn modelId="{1BBF32B4-0012-4CBF-9158-00D16C7D88FE}" type="presParOf" srcId="{899C99DB-18F6-4C84-8EDA-DDC7F2290A67}" destId="{682DA0D9-AFEE-4909-A6AD-70E608BF16B1}" srcOrd="4" destOrd="0" presId="urn:microsoft.com/office/officeart/2005/8/layout/process3"/>
    <dgm:cxn modelId="{4679B268-D4E1-431A-B422-5FF04B283BB0}" type="presParOf" srcId="{682DA0D9-AFEE-4909-A6AD-70E608BF16B1}" destId="{55251979-E301-400D-89C1-60982AC4F094}" srcOrd="0" destOrd="0" presId="urn:microsoft.com/office/officeart/2005/8/layout/process3"/>
    <dgm:cxn modelId="{89B429FC-3D31-42E9-A9AD-EC2DA1B83A8A}" type="presParOf" srcId="{682DA0D9-AFEE-4909-A6AD-70E608BF16B1}" destId="{35F3AAA3-6F79-43B9-9761-133EE8B4F469}" srcOrd="1" destOrd="0" presId="urn:microsoft.com/office/officeart/2005/8/layout/process3"/>
    <dgm:cxn modelId="{B78EBA30-A9D2-4D23-A57D-C53F249572E4}" type="presParOf" srcId="{682DA0D9-AFEE-4909-A6AD-70E608BF16B1}" destId="{36965DA2-9C2D-488A-A381-DB0AC9123B25}" srcOrd="2" destOrd="0" presId="urn:microsoft.com/office/officeart/2005/8/layout/process3"/>
    <dgm:cxn modelId="{33274901-61B3-4CA8-B009-278EAA827ECA}" type="presParOf" srcId="{899C99DB-18F6-4C84-8EDA-DDC7F2290A67}" destId="{60EDE07B-4A20-45CA-8305-CE07F40E51ED}" srcOrd="5" destOrd="0" presId="urn:microsoft.com/office/officeart/2005/8/layout/process3"/>
    <dgm:cxn modelId="{6C39AD7D-223C-48B1-9A17-F1BA0C999017}" type="presParOf" srcId="{60EDE07B-4A20-45CA-8305-CE07F40E51ED}" destId="{E302EED9-726C-4CB1-93B0-19F9D5709C61}" srcOrd="0" destOrd="0" presId="urn:microsoft.com/office/officeart/2005/8/layout/process3"/>
    <dgm:cxn modelId="{70DABF51-0F3A-439F-AC27-9376A3FEBDD0}" type="presParOf" srcId="{899C99DB-18F6-4C84-8EDA-DDC7F2290A67}" destId="{2B30C93C-070E-4C78-B66A-04DF7CD14B23}" srcOrd="6" destOrd="0" presId="urn:microsoft.com/office/officeart/2005/8/layout/process3"/>
    <dgm:cxn modelId="{574BD2D2-D173-44E1-9461-ACAAEC0E1164}" type="presParOf" srcId="{2B30C93C-070E-4C78-B66A-04DF7CD14B23}" destId="{8EFADB66-7898-4DB8-BE66-7BF64F11A6DA}" srcOrd="0" destOrd="0" presId="urn:microsoft.com/office/officeart/2005/8/layout/process3"/>
    <dgm:cxn modelId="{F6B377BA-CCCC-4C47-84E8-9FD281A5D72F}" type="presParOf" srcId="{2B30C93C-070E-4C78-B66A-04DF7CD14B23}" destId="{F4D463F0-2D4D-40D1-96F9-0182514A3E4D}" srcOrd="1" destOrd="0" presId="urn:microsoft.com/office/officeart/2005/8/layout/process3"/>
    <dgm:cxn modelId="{07E9A701-9AF4-497E-8BB1-6D9E76BAD611}" type="presParOf" srcId="{2B30C93C-070E-4C78-B66A-04DF7CD14B23}" destId="{37908F19-6DF8-4B11-86B9-91F2431BF9C7}"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9F9C1-4CAF-4BA1-B12D-2E23428CAA0D}">
      <dsp:nvSpPr>
        <dsp:cNvPr id="0" name=""/>
        <dsp:cNvSpPr/>
      </dsp:nvSpPr>
      <dsp:spPr>
        <a:xfrm>
          <a:off x="1171"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仕様理解</a:t>
          </a:r>
        </a:p>
      </dsp:txBody>
      <dsp:txXfrm>
        <a:off x="1171" y="2707"/>
        <a:ext cx="1472117" cy="547200"/>
      </dsp:txXfrm>
    </dsp:sp>
    <dsp:sp modelId="{EF8CEFF7-0F44-4F12-B5A3-FBA53892F773}">
      <dsp:nvSpPr>
        <dsp:cNvPr id="0" name=""/>
        <dsp:cNvSpPr/>
      </dsp:nvSpPr>
      <dsp:spPr>
        <a:xfrm>
          <a:off x="302689"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FontTx/>
            <a:buNone/>
          </a:pPr>
          <a:r>
            <a:rPr kumimoji="1" lang="en-US" altLang="ja-JP" sz="900" kern="1200" dirty="0"/>
            <a:t>※</a:t>
          </a:r>
          <a:r>
            <a:rPr kumimoji="1" lang="ja-JP" altLang="en-US" sz="900" kern="1200" dirty="0"/>
            <a:t>読み合わせポイント</a:t>
          </a:r>
        </a:p>
        <a:p>
          <a:pPr marL="57150" lvl="1" indent="-57150" algn="l" defTabSz="400050">
            <a:lnSpc>
              <a:spcPct val="90000"/>
            </a:lnSpc>
            <a:spcBef>
              <a:spcPct val="0"/>
            </a:spcBef>
            <a:spcAft>
              <a:spcPct val="15000"/>
            </a:spcAft>
            <a:buFontTx/>
            <a:buNone/>
          </a:pPr>
          <a:r>
            <a:rPr kumimoji="1" lang="ja-JP" altLang="en-US" sz="900" kern="1200" dirty="0"/>
            <a:t>・機能概要</a:t>
          </a:r>
        </a:p>
        <a:p>
          <a:pPr marL="57150" lvl="1" indent="-57150" algn="l" defTabSz="400050">
            <a:lnSpc>
              <a:spcPct val="90000"/>
            </a:lnSpc>
            <a:spcBef>
              <a:spcPct val="0"/>
            </a:spcBef>
            <a:spcAft>
              <a:spcPct val="15000"/>
            </a:spcAft>
            <a:buFontTx/>
            <a:buNone/>
          </a:pPr>
          <a:r>
            <a:rPr kumimoji="1" lang="ja-JP" altLang="en-US" sz="900" kern="1200" dirty="0"/>
            <a:t>・編集仕様</a:t>
          </a:r>
        </a:p>
        <a:p>
          <a:pPr marL="57150" lvl="1" indent="-57150" algn="l" defTabSz="400050">
            <a:lnSpc>
              <a:spcPct val="90000"/>
            </a:lnSpc>
            <a:spcBef>
              <a:spcPct val="0"/>
            </a:spcBef>
            <a:spcAft>
              <a:spcPct val="15000"/>
            </a:spcAft>
            <a:buFontTx/>
            <a:buNone/>
          </a:pPr>
          <a:r>
            <a:rPr kumimoji="1" lang="ja-JP" altLang="en-US" sz="900" kern="1200" dirty="0"/>
            <a:t>・処理条件</a:t>
          </a:r>
        </a:p>
        <a:p>
          <a:pPr marL="57150" lvl="1" indent="-57150" algn="l" defTabSz="400050">
            <a:lnSpc>
              <a:spcPct val="90000"/>
            </a:lnSpc>
            <a:spcBef>
              <a:spcPct val="0"/>
            </a:spcBef>
            <a:spcAft>
              <a:spcPct val="15000"/>
            </a:spcAft>
            <a:buFontTx/>
            <a:buNone/>
          </a:pPr>
          <a:r>
            <a:rPr kumimoji="1" lang="ja-JP" altLang="en-US" sz="900" kern="1200" dirty="0"/>
            <a:t>・チェック仕様</a:t>
          </a:r>
        </a:p>
      </dsp:txBody>
      <dsp:txXfrm>
        <a:off x="334743" y="581961"/>
        <a:ext cx="1408009" cy="1030292"/>
      </dsp:txXfrm>
    </dsp:sp>
    <dsp:sp modelId="{5392F0E3-4E7B-4A4C-A575-79A60FB6D52B}">
      <dsp:nvSpPr>
        <dsp:cNvPr id="0" name=""/>
        <dsp:cNvSpPr/>
      </dsp:nvSpPr>
      <dsp:spPr>
        <a:xfrm>
          <a:off x="1696457"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1696457" y="166353"/>
        <a:ext cx="363161" cy="219908"/>
      </dsp:txXfrm>
    </dsp:sp>
    <dsp:sp modelId="{3A3A9402-BF18-4FBE-ACAF-E57499DAB22A}">
      <dsp:nvSpPr>
        <dsp:cNvPr id="0" name=""/>
        <dsp:cNvSpPr/>
      </dsp:nvSpPr>
      <dsp:spPr>
        <a:xfrm>
          <a:off x="2365960"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テスト項目抽出</a:t>
          </a:r>
        </a:p>
      </dsp:txBody>
      <dsp:txXfrm>
        <a:off x="2365960" y="2707"/>
        <a:ext cx="1472117" cy="547200"/>
      </dsp:txXfrm>
    </dsp:sp>
    <dsp:sp modelId="{005AD228-2C86-42C2-BA0F-FC2AD883711C}">
      <dsp:nvSpPr>
        <dsp:cNvPr id="0" name=""/>
        <dsp:cNvSpPr/>
      </dsp:nvSpPr>
      <dsp:spPr>
        <a:xfrm>
          <a:off x="2667478"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FontTx/>
            <a:buNone/>
          </a:pPr>
          <a:r>
            <a:rPr kumimoji="1" lang="en-US" altLang="ja-JP" sz="900" kern="1200" dirty="0"/>
            <a:t>※</a:t>
          </a:r>
          <a:r>
            <a:rPr kumimoji="1" lang="ja-JP" altLang="en-US" sz="900" kern="1200" dirty="0"/>
            <a:t>テストパータン</a:t>
          </a:r>
        </a:p>
        <a:p>
          <a:pPr marL="57150" lvl="1" indent="-57150" algn="l" defTabSz="400050">
            <a:lnSpc>
              <a:spcPct val="90000"/>
            </a:lnSpc>
            <a:spcBef>
              <a:spcPct val="0"/>
            </a:spcBef>
            <a:spcAft>
              <a:spcPct val="15000"/>
            </a:spcAft>
            <a:buFont typeface="Arial" panose="020B0604020202020204" pitchFamily="34" charset="0"/>
            <a:buChar char="•"/>
          </a:pPr>
          <a:r>
            <a:rPr kumimoji="1" lang="ja-JP" altLang="en-US" sz="900" kern="1200" dirty="0"/>
            <a:t>０件</a:t>
          </a:r>
        </a:p>
        <a:p>
          <a:pPr marL="57150" lvl="1" indent="-57150" algn="l" defTabSz="400050">
            <a:lnSpc>
              <a:spcPct val="90000"/>
            </a:lnSpc>
            <a:spcBef>
              <a:spcPct val="0"/>
            </a:spcBef>
            <a:spcAft>
              <a:spcPct val="15000"/>
            </a:spcAft>
            <a:buFont typeface="Arial" panose="020B0604020202020204" pitchFamily="34" charset="0"/>
            <a:buChar char="•"/>
          </a:pPr>
          <a:r>
            <a:rPr kumimoji="1" lang="ja-JP" altLang="en-US" sz="900" kern="1200" dirty="0"/>
            <a:t>正常</a:t>
          </a:r>
        </a:p>
        <a:p>
          <a:pPr marL="57150" lvl="1" indent="-57150" algn="l" defTabSz="400050">
            <a:lnSpc>
              <a:spcPct val="90000"/>
            </a:lnSpc>
            <a:spcBef>
              <a:spcPct val="0"/>
            </a:spcBef>
            <a:spcAft>
              <a:spcPct val="15000"/>
            </a:spcAft>
            <a:buFont typeface="Arial" panose="020B0604020202020204" pitchFamily="34" charset="0"/>
            <a:buChar char="•"/>
          </a:pPr>
          <a:r>
            <a:rPr kumimoji="1" lang="ja-JP" altLang="en-US" sz="900" kern="1200" dirty="0"/>
            <a:t>異常</a:t>
          </a:r>
        </a:p>
        <a:p>
          <a:pPr marL="57150" lvl="1" indent="-57150" algn="l" defTabSz="400050">
            <a:lnSpc>
              <a:spcPct val="90000"/>
            </a:lnSpc>
            <a:spcBef>
              <a:spcPct val="0"/>
            </a:spcBef>
            <a:spcAft>
              <a:spcPct val="15000"/>
            </a:spcAft>
            <a:buFont typeface="Arial" panose="020B0604020202020204" pitchFamily="34" charset="0"/>
            <a:buChar char="•"/>
          </a:pPr>
          <a:r>
            <a:rPr kumimoji="1" lang="ja-JP" altLang="en-US" sz="900" kern="1200" dirty="0"/>
            <a:t>・・・</a:t>
          </a:r>
        </a:p>
      </dsp:txBody>
      <dsp:txXfrm>
        <a:off x="2699532" y="581961"/>
        <a:ext cx="1408009" cy="1030292"/>
      </dsp:txXfrm>
    </dsp:sp>
    <dsp:sp modelId="{9CEFBDA5-E98B-4EA3-8159-B2DA452DBC45}">
      <dsp:nvSpPr>
        <dsp:cNvPr id="0" name=""/>
        <dsp:cNvSpPr/>
      </dsp:nvSpPr>
      <dsp:spPr>
        <a:xfrm>
          <a:off x="4061245"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4061245" y="166353"/>
        <a:ext cx="363161" cy="219908"/>
      </dsp:txXfrm>
    </dsp:sp>
    <dsp:sp modelId="{35F3AAA3-6F79-43B9-9761-133EE8B4F469}">
      <dsp:nvSpPr>
        <dsp:cNvPr id="0" name=""/>
        <dsp:cNvSpPr/>
      </dsp:nvSpPr>
      <dsp:spPr>
        <a:xfrm>
          <a:off x="4730748"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書式生成</a:t>
          </a:r>
        </a:p>
      </dsp:txBody>
      <dsp:txXfrm>
        <a:off x="4730748" y="2707"/>
        <a:ext cx="1472117" cy="547200"/>
      </dsp:txXfrm>
    </dsp:sp>
    <dsp:sp modelId="{36965DA2-9C2D-488A-A381-DB0AC9123B25}">
      <dsp:nvSpPr>
        <dsp:cNvPr id="0" name=""/>
        <dsp:cNvSpPr/>
      </dsp:nvSpPr>
      <dsp:spPr>
        <a:xfrm>
          <a:off x="5032267"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4008" tIns="64008" rIns="64008" bIns="64008" numCol="1" spcCol="1270" anchor="t" anchorCtr="0">
          <a:noAutofit/>
        </a:bodyPr>
        <a:lstStyle/>
        <a:p>
          <a:pPr marL="57150" lvl="1" indent="-57150" algn="l" defTabSz="400050">
            <a:lnSpc>
              <a:spcPct val="90000"/>
            </a:lnSpc>
            <a:spcBef>
              <a:spcPct val="0"/>
            </a:spcBef>
            <a:spcAft>
              <a:spcPct val="15000"/>
            </a:spcAft>
            <a:buFontTx/>
            <a:buNone/>
          </a:pPr>
          <a:r>
            <a:rPr kumimoji="1" lang="en-US" altLang="ja-JP" sz="900" kern="1200" dirty="0"/>
            <a:t>※</a:t>
          </a:r>
          <a:r>
            <a:rPr kumimoji="1" lang="ja-JP" altLang="en-US" sz="900" kern="1200" dirty="0"/>
            <a:t>詳細設計に全分岐</a:t>
          </a:r>
        </a:p>
        <a:p>
          <a:pPr marL="57150" lvl="1" indent="-57150" algn="l" defTabSz="400050">
            <a:lnSpc>
              <a:spcPct val="90000"/>
            </a:lnSpc>
            <a:spcBef>
              <a:spcPct val="0"/>
            </a:spcBef>
            <a:spcAft>
              <a:spcPct val="15000"/>
            </a:spcAft>
            <a:buFontTx/>
            <a:buNone/>
          </a:pPr>
          <a:r>
            <a:rPr kumimoji="1" lang="ja-JP" altLang="en-US" sz="900" kern="1200" dirty="0"/>
            <a:t>・パータン毎にケース作成</a:t>
          </a:r>
        </a:p>
        <a:p>
          <a:pPr marL="57150" lvl="1" indent="-57150" algn="l" defTabSz="400050">
            <a:lnSpc>
              <a:spcPct val="90000"/>
            </a:lnSpc>
            <a:spcBef>
              <a:spcPct val="0"/>
            </a:spcBef>
            <a:spcAft>
              <a:spcPct val="15000"/>
            </a:spcAft>
            <a:buFontTx/>
            <a:buNone/>
          </a:pPr>
          <a:r>
            <a:rPr kumimoji="1" lang="ja-JP" altLang="en-US" sz="900" kern="1200" dirty="0"/>
            <a:t>・１条件分岐につき最低１テストケース</a:t>
          </a:r>
        </a:p>
        <a:p>
          <a:pPr marL="57150" lvl="1" indent="-57150" algn="l" defTabSz="400050">
            <a:lnSpc>
              <a:spcPct val="90000"/>
            </a:lnSpc>
            <a:spcBef>
              <a:spcPct val="0"/>
            </a:spcBef>
            <a:spcAft>
              <a:spcPct val="15000"/>
            </a:spcAft>
            <a:buFontTx/>
            <a:buNone/>
          </a:pPr>
          <a:r>
            <a:rPr kumimoji="1" lang="ja-JP" altLang="en-US" sz="900" kern="1200" dirty="0"/>
            <a:t>・条件と処理分けて記入</a:t>
          </a:r>
        </a:p>
      </dsp:txBody>
      <dsp:txXfrm>
        <a:off x="5064321" y="581961"/>
        <a:ext cx="1408009" cy="1030292"/>
      </dsp:txXfrm>
    </dsp:sp>
    <dsp:sp modelId="{60EDE07B-4A20-45CA-8305-CE07F40E51ED}">
      <dsp:nvSpPr>
        <dsp:cNvPr id="0" name=""/>
        <dsp:cNvSpPr/>
      </dsp:nvSpPr>
      <dsp:spPr>
        <a:xfrm>
          <a:off x="6426034" y="93050"/>
          <a:ext cx="473115" cy="366514"/>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kumimoji="1" lang="ja-JP" altLang="en-US" sz="1000" kern="1200"/>
        </a:p>
      </dsp:txBody>
      <dsp:txXfrm>
        <a:off x="6426034" y="166353"/>
        <a:ext cx="363161" cy="219908"/>
      </dsp:txXfrm>
    </dsp:sp>
    <dsp:sp modelId="{F4D463F0-2D4D-40D1-96F9-0182514A3E4D}">
      <dsp:nvSpPr>
        <dsp:cNvPr id="0" name=""/>
        <dsp:cNvSpPr/>
      </dsp:nvSpPr>
      <dsp:spPr>
        <a:xfrm>
          <a:off x="7095537" y="2707"/>
          <a:ext cx="1472117" cy="820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38100" numCol="1" spcCol="1270" anchor="t" anchorCtr="0">
          <a:noAutofit/>
        </a:bodyPr>
        <a:lstStyle/>
        <a:p>
          <a:pPr marL="0" lvl="0" indent="0" algn="l" defTabSz="444500">
            <a:lnSpc>
              <a:spcPct val="90000"/>
            </a:lnSpc>
            <a:spcBef>
              <a:spcPct val="0"/>
            </a:spcBef>
            <a:spcAft>
              <a:spcPct val="35000"/>
            </a:spcAft>
            <a:buNone/>
          </a:pPr>
          <a:r>
            <a:rPr kumimoji="1" lang="ja-JP" altLang="en-US" sz="1000" b="1" kern="1200" dirty="0"/>
            <a:t>入力データ設計・出力結果想定</a:t>
          </a:r>
        </a:p>
      </dsp:txBody>
      <dsp:txXfrm>
        <a:off x="7095537" y="2707"/>
        <a:ext cx="1472117" cy="547200"/>
      </dsp:txXfrm>
    </dsp:sp>
    <dsp:sp modelId="{37908F19-6DF8-4B11-86B9-91F2431BF9C7}">
      <dsp:nvSpPr>
        <dsp:cNvPr id="0" name=""/>
        <dsp:cNvSpPr/>
      </dsp:nvSpPr>
      <dsp:spPr>
        <a:xfrm>
          <a:off x="7397055" y="549907"/>
          <a:ext cx="1472117" cy="1094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29F9C1-4CAF-4BA1-B12D-2E23428CAA0D}">
      <dsp:nvSpPr>
        <dsp:cNvPr id="0" name=""/>
        <dsp:cNvSpPr/>
      </dsp:nvSpPr>
      <dsp:spPr>
        <a:xfrm>
          <a:off x="1186"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仕様理解</a:t>
          </a:r>
        </a:p>
      </dsp:txBody>
      <dsp:txXfrm>
        <a:off x="1186" y="1512059"/>
        <a:ext cx="1490707" cy="572147"/>
      </dsp:txXfrm>
    </dsp:sp>
    <dsp:sp modelId="{EF8CEFF7-0F44-4F12-B5A3-FBA53892F773}">
      <dsp:nvSpPr>
        <dsp:cNvPr id="0" name=""/>
        <dsp:cNvSpPr/>
      </dsp:nvSpPr>
      <dsp:spPr>
        <a:xfrm>
          <a:off x="306511"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dirty="0"/>
        </a:p>
      </dsp:txBody>
      <dsp:txXfrm>
        <a:off x="330130" y="2107826"/>
        <a:ext cx="1443469" cy="759162"/>
      </dsp:txXfrm>
    </dsp:sp>
    <dsp:sp modelId="{5392F0E3-4E7B-4A4C-A575-79A60FB6D52B}">
      <dsp:nvSpPr>
        <dsp:cNvPr id="0" name=""/>
        <dsp:cNvSpPr/>
      </dsp:nvSpPr>
      <dsp:spPr>
        <a:xfrm>
          <a:off x="1717879"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1717879" y="1686790"/>
        <a:ext cx="367746" cy="222686"/>
      </dsp:txXfrm>
    </dsp:sp>
    <dsp:sp modelId="{3A3A9402-BF18-4FBE-ACAF-E57499DAB22A}">
      <dsp:nvSpPr>
        <dsp:cNvPr id="0" name=""/>
        <dsp:cNvSpPr/>
      </dsp:nvSpPr>
      <dsp:spPr>
        <a:xfrm>
          <a:off x="2395836"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テスト項目抽出</a:t>
          </a:r>
        </a:p>
      </dsp:txBody>
      <dsp:txXfrm>
        <a:off x="2395836" y="1512059"/>
        <a:ext cx="1490707" cy="572147"/>
      </dsp:txXfrm>
    </dsp:sp>
    <dsp:sp modelId="{005AD228-2C86-42C2-BA0F-FC2AD883711C}">
      <dsp:nvSpPr>
        <dsp:cNvPr id="0" name=""/>
        <dsp:cNvSpPr/>
      </dsp:nvSpPr>
      <dsp:spPr>
        <a:xfrm>
          <a:off x="2701162"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dirty="0"/>
        </a:p>
      </dsp:txBody>
      <dsp:txXfrm>
        <a:off x="2724781" y="2107826"/>
        <a:ext cx="1443469" cy="759162"/>
      </dsp:txXfrm>
    </dsp:sp>
    <dsp:sp modelId="{9CEFBDA5-E98B-4EA3-8159-B2DA452DBC45}">
      <dsp:nvSpPr>
        <dsp:cNvPr id="0" name=""/>
        <dsp:cNvSpPr/>
      </dsp:nvSpPr>
      <dsp:spPr>
        <a:xfrm>
          <a:off x="4112529"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4112529" y="1686790"/>
        <a:ext cx="367746" cy="222686"/>
      </dsp:txXfrm>
    </dsp:sp>
    <dsp:sp modelId="{35F3AAA3-6F79-43B9-9761-133EE8B4F469}">
      <dsp:nvSpPr>
        <dsp:cNvPr id="0" name=""/>
        <dsp:cNvSpPr/>
      </dsp:nvSpPr>
      <dsp:spPr>
        <a:xfrm>
          <a:off x="4790487"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書式生成</a:t>
          </a:r>
        </a:p>
      </dsp:txBody>
      <dsp:txXfrm>
        <a:off x="4790487" y="1512059"/>
        <a:ext cx="1490707" cy="572147"/>
      </dsp:txXfrm>
    </dsp:sp>
    <dsp:sp modelId="{36965DA2-9C2D-488A-A381-DB0AC9123B25}">
      <dsp:nvSpPr>
        <dsp:cNvPr id="0" name=""/>
        <dsp:cNvSpPr/>
      </dsp:nvSpPr>
      <dsp:spPr>
        <a:xfrm>
          <a:off x="5095812"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Char char="•"/>
          </a:pPr>
          <a:endParaRPr kumimoji="1" lang="ja-JP" altLang="en-US" sz="1400" kern="1200"/>
        </a:p>
      </dsp:txBody>
      <dsp:txXfrm>
        <a:off x="5119431" y="2107826"/>
        <a:ext cx="1443469" cy="759162"/>
      </dsp:txXfrm>
    </dsp:sp>
    <dsp:sp modelId="{60EDE07B-4A20-45CA-8305-CE07F40E51ED}">
      <dsp:nvSpPr>
        <dsp:cNvPr id="0" name=""/>
        <dsp:cNvSpPr/>
      </dsp:nvSpPr>
      <dsp:spPr>
        <a:xfrm>
          <a:off x="6507180" y="1612562"/>
          <a:ext cx="479089" cy="37114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kumimoji="1" lang="ja-JP" altLang="en-US" sz="1100" kern="1200"/>
        </a:p>
      </dsp:txBody>
      <dsp:txXfrm>
        <a:off x="6507180" y="1686790"/>
        <a:ext cx="367746" cy="222686"/>
      </dsp:txXfrm>
    </dsp:sp>
    <dsp:sp modelId="{F4D463F0-2D4D-40D1-96F9-0182514A3E4D}">
      <dsp:nvSpPr>
        <dsp:cNvPr id="0" name=""/>
        <dsp:cNvSpPr/>
      </dsp:nvSpPr>
      <dsp:spPr>
        <a:xfrm>
          <a:off x="7185137" y="1512059"/>
          <a:ext cx="1490707" cy="85822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kumimoji="1" lang="ja-JP" altLang="en-US" sz="1400" b="1" kern="1200" dirty="0"/>
            <a:t>入力データ設計・出力結果想定</a:t>
          </a:r>
        </a:p>
      </dsp:txBody>
      <dsp:txXfrm>
        <a:off x="7185137" y="1512059"/>
        <a:ext cx="1490707" cy="572147"/>
      </dsp:txXfrm>
    </dsp:sp>
    <dsp:sp modelId="{37908F19-6DF8-4B11-86B9-91F2431BF9C7}">
      <dsp:nvSpPr>
        <dsp:cNvPr id="0" name=""/>
        <dsp:cNvSpPr/>
      </dsp:nvSpPr>
      <dsp:spPr>
        <a:xfrm>
          <a:off x="7490463" y="2084207"/>
          <a:ext cx="1490707" cy="8064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49575" cy="4968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54450" y="0"/>
            <a:ext cx="2949575" cy="496888"/>
          </a:xfrm>
          <a:prstGeom prst="rect">
            <a:avLst/>
          </a:prstGeom>
        </p:spPr>
        <p:txBody>
          <a:bodyPr vert="horz" lIns="91440" tIns="45720" rIns="91440" bIns="45720" rtlCol="0"/>
          <a:lstStyle>
            <a:lvl1pPr algn="r">
              <a:defRPr sz="1200"/>
            </a:lvl1pPr>
          </a:lstStyle>
          <a:p>
            <a:fld id="{ECEC75E6-4168-451F-9146-492174EFA5DE}" type="datetimeFigureOut">
              <a:rPr kumimoji="1" lang="ja-JP" altLang="en-US" smtClean="0"/>
              <a:t>2025/8/1</a:t>
            </a:fld>
            <a:endParaRPr kumimoji="1" lang="ja-JP" altLang="en-US"/>
          </a:p>
        </p:txBody>
      </p:sp>
      <p:sp>
        <p:nvSpPr>
          <p:cNvPr id="4" name="フッター プレースホルダー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4450" y="9440863"/>
            <a:ext cx="2949575" cy="496887"/>
          </a:xfrm>
          <a:prstGeom prst="rect">
            <a:avLst/>
          </a:prstGeom>
        </p:spPr>
        <p:txBody>
          <a:bodyPr vert="horz" lIns="91440" tIns="45720" rIns="91440" bIns="45720" rtlCol="0" anchor="b"/>
          <a:lstStyle>
            <a:lvl1pPr algn="r">
              <a:defRPr sz="1200"/>
            </a:lvl1pPr>
          </a:lstStyle>
          <a:p>
            <a:fld id="{2573ACEB-9C1D-40A7-8EF1-76CD56121F44}" type="slidenum">
              <a:rPr kumimoji="1" lang="ja-JP" altLang="en-US" smtClean="0"/>
              <a:t>‹#›</a:t>
            </a:fld>
            <a:endParaRPr kumimoji="1" lang="ja-JP" altLang="en-US"/>
          </a:p>
        </p:txBody>
      </p:sp>
    </p:spTree>
    <p:extLst>
      <p:ext uri="{BB962C8B-B14F-4D97-AF65-F5344CB8AC3E}">
        <p14:creationId xmlns:p14="http://schemas.microsoft.com/office/powerpoint/2010/main" val="1483448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2"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099" name="Rectangle 3"/>
          <p:cNvSpPr>
            <a:spLocks noGrp="1" noChangeArrowheads="1"/>
          </p:cNvSpPr>
          <p:nvPr>
            <p:ph type="dt" idx="1"/>
          </p:nvPr>
        </p:nvSpPr>
        <p:spPr bwMode="auto">
          <a:xfrm>
            <a:off x="3853978" y="2"/>
            <a:ext cx="2951637" cy="494257"/>
          </a:xfrm>
          <a:prstGeom prst="rect">
            <a:avLst/>
          </a:prstGeom>
          <a:noFill/>
          <a:ln w="9525">
            <a:noFill/>
            <a:miter lim="800000"/>
            <a:headEnd/>
            <a:tailEnd/>
          </a:ln>
        </p:spPr>
        <p:txBody>
          <a:bodyPr vert="horz" wrap="square" lIns="90587" tIns="45295" rIns="90587" bIns="45295" numCol="1" anchor="t"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816EE9BF-94F0-48F9-ADDD-67290FCD7202}" type="datetime8">
              <a:rPr lang="ja-JP" altLang="en-US"/>
              <a:pPr>
                <a:defRPr/>
              </a:pPr>
              <a:t>25/8/1 10時31分</a:t>
            </a:fld>
            <a:endParaRPr lang="en-US"/>
          </a:p>
        </p:txBody>
      </p:sp>
      <p:sp>
        <p:nvSpPr>
          <p:cNvPr id="13316" name="Rectangle 4"/>
          <p:cNvSpPr>
            <a:spLocks noGrp="1" noRot="1" noChangeAspect="1" noChangeArrowheads="1"/>
          </p:cNvSpPr>
          <p:nvPr>
            <p:ph type="sldImg" idx="2"/>
          </p:nvPr>
        </p:nvSpPr>
        <p:spPr bwMode="auto">
          <a:xfrm>
            <a:off x="708025" y="744538"/>
            <a:ext cx="5387975" cy="3730625"/>
          </a:xfrm>
          <a:prstGeom prst="rect">
            <a:avLst/>
          </a:prstGeom>
          <a:noFill/>
          <a:ln w="9525">
            <a:noFill/>
            <a:miter lim="800000"/>
            <a:headEnd/>
            <a:tailEnd/>
          </a:ln>
        </p:spPr>
      </p:sp>
      <p:sp>
        <p:nvSpPr>
          <p:cNvPr id="4101" name="Rectangle 5"/>
          <p:cNvSpPr>
            <a:spLocks noGrp="1" noChangeArrowheads="1"/>
          </p:cNvSpPr>
          <p:nvPr>
            <p:ph type="body" sz="quarter" idx="3"/>
          </p:nvPr>
        </p:nvSpPr>
        <p:spPr bwMode="auto">
          <a:xfrm>
            <a:off x="910440" y="4720950"/>
            <a:ext cx="4984735" cy="4473818"/>
          </a:xfrm>
          <a:prstGeom prst="rect">
            <a:avLst/>
          </a:prstGeom>
          <a:noFill/>
          <a:ln w="9525" cmpd="sng">
            <a:noFill/>
            <a:miter lim="800000"/>
            <a:headEnd/>
            <a:tailEnd/>
          </a:ln>
        </p:spPr>
        <p:txBody>
          <a:bodyPr vert="horz" wrap="square" lIns="90587" tIns="45295" rIns="90587" bIns="45295"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noProof="0"/>
              <a:t>2 </a:t>
            </a:r>
            <a:r>
              <a:rPr lang="ja-JP" altLang="en-US" noProof="0"/>
              <a:t>レベル</a:t>
            </a:r>
          </a:p>
          <a:p>
            <a:pPr lvl="2"/>
            <a:r>
              <a:rPr lang="ja-JP" altLang="en-US" noProof="0"/>
              <a:t>第 </a:t>
            </a:r>
            <a:r>
              <a:rPr lang="en-US" noProof="0"/>
              <a:t>3 </a:t>
            </a:r>
            <a:r>
              <a:rPr lang="ja-JP" altLang="en-US" noProof="0"/>
              <a:t>レベル</a:t>
            </a:r>
          </a:p>
          <a:p>
            <a:pPr lvl="3"/>
            <a:r>
              <a:rPr lang="ja-JP" altLang="en-US" noProof="0"/>
              <a:t>第 </a:t>
            </a:r>
            <a:r>
              <a:rPr lang="en-US" noProof="0"/>
              <a:t>4 </a:t>
            </a:r>
            <a:r>
              <a:rPr lang="ja-JP" altLang="en-US" noProof="0"/>
              <a:t>レベル</a:t>
            </a:r>
          </a:p>
          <a:p>
            <a:pPr lvl="4"/>
            <a:r>
              <a:rPr lang="ja-JP" altLang="en-US" noProof="0"/>
              <a:t>第 </a:t>
            </a:r>
            <a:r>
              <a:rPr lang="en-US" noProof="0"/>
              <a:t>5 </a:t>
            </a:r>
            <a:r>
              <a:rPr lang="ja-JP" altLang="en-US" noProof="0"/>
              <a:t>レベル</a:t>
            </a:r>
          </a:p>
        </p:txBody>
      </p:sp>
      <p:sp>
        <p:nvSpPr>
          <p:cNvPr id="4102" name="Rectangle 6"/>
          <p:cNvSpPr>
            <a:spLocks noGrp="1" noChangeArrowheads="1"/>
          </p:cNvSpPr>
          <p:nvPr>
            <p:ph type="ftr" sz="quarter" idx="4"/>
          </p:nvPr>
        </p:nvSpPr>
        <p:spPr bwMode="auto">
          <a:xfrm>
            <a:off x="2"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defTabSz="908856">
              <a:defRPr kumimoji="0">
                <a:latin typeface="Times New Roman" pitchFamily="18" charset="0"/>
                <a:ea typeface="ＭＳ Ｐゴシック" pitchFamily="50" charset="-128"/>
              </a:defRPr>
            </a:lvl1pPr>
          </a:lstStyle>
          <a:p>
            <a:pPr>
              <a:defRPr/>
            </a:pPr>
            <a:endParaRPr lang="en-US"/>
          </a:p>
        </p:txBody>
      </p:sp>
      <p:sp>
        <p:nvSpPr>
          <p:cNvPr id="4103" name="Rectangle 7"/>
          <p:cNvSpPr>
            <a:spLocks noGrp="1" noChangeArrowheads="1"/>
          </p:cNvSpPr>
          <p:nvPr>
            <p:ph type="sldNum" sz="quarter" idx="5"/>
          </p:nvPr>
        </p:nvSpPr>
        <p:spPr bwMode="auto">
          <a:xfrm>
            <a:off x="3853978" y="9445085"/>
            <a:ext cx="2951637" cy="494257"/>
          </a:xfrm>
          <a:prstGeom prst="rect">
            <a:avLst/>
          </a:prstGeom>
          <a:noFill/>
          <a:ln w="9525">
            <a:noFill/>
            <a:miter lim="800000"/>
            <a:headEnd/>
            <a:tailEnd/>
          </a:ln>
        </p:spPr>
        <p:txBody>
          <a:bodyPr vert="horz" wrap="square" lIns="90587" tIns="45295" rIns="90587" bIns="45295" numCol="1" anchor="b" anchorCtr="0" compatLnSpc="1">
            <a:prstTxWarp prst="textNoShape">
              <a:avLst/>
            </a:prstTxWarp>
          </a:bodyPr>
          <a:lstStyle>
            <a:lvl1pPr algn="r" defTabSz="908856">
              <a:defRPr kumimoji="0">
                <a:latin typeface="Times New Roman" pitchFamily="18" charset="0"/>
                <a:ea typeface="ＭＳ Ｐゴシック" pitchFamily="50" charset="-128"/>
              </a:defRPr>
            </a:lvl1pPr>
          </a:lstStyle>
          <a:p>
            <a:pPr>
              <a:defRPr/>
            </a:pPr>
            <a:fld id="{CA73974C-908A-44C4-AABB-E2964FDD6C84}" type="slidenum">
              <a:rPr lang="en-US"/>
              <a:pPr>
                <a:defRPr/>
              </a:pPr>
              <a:t>‹#›</a:t>
            </a:fld>
            <a:endParaRPr lang="en-US"/>
          </a:p>
        </p:txBody>
      </p:sp>
    </p:spTree>
    <p:extLst>
      <p:ext uri="{BB962C8B-B14F-4D97-AF65-F5344CB8AC3E}">
        <p14:creationId xmlns:p14="http://schemas.microsoft.com/office/powerpoint/2010/main" val="371172765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A3E38-45BC-3CAC-CF78-09826CE9B2C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5E1136-FB65-3FD8-1194-5E4449BFFE60}"/>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384E7668-D5C1-2CBD-1CA5-DC6A0F2139E2}"/>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1</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F85EF47E-1E5B-EC82-CD02-527F16B9B019}"/>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154300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F980-512B-3AFF-19F6-9EE746E76E3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33D482D-A6E4-A19C-C8FD-1AE691AA8C90}"/>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8A5844C5-96DB-668A-E965-99E882C67875}"/>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2</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1939C022-9F0C-B7BE-5636-9CE4235ADD96}"/>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270191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CB4C1-E383-5CF7-03A7-81DD5E5D5D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17F79F1-42F1-E2A9-315A-845E91FBDFED}"/>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D6271F11-938A-F181-0ECB-8E24B2923972}"/>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3</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4AAA6C0E-4CFC-3DD1-CE30-1F765AC9915E}"/>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443525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5A681-56CE-AF12-D4A8-DB4A3EC4DB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9293B7-CBE7-A3AF-7629-0A250874A834}"/>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363F8D0B-5FED-77F7-A689-5AA5CD1AE91E}"/>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4</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D3599E83-4B00-29AE-0CFB-CB5B27FC4B12}"/>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3366811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4" name="スライド番号プレースホルダー 3"/>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5</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11589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AE6F4-9B56-C072-41F1-72A6D05F05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388C82-84F6-9DD8-F5A2-154BF3974E29}"/>
              </a:ext>
            </a:extLst>
          </p:cNvPr>
          <p:cNvSpPr>
            <a:spLocks noGrp="1" noRot="1" noChangeAspect="1"/>
          </p:cNvSpPr>
          <p:nvPr>
            <p:ph type="sldImg"/>
          </p:nvPr>
        </p:nvSpPr>
        <p:spPr/>
      </p:sp>
      <p:sp>
        <p:nvSpPr>
          <p:cNvPr id="4" name="スライド番号プレースホルダー 3">
            <a:extLst>
              <a:ext uri="{FF2B5EF4-FFF2-40B4-BE49-F238E27FC236}">
                <a16:creationId xmlns:a16="http://schemas.microsoft.com/office/drawing/2014/main" id="{FBDC5CF0-C9B1-62A6-FC08-D817A41BCC86}"/>
              </a:ext>
            </a:extLst>
          </p:cNvPr>
          <p:cNvSpPr>
            <a:spLocks noGrp="1"/>
          </p:cNvSpPr>
          <p:nvPr>
            <p:ph type="sldNum" sz="quarter" idx="10"/>
          </p:nvPr>
        </p:nvSpPr>
        <p:spPr/>
        <p:txBody>
          <a:bodyPr/>
          <a:lstStyle/>
          <a:p>
            <a:pPr marL="0" marR="0" lvl="0" indent="0" algn="r" defTabSz="906140" rtl="0" eaLnBrk="1" fontAlgn="base" latinLnBrk="0" hangingPunct="1">
              <a:lnSpc>
                <a:spcPct val="100000"/>
              </a:lnSpc>
              <a:spcBef>
                <a:spcPct val="0"/>
              </a:spcBef>
              <a:spcAft>
                <a:spcPct val="0"/>
              </a:spcAft>
              <a:buClrTx/>
              <a:buSzTx/>
              <a:buFontTx/>
              <a:buNone/>
              <a:tabLst/>
              <a:defRPr/>
            </a:pPr>
            <a:fld id="{A109F90D-BFEC-4F7D-AB5B-9185A4D85581}" type="slidenum">
              <a:rPr kumimoji="1" lang="en-US" sz="1200" b="0" i="0" u="none" strike="noStrike" kern="1200" cap="none" spc="0" normalizeH="0" baseline="0" noProof="0" smtClean="0">
                <a:ln>
                  <a:noFill/>
                </a:ln>
                <a:solidFill>
                  <a:srgbClr val="000000"/>
                </a:solidFill>
                <a:effectLst/>
                <a:uLnTx/>
                <a:uFillTx/>
                <a:latin typeface="Times New Roman" pitchFamily="18" charset="0"/>
                <a:ea typeface="ＭＳ Ｐゴシック" pitchFamily="50" charset="-128"/>
                <a:cs typeface="+mn-cs"/>
              </a:rPr>
              <a:pPr marL="0" marR="0" lvl="0" indent="0" algn="r" defTabSz="906140" rtl="0" eaLnBrk="1" fontAlgn="base" latinLnBrk="0" hangingPunct="1">
                <a:lnSpc>
                  <a:spcPct val="100000"/>
                </a:lnSpc>
                <a:spcBef>
                  <a:spcPct val="0"/>
                </a:spcBef>
                <a:spcAft>
                  <a:spcPct val="0"/>
                </a:spcAft>
                <a:buClrTx/>
                <a:buSzTx/>
                <a:buFontTx/>
                <a:buNone/>
                <a:tabLst/>
                <a:defRPr/>
              </a:pPr>
              <a:t>6</a:t>
            </a:fld>
            <a:endParaRPr kumimoji="1" lang="en-US" sz="1200" b="0" i="0" u="none" strike="noStrike" kern="1200" cap="none" spc="0" normalizeH="0" baseline="0" noProof="0" dirty="0">
              <a:ln>
                <a:noFill/>
              </a:ln>
              <a:solidFill>
                <a:srgbClr val="000000"/>
              </a:solidFill>
              <a:effectLst/>
              <a:uLnTx/>
              <a:uFillTx/>
              <a:latin typeface="Times New Roman" pitchFamily="18" charset="0"/>
              <a:ea typeface="ＭＳ Ｐゴシック" pitchFamily="50" charset="-128"/>
              <a:cs typeface="+mn-cs"/>
            </a:endParaRPr>
          </a:p>
        </p:txBody>
      </p:sp>
      <p:sp>
        <p:nvSpPr>
          <p:cNvPr id="5" name="ノート プレースホルダー 4">
            <a:extLst>
              <a:ext uri="{FF2B5EF4-FFF2-40B4-BE49-F238E27FC236}">
                <a16:creationId xmlns:a16="http://schemas.microsoft.com/office/drawing/2014/main" id="{1D9FAC76-9CA3-F9E8-D4AC-E9644E1825EF}"/>
              </a:ext>
            </a:extLst>
          </p:cNvPr>
          <p:cNvSpPr>
            <a:spLocks noGrp="1"/>
          </p:cNvSpPr>
          <p:nvPr>
            <p:ph type="body" sz="quarter" idx="1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kumimoji="1" lang="ja-JP" altLang="en-US" sz="700" b="0" dirty="0">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7512288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 サブタイトルの書式設定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
        <p:nvSpPr>
          <p:cNvPr id="3" name="テキスト ボックス 2"/>
          <p:cNvSpPr txBox="1"/>
          <p:nvPr userDrawn="1"/>
        </p:nvSpPr>
        <p:spPr>
          <a:xfrm>
            <a:off x="1136576" y="1340768"/>
            <a:ext cx="2304256" cy="184666"/>
          </a:xfrm>
          <a:prstGeom prst="rect">
            <a:avLst/>
          </a:prstGeom>
          <a:solidFill>
            <a:schemeClr val="bg1"/>
          </a:solidFill>
        </p:spPr>
        <p:txBody>
          <a:bodyPr wrap="square" rtlCol="0">
            <a:spAutoFit/>
          </a:bodyPr>
          <a:lstStyle/>
          <a:p>
            <a:pPr algn="r"/>
            <a:endParaRPr kumimoji="1" lang="ja-JP" altLang="en-US" sz="600" dirty="0"/>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6628" name="Rectangle 4"/>
          <p:cNvSpPr>
            <a:spLocks noGrp="1" noChangeArrowheads="1"/>
          </p:cNvSpPr>
          <p:nvPr>
            <p:ph type="ctrTitle" sz="quarter"/>
          </p:nvPr>
        </p:nvSpPr>
        <p:spPr>
          <a:xfrm>
            <a:off x="908050" y="2286000"/>
            <a:ext cx="8420100" cy="1143000"/>
          </a:xfrm>
          <a:prstGeom prst="rect">
            <a:avLst/>
          </a:prstGeom>
        </p:spPr>
        <p:txBody>
          <a:bodyPr/>
          <a:lstStyle>
            <a:lvl1pPr>
              <a:defRPr/>
            </a:lvl1pPr>
          </a:lstStyle>
          <a:p>
            <a:r>
              <a:rPr lang="ja-JP" altLang="en-US"/>
              <a:t>マスタ タイトルの書式設定</a:t>
            </a:r>
          </a:p>
        </p:txBody>
      </p:sp>
      <p:sp>
        <p:nvSpPr>
          <p:cNvPr id="26629" name="Rectangle 5"/>
          <p:cNvSpPr>
            <a:spLocks noGrp="1" noChangeArrowheads="1"/>
          </p:cNvSpPr>
          <p:nvPr>
            <p:ph type="subTitle" sz="quarter" idx="1"/>
          </p:nvPr>
        </p:nvSpPr>
        <p:spPr>
          <a:xfrm>
            <a:off x="2228850" y="4114800"/>
            <a:ext cx="6934200" cy="1754188"/>
          </a:xfrm>
        </p:spPr>
        <p:txBody>
          <a:bodyPr/>
          <a:lstStyle>
            <a:lvl1pPr marL="0" indent="0" algn="ctr">
              <a:buFont typeface="Wingdings" pitchFamily="2" charset="2"/>
              <a:buNone/>
              <a:defRPr b="0">
                <a:latin typeface="Times New Roman" pitchFamily="18" charset="0"/>
              </a:defRPr>
            </a:lvl1pPr>
          </a:lstStyle>
          <a:p>
            <a:r>
              <a:rPr lang="ja-JP" altLang="en-US"/>
              <a:t>マスタ サブタイトルの書式設定</a:t>
            </a:r>
          </a:p>
        </p:txBody>
      </p:sp>
      <p:sp>
        <p:nvSpPr>
          <p:cNvPr id="4" name="Rectangle 7"/>
          <p:cNvSpPr>
            <a:spLocks noGrp="1" noChangeArrowheads="1"/>
          </p:cNvSpPr>
          <p:nvPr>
            <p:ph type="ftr" sz="quarter" idx="10"/>
          </p:nvPr>
        </p:nvSpPr>
        <p:spPr/>
        <p:txBody>
          <a:bodyPr/>
          <a:lstStyle>
            <a:lvl1pPr>
              <a:defRPr/>
            </a:lvl1pPr>
          </a:lstStyle>
          <a:p>
            <a:pPr>
              <a:defRPr/>
            </a:pPr>
            <a:endParaRPr lang="en-US" altLang="ja-JP" dirty="0">
              <a:solidFill>
                <a:prstClr val="black"/>
              </a:solidFill>
            </a:endParaRPr>
          </a:p>
        </p:txBody>
      </p:sp>
      <p:sp>
        <p:nvSpPr>
          <p:cNvPr id="5"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srgbClr val="000000"/>
              </a:solidFill>
            </a:endParaRPr>
          </a:p>
        </p:txBody>
      </p:sp>
    </p:spTree>
    <p:extLst>
      <p:ext uri="{BB962C8B-B14F-4D97-AF65-F5344CB8AC3E}">
        <p14:creationId xmlns:p14="http://schemas.microsoft.com/office/powerpoint/2010/main" val="2104248007"/>
      </p:ext>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42950" y="836712"/>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2701259053"/>
      </p:ext>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a:prstGeom prst="rect">
            <a:avLst/>
          </a:prstGeo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077368376"/>
      </p:ext>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dirty="0"/>
              <a:t>マスタ タイトルの書式設定</a:t>
            </a:r>
          </a:p>
        </p:txBody>
      </p:sp>
      <p:sp>
        <p:nvSpPr>
          <p:cNvPr id="3" name="コンテンツ プレースホルダ 2"/>
          <p:cNvSpPr>
            <a:spLocks noGrp="1"/>
          </p:cNvSpPr>
          <p:nvPr>
            <p:ph sz="half" idx="1"/>
          </p:nvPr>
        </p:nvSpPr>
        <p:spPr>
          <a:xfrm>
            <a:off x="742950"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400675" y="1981200"/>
            <a:ext cx="45053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282817704"/>
      </p:ext>
    </p:extLst>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83040506"/>
      </p:ext>
    </p:extLst>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657118604"/>
      </p:ext>
    </p:extLst>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5611283"/>
      </p:ext>
    </p:extLst>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a:prstGeom prst="rect">
            <a:avLst/>
          </a:prstGeo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044500279"/>
      </p:ext>
    </p:extLst>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a:prstGeom prst="rect">
            <a:avLst/>
          </a:prstGeo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3926715062"/>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344488" y="333375"/>
            <a:ext cx="8420100" cy="839788"/>
          </a:xfrm>
          <a:prstGeom prst="rect">
            <a:avLst/>
          </a:prstGeom>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1547267655"/>
      </p:ext>
    </p:extLst>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516813" y="333375"/>
            <a:ext cx="2389187" cy="5762625"/>
          </a:xfrm>
          <a:prstGeom prst="rect">
            <a:avLst/>
          </a:prstGeo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344488" y="333375"/>
            <a:ext cx="7019925" cy="57626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4061306440"/>
      </p:ext>
    </p:extLst>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objOnly" preserve="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344488" y="333375"/>
            <a:ext cx="9561512" cy="5762625"/>
          </a:xfrm>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 name="Rectangle 9"/>
          <p:cNvSpPr>
            <a:spLocks noGrp="1" noChangeArrowheads="1"/>
          </p:cNvSpPr>
          <p:nvPr>
            <p:ph type="ftr" sz="quarter" idx="10"/>
          </p:nvPr>
        </p:nvSpPr>
        <p:spPr>
          <a:ln/>
        </p:spPr>
        <p:txBody>
          <a:bodyPr/>
          <a:lstStyle>
            <a:lvl1pPr>
              <a:defRPr/>
            </a:lvl1pPr>
          </a:lstStyle>
          <a:p>
            <a:pPr>
              <a:defRPr/>
            </a:pPr>
            <a:endParaRPr lang="en-US" altLang="ja-JP" dirty="0">
              <a:solidFill>
                <a:prstClr val="black"/>
              </a:solidFill>
            </a:endParaRPr>
          </a:p>
        </p:txBody>
      </p:sp>
    </p:spTree>
    <p:extLst>
      <p:ext uri="{BB962C8B-B14F-4D97-AF65-F5344CB8AC3E}">
        <p14:creationId xmlns:p14="http://schemas.microsoft.com/office/powerpoint/2010/main" val="742398641"/>
      </p:ext>
    </p:extLst>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4" name="Rectangle 56"/>
          <p:cNvSpPr>
            <a:spLocks noChangeArrowheads="1"/>
          </p:cNvSpPr>
          <p:nvPr userDrawn="1"/>
        </p:nvSpPr>
        <p:spPr bwMode="gray">
          <a:xfrm>
            <a:off x="0" y="5949950"/>
            <a:ext cx="9906000" cy="9080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AutoShape 17"/>
          <p:cNvSpPr>
            <a:spLocks noChangeArrowheads="1"/>
          </p:cNvSpPr>
          <p:nvPr/>
        </p:nvSpPr>
        <p:spPr bwMode="gray">
          <a:xfrm rot="10800000" flipH="1">
            <a:off x="4763" y="3398838"/>
            <a:ext cx="423862" cy="390525"/>
          </a:xfrm>
          <a:prstGeom prst="rtTriangle">
            <a:avLst/>
          </a:prstGeom>
          <a:solidFill>
            <a:schemeClr val="bg1"/>
          </a:solidFill>
          <a:ln w="9525">
            <a:solidFill>
              <a:schemeClr val="bg1"/>
            </a:solidFill>
            <a:miter lim="800000"/>
            <a:headEnd/>
            <a:tailEnd/>
          </a:ln>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54"/>
          <p:cNvSpPr>
            <a:spLocks noChangeArrowheads="1"/>
          </p:cNvSpPr>
          <p:nvPr userDrawn="1"/>
        </p:nvSpPr>
        <p:spPr bwMode="gray">
          <a:xfrm>
            <a:off x="703263" y="3502025"/>
            <a:ext cx="9164637" cy="71438"/>
          </a:xfrm>
          <a:prstGeom prst="rect">
            <a:avLst/>
          </a:prstGeom>
          <a:gradFill rotWithShape="1">
            <a:gsLst>
              <a:gs pos="0">
                <a:srgbClr val="6699FF"/>
              </a:gs>
              <a:gs pos="100000">
                <a:srgbClr val="CDDEFF">
                  <a:alpha val="71999"/>
                </a:srgbClr>
              </a:gs>
            </a:gsLst>
            <a:lin ang="18900000" scaled="1"/>
          </a:gradFill>
          <a:ln>
            <a:noFill/>
          </a:ln>
          <a:effectLst>
            <a:outerShdw dist="56796" dir="1593903"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7" name="Rectangle 49"/>
          <p:cNvSpPr>
            <a:spLocks noChangeArrowheads="1"/>
          </p:cNvSpPr>
          <p:nvPr userDrawn="1"/>
        </p:nvSpPr>
        <p:spPr bwMode="auto">
          <a:xfrm>
            <a:off x="1052513" y="2492375"/>
            <a:ext cx="233362" cy="1223963"/>
          </a:xfrm>
          <a:prstGeom prst="rect">
            <a:avLst/>
          </a:prstGeom>
          <a:gradFill rotWithShape="1">
            <a:gsLst>
              <a:gs pos="0">
                <a:srgbClr val="BED4FF"/>
              </a:gs>
              <a:gs pos="100000">
                <a:srgbClr val="578FFF"/>
              </a:gs>
            </a:gsLst>
            <a:lin ang="5400000" scaled="1"/>
          </a:gra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8" name="Rectangle 75" descr="横線"/>
          <p:cNvSpPr>
            <a:spLocks noChangeArrowheads="1"/>
          </p:cNvSpPr>
          <p:nvPr userDrawn="1"/>
        </p:nvSpPr>
        <p:spPr bwMode="auto">
          <a:xfrm>
            <a:off x="0" y="4763"/>
            <a:ext cx="9906000" cy="400050"/>
          </a:xfrm>
          <a:prstGeom prst="rect">
            <a:avLst/>
          </a:prstGeom>
          <a:pattFill prst="ltHorz">
            <a:fgClr>
              <a:srgbClr val="6699FF"/>
            </a:fgClr>
            <a:bgClr>
              <a:srgbClr val="E5EE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r" eaLnBrk="1" hangingPunct="1">
              <a:defRPr/>
            </a:pPr>
            <a:endParaRPr lang="ja-JP" altLang="ja-JP" b="1">
              <a:solidFill>
                <a:prstClr val="white"/>
              </a:solidFill>
              <a:latin typeface="Century Gothic" pitchFamily="34" charset="0"/>
              <a:ea typeface="SimHei" pitchFamily="2" charset="-122"/>
            </a:endParaRPr>
          </a:p>
        </p:txBody>
      </p:sp>
      <p:sp>
        <p:nvSpPr>
          <p:cNvPr id="9" name="Rectangle 55"/>
          <p:cNvSpPr>
            <a:spLocks noChangeArrowheads="1"/>
          </p:cNvSpPr>
          <p:nvPr userDrawn="1"/>
        </p:nvSpPr>
        <p:spPr bwMode="gray">
          <a:xfrm>
            <a:off x="7927975" y="0"/>
            <a:ext cx="87313" cy="6851650"/>
          </a:xfrm>
          <a:prstGeom prst="rect">
            <a:avLst/>
          </a:prstGeom>
          <a:gradFill rotWithShape="1">
            <a:gsLst>
              <a:gs pos="0">
                <a:srgbClr val="6699FF"/>
              </a:gs>
              <a:gs pos="100000">
                <a:srgbClr val="CDDEFF">
                  <a:alpha val="71999"/>
                </a:srgbClr>
              </a:gs>
            </a:gsLst>
            <a:lin ang="18900000" scaled="1"/>
          </a:gra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nvGrpSpPr>
          <p:cNvPr id="10" name="Group 79"/>
          <p:cNvGrpSpPr>
            <a:grpSpLocks/>
          </p:cNvGrpSpPr>
          <p:nvPr userDrawn="1"/>
        </p:nvGrpSpPr>
        <p:grpSpPr bwMode="auto">
          <a:xfrm>
            <a:off x="168275" y="514350"/>
            <a:ext cx="647700" cy="647700"/>
            <a:chOff x="158" y="164"/>
            <a:chExt cx="545" cy="545"/>
          </a:xfrm>
        </p:grpSpPr>
        <p:sp>
          <p:nvSpPr>
            <p:cNvPr id="11" name="Rectangle 80"/>
            <p:cNvSpPr>
              <a:spLocks noChangeArrowheads="1"/>
            </p:cNvSpPr>
            <p:nvPr userDrawn="1"/>
          </p:nvSpPr>
          <p:spPr bwMode="auto">
            <a:xfrm rot="10800000">
              <a:off x="483"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2" name="Rectangle 81"/>
            <p:cNvSpPr>
              <a:spLocks noChangeArrowheads="1"/>
            </p:cNvSpPr>
            <p:nvPr userDrawn="1"/>
          </p:nvSpPr>
          <p:spPr bwMode="auto">
            <a:xfrm rot="10800000">
              <a:off x="374" y="380"/>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3" name="Rectangle 82"/>
            <p:cNvSpPr>
              <a:spLocks noChangeArrowheads="1"/>
            </p:cNvSpPr>
            <p:nvPr userDrawn="1"/>
          </p:nvSpPr>
          <p:spPr bwMode="auto">
            <a:xfrm rot="10800000">
              <a:off x="374" y="164"/>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4" name="Rectangle 83"/>
            <p:cNvSpPr>
              <a:spLocks noChangeArrowheads="1"/>
            </p:cNvSpPr>
            <p:nvPr userDrawn="1"/>
          </p:nvSpPr>
          <p:spPr bwMode="auto">
            <a:xfrm rot="10800000">
              <a:off x="266" y="272"/>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5" name="Rectangle 84"/>
            <p:cNvSpPr>
              <a:spLocks noChangeArrowheads="1"/>
            </p:cNvSpPr>
            <p:nvPr userDrawn="1"/>
          </p:nvSpPr>
          <p:spPr bwMode="auto">
            <a:xfrm rot="10800000">
              <a:off x="158" y="595"/>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6" name="Rectangle 85"/>
            <p:cNvSpPr>
              <a:spLocks noChangeArrowheads="1"/>
            </p:cNvSpPr>
            <p:nvPr userDrawn="1"/>
          </p:nvSpPr>
          <p:spPr bwMode="auto">
            <a:xfrm rot="10800000">
              <a:off x="158" y="164"/>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7" name="Rectangle 86"/>
            <p:cNvSpPr>
              <a:spLocks noChangeArrowheads="1"/>
            </p:cNvSpPr>
            <p:nvPr userDrawn="1"/>
          </p:nvSpPr>
          <p:spPr bwMode="auto">
            <a:xfrm rot="10800000">
              <a:off x="591" y="164"/>
              <a:ext cx="108" cy="108"/>
            </a:xfrm>
            <a:prstGeom prst="rect">
              <a:avLst/>
            </a:prstGeom>
            <a:solidFill>
              <a:srgbClr val="E5E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8" name="Rectangle 87"/>
            <p:cNvSpPr>
              <a:spLocks noChangeArrowheads="1"/>
            </p:cNvSpPr>
            <p:nvPr userDrawn="1"/>
          </p:nvSpPr>
          <p:spPr bwMode="auto">
            <a:xfrm rot="10800000">
              <a:off x="266"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19" name="Rectangle 88"/>
            <p:cNvSpPr>
              <a:spLocks noChangeArrowheads="1"/>
            </p:cNvSpPr>
            <p:nvPr userDrawn="1"/>
          </p:nvSpPr>
          <p:spPr bwMode="auto">
            <a:xfrm rot="10800000">
              <a:off x="158" y="380"/>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0" name="Rectangle 89"/>
            <p:cNvSpPr>
              <a:spLocks noChangeArrowheads="1"/>
            </p:cNvSpPr>
            <p:nvPr userDrawn="1"/>
          </p:nvSpPr>
          <p:spPr bwMode="auto">
            <a:xfrm rot="10800000">
              <a:off x="593" y="380"/>
              <a:ext cx="108" cy="108"/>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1" name="Rectangle 90"/>
            <p:cNvSpPr>
              <a:spLocks noChangeArrowheads="1"/>
            </p:cNvSpPr>
            <p:nvPr userDrawn="1"/>
          </p:nvSpPr>
          <p:spPr bwMode="auto">
            <a:xfrm rot="10800000">
              <a:off x="485" y="489"/>
              <a:ext cx="108" cy="107"/>
            </a:xfrm>
            <a:prstGeom prst="rect">
              <a:avLst/>
            </a:prstGeom>
            <a:solidFill>
              <a:srgbClr val="CDDE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2" name="Rectangle 91"/>
            <p:cNvSpPr>
              <a:spLocks noChangeArrowheads="1"/>
            </p:cNvSpPr>
            <p:nvPr userDrawn="1"/>
          </p:nvSpPr>
          <p:spPr bwMode="auto">
            <a:xfrm rot="10800000">
              <a:off x="377" y="595"/>
              <a:ext cx="108" cy="108"/>
            </a:xfrm>
            <a:prstGeom prst="rect">
              <a:avLst/>
            </a:prstGeom>
            <a:solidFill>
              <a:srgbClr val="9FBF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23" name="Rectangle 92"/>
            <p:cNvSpPr>
              <a:spLocks noChangeArrowheads="1"/>
            </p:cNvSpPr>
            <p:nvPr userDrawn="1"/>
          </p:nvSpPr>
          <p:spPr bwMode="auto">
            <a:xfrm rot="10800000">
              <a:off x="595" y="601"/>
              <a:ext cx="108" cy="108"/>
            </a:xfrm>
            <a:prstGeom prst="rect">
              <a:avLst/>
            </a:prstGeom>
            <a:solidFill>
              <a:srgbClr val="6699FF"/>
            </a:solidFill>
            <a:ln>
              <a:noFill/>
            </a:ln>
            <a:effectLst>
              <a:outerShdw dist="35921" dir="2700000" algn="ctr" rotWithShape="0">
                <a:srgbClr val="E5EEFF"/>
              </a:outerShdw>
            </a:effectLst>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grpSp>
      <p:sp>
        <p:nvSpPr>
          <p:cNvPr id="3115" name="Rectangle 43"/>
          <p:cNvSpPr>
            <a:spLocks noGrp="1" noChangeArrowheads="1"/>
          </p:cNvSpPr>
          <p:nvPr>
            <p:ph type="ctrTitle"/>
          </p:nvPr>
        </p:nvSpPr>
        <p:spPr>
          <a:xfrm>
            <a:off x="1064568" y="2246313"/>
            <a:ext cx="7256463" cy="1470025"/>
          </a:xfrm>
        </p:spPr>
        <p:txBody>
          <a:bodyPr/>
          <a:lstStyle>
            <a:lvl1pPr algn="ctr">
              <a:defRPr sz="2800" b="1"/>
            </a:lvl1pPr>
          </a:lstStyle>
          <a:p>
            <a:r>
              <a:rPr lang="ja-JP" altLang="en-US"/>
              <a:t>マスタ タイトルの書式設定</a:t>
            </a:r>
          </a:p>
        </p:txBody>
      </p:sp>
      <p:sp>
        <p:nvSpPr>
          <p:cNvPr id="3116" name="Rectangle 44"/>
          <p:cNvSpPr>
            <a:spLocks noGrp="1" noChangeArrowheads="1"/>
          </p:cNvSpPr>
          <p:nvPr>
            <p:ph type="subTitle" idx="1"/>
          </p:nvPr>
        </p:nvSpPr>
        <p:spPr>
          <a:xfrm>
            <a:off x="1485900" y="5445125"/>
            <a:ext cx="6934200" cy="431800"/>
          </a:xfrm>
        </p:spPr>
        <p:txBody>
          <a:bodyPr/>
          <a:lstStyle>
            <a:lvl1pPr marL="0" indent="0" algn="ctr">
              <a:buFontTx/>
              <a:buNone/>
              <a:defRPr sz="1600"/>
            </a:lvl1pPr>
          </a:lstStyle>
          <a:p>
            <a:r>
              <a:rPr lang="ja-JP" altLang="en-US"/>
              <a:t>マスタ サブタイトルの書式設定</a:t>
            </a:r>
          </a:p>
        </p:txBody>
      </p:sp>
      <p:sp>
        <p:nvSpPr>
          <p:cNvPr id="24" name="Rectangle 45"/>
          <p:cNvSpPr>
            <a:spLocks noGrp="1" noChangeArrowheads="1"/>
          </p:cNvSpPr>
          <p:nvPr>
            <p:ph type="dt" sz="half" idx="10"/>
          </p:nvPr>
        </p:nvSpPr>
        <p:spPr>
          <a:xfrm>
            <a:off x="1285875" y="6165850"/>
            <a:ext cx="2311400" cy="476250"/>
          </a:xfrm>
          <a:prstGeom prst="rect">
            <a:avLst/>
          </a:prstGeom>
        </p:spPr>
        <p:txBody>
          <a:bodyPr anchor="t"/>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endParaRPr lang="en-US" altLang="ja-JP">
              <a:solidFill>
                <a:prstClr val="black"/>
              </a:solidFill>
            </a:endParaRPr>
          </a:p>
        </p:txBody>
      </p:sp>
      <p:sp>
        <p:nvSpPr>
          <p:cNvPr id="25" name="Rectangle 46"/>
          <p:cNvSpPr>
            <a:spLocks noGrp="1" noChangeArrowheads="1"/>
          </p:cNvSpPr>
          <p:nvPr>
            <p:ph type="ftr" sz="quarter" idx="11"/>
          </p:nvPr>
        </p:nvSpPr>
        <p:spPr bwMode="auto">
          <a:xfrm>
            <a:off x="3376613" y="6165850"/>
            <a:ext cx="3136900" cy="4762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400">
                <a:latin typeface="ＭＳ Ｐゴシック" pitchFamily="50" charset="-128"/>
                <a:ea typeface="ＭＳ Ｐゴシック" pitchFamily="50" charset="-128"/>
              </a:defRPr>
            </a:lvl1pPr>
          </a:lstStyle>
          <a:p>
            <a:pPr>
              <a:defRPr/>
            </a:pPr>
            <a:endParaRPr lang="en-US" altLang="ja-JP">
              <a:solidFill>
                <a:prstClr val="black"/>
              </a:solidFill>
            </a:endParaRPr>
          </a:p>
        </p:txBody>
      </p:sp>
    </p:spTree>
    <p:extLst>
      <p:ext uri="{BB962C8B-B14F-4D97-AF65-F5344CB8AC3E}">
        <p14:creationId xmlns:p14="http://schemas.microsoft.com/office/powerpoint/2010/main" val="35817495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Rectangle 165"/>
          <p:cNvSpPr>
            <a:spLocks noChangeArrowheads="1"/>
          </p:cNvSpPr>
          <p:nvPr userDrawn="1"/>
        </p:nvSpPr>
        <p:spPr bwMode="gray">
          <a:xfrm>
            <a:off x="0" y="6669088"/>
            <a:ext cx="9906000" cy="196850"/>
          </a:xfrm>
          <a:prstGeom prst="rect">
            <a:avLst/>
          </a:prstGeom>
          <a:gradFill rotWithShape="1">
            <a:gsLst>
              <a:gs pos="0">
                <a:srgbClr val="CCECFF">
                  <a:alpha val="4999"/>
                </a:srgbClr>
              </a:gs>
              <a:gs pos="100000">
                <a:srgbClr val="6699FF">
                  <a:alpha val="39998"/>
                </a:srgbClr>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5" name="Rectangle 172"/>
          <p:cNvSpPr>
            <a:spLocks noChangeArrowheads="1"/>
          </p:cNvSpPr>
          <p:nvPr userDrawn="1"/>
        </p:nvSpPr>
        <p:spPr bwMode="gray">
          <a:xfrm>
            <a:off x="273050" y="404813"/>
            <a:ext cx="9632950" cy="71437"/>
          </a:xfrm>
          <a:prstGeom prst="rect">
            <a:avLst/>
          </a:prstGeom>
          <a:gradFill rotWithShape="1">
            <a:gsLst>
              <a:gs pos="0">
                <a:schemeClr val="bg1">
                  <a:alpha val="71999"/>
                </a:schemeClr>
              </a:gs>
              <a:gs pos="100000">
                <a:srgbClr val="6699FF"/>
              </a:gs>
            </a:gsLst>
            <a:lin ang="27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ja-JP" altLang="en-US" sz="1400" b="1">
              <a:solidFill>
                <a:prstClr val="black"/>
              </a:solidFill>
            </a:endParaRPr>
          </a:p>
        </p:txBody>
      </p:sp>
      <p:sp>
        <p:nvSpPr>
          <p:cNvPr id="6" name="Rectangle 177"/>
          <p:cNvSpPr>
            <a:spLocks noChangeArrowheads="1"/>
          </p:cNvSpPr>
          <p:nvPr userDrawn="1"/>
        </p:nvSpPr>
        <p:spPr bwMode="auto">
          <a:xfrm>
            <a:off x="2289175" y="6337300"/>
            <a:ext cx="53467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a:solidFill>
                  <a:schemeClr val="tx1"/>
                </a:solidFill>
                <a:latin typeface="ＭＳ Ｐゴシック" charset="-128"/>
                <a:ea typeface="ＭＳ Ｐゴシック" charset="-128"/>
              </a:defRPr>
            </a:lvl1pPr>
            <a:lvl2pPr marL="742950" indent="-285750" eaLnBrk="0" hangingPunct="0">
              <a:defRPr kumimoji="1" sz="1200">
                <a:solidFill>
                  <a:schemeClr val="tx1"/>
                </a:solidFill>
                <a:latin typeface="ＭＳ Ｐゴシック" charset="-128"/>
                <a:ea typeface="ＭＳ Ｐゴシック" charset="-128"/>
              </a:defRPr>
            </a:lvl2pPr>
            <a:lvl3pPr marL="1143000" indent="-228600" eaLnBrk="0" hangingPunct="0">
              <a:defRPr kumimoji="1" sz="1200">
                <a:solidFill>
                  <a:schemeClr val="tx1"/>
                </a:solidFill>
                <a:latin typeface="ＭＳ Ｐゴシック" charset="-128"/>
                <a:ea typeface="ＭＳ Ｐゴシック" charset="-128"/>
              </a:defRPr>
            </a:lvl3pPr>
            <a:lvl4pPr marL="1600200" indent="-228600" eaLnBrk="0" hangingPunct="0">
              <a:defRPr kumimoji="1" sz="1200">
                <a:solidFill>
                  <a:schemeClr val="tx1"/>
                </a:solidFill>
                <a:latin typeface="ＭＳ Ｐゴシック" charset="-128"/>
                <a:ea typeface="ＭＳ Ｐゴシック" charset="-128"/>
              </a:defRPr>
            </a:lvl4pPr>
            <a:lvl5pPr marL="2057400" indent="-228600" eaLnBrk="0" hangingPunct="0">
              <a:defRPr kumimoji="1"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kumimoji="1" sz="1200">
                <a:solidFill>
                  <a:schemeClr val="tx1"/>
                </a:solidFill>
                <a:latin typeface="ＭＳ Ｐゴシック" charset="-128"/>
                <a:ea typeface="ＭＳ Ｐゴシック" charset="-128"/>
              </a:defRPr>
            </a:lvl9pPr>
          </a:lstStyle>
          <a:p>
            <a:pPr algn="ctr" eaLnBrk="1" hangingPunct="1">
              <a:defRPr/>
            </a:pPr>
            <a:endParaRPr lang="en-US" altLang="ja-JP" sz="1000">
              <a:solidFill>
                <a:prstClr val="black"/>
              </a:solidFill>
            </a:endParaRPr>
          </a:p>
          <a:p>
            <a:pPr algn="ctr" eaLnBrk="1" hangingPunct="1">
              <a:defRPr/>
            </a:pPr>
            <a:endParaRPr lang="en-US" altLang="ja-JP" sz="1000">
              <a:solidFill>
                <a:prstClr val="black"/>
              </a:solidFill>
            </a:endParaRPr>
          </a:p>
        </p:txBody>
      </p:sp>
      <p:pic>
        <p:nvPicPr>
          <p:cNvPr id="7" name="図 8" descr="SinoComdir-logom2.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6225" y="22225"/>
            <a:ext cx="404813"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スライド番号プレースホルダ 3"/>
          <p:cNvSpPr>
            <a:spLocks noGrp="1"/>
          </p:cNvSpPr>
          <p:nvPr>
            <p:ph type="sldNum" sz="quarter" idx="10"/>
          </p:nvPr>
        </p:nvSpPr>
        <p:spPr>
          <a:xfrm>
            <a:off x="9409457" y="6633356"/>
            <a:ext cx="584103" cy="184150"/>
          </a:xfrm>
          <a:prstGeom prst="rect">
            <a:avLst/>
          </a:prstGeom>
        </p:spPr>
        <p:txBody>
          <a:bodyPr/>
          <a:lstStyle>
            <a:lvl1pPr>
              <a:defRPr/>
            </a:lvl1pPr>
          </a:lstStyle>
          <a:p>
            <a:pPr algn="ctr" fontAlgn="ctr">
              <a:lnSpc>
                <a:spcPct val="110000"/>
              </a:lnSpc>
              <a:spcBef>
                <a:spcPct val="10000"/>
              </a:spcBef>
              <a:spcAft>
                <a:spcPct val="10000"/>
              </a:spcAft>
              <a:buClr>
                <a:srgbClr val="647E9E"/>
              </a:buClr>
              <a:buSzPct val="80000"/>
              <a:buFont typeface="Wingdings" pitchFamily="2" charset="2"/>
              <a:buNone/>
              <a:defRPr/>
            </a:pPr>
            <a:fld id="{84D70646-AC34-4952-86F6-5152C004452E}" type="slidenum">
              <a:rPr lang="en-US" altLang="ja-JP" smtClean="0">
                <a:solidFill>
                  <a:prstClr val="black"/>
                </a:solidFill>
              </a:rPr>
              <a:pPr algn="ctr" fontAlgn="ctr">
                <a:lnSpc>
                  <a:spcPct val="110000"/>
                </a:lnSpc>
                <a:spcBef>
                  <a:spcPct val="10000"/>
                </a:spcBef>
                <a:spcAft>
                  <a:spcPct val="10000"/>
                </a:spcAft>
                <a:buClr>
                  <a:srgbClr val="647E9E"/>
                </a:buClr>
                <a:buSzPct val="80000"/>
                <a:buFont typeface="Wingdings" pitchFamily="2" charset="2"/>
                <a:buNone/>
                <a:defRPr/>
              </a:pPr>
              <a:t>‹#›</a:t>
            </a:fld>
            <a:endParaRPr lang="en-US" altLang="ja-JP" dirty="0">
              <a:solidFill>
                <a:prstClr val="black"/>
              </a:solidFill>
            </a:endParaRPr>
          </a:p>
        </p:txBody>
      </p:sp>
    </p:spTree>
    <p:extLst>
      <p:ext uri="{BB962C8B-B14F-4D97-AF65-F5344CB8AC3E}">
        <p14:creationId xmlns:p14="http://schemas.microsoft.com/office/powerpoint/2010/main" val="4114402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2.jpe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1027"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1028"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
        <p:nvSpPr>
          <p:cNvPr id="1029"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1030"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7" name="テキスト ボックス 6"/>
          <p:cNvSpPr txBox="1">
            <a:spLocks noChangeArrowheads="1"/>
          </p:cNvSpPr>
          <p:nvPr userDrawn="1"/>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solidFill>
                  <a:srgbClr val="000000"/>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solidFill>
                <a:srgbClr val="000000"/>
              </a:solidFill>
            </a:endParaRPr>
          </a:p>
        </p:txBody>
      </p:sp>
    </p:spTree>
  </p:cSld>
  <p:clrMap bg1="lt1" tx1="dk1" bg2="lt2" tx2="dk2" accent1="accent1" accent2="accent2" accent3="accent3" accent4="accent4" accent5="accent5" accent6="accent6" hlink="hlink" folHlink="folHlink"/>
  <p:sldLayoutIdLst>
    <p:sldLayoutId id="2147486060" r:id="rId1"/>
    <p:sldLayoutId id="2147486061" r:id="rId2"/>
    <p:sldLayoutId id="2147486062" r:id="rId3"/>
    <p:sldLayoutId id="2147486063" r:id="rId4"/>
    <p:sldLayoutId id="2147486064" r:id="rId5"/>
    <p:sldLayoutId id="2147486065" r:id="rId6"/>
    <p:sldLayoutId id="2147486066" r:id="rId7"/>
    <p:sldLayoutId id="2147486067" r:id="rId8"/>
    <p:sldLayoutId id="2147486068" r:id="rId9"/>
    <p:sldLayoutId id="2147486069" r:id="rId10"/>
    <p:sldLayoutId id="2147486070" r:id="rId11"/>
  </p:sldLayoutIdLst>
  <p:transition spd="med"/>
  <p:txStyles>
    <p:titleStyle>
      <a:lvl1pPr algn="l" defTabSz="957263" rtl="0" eaLnBrk="1" fontAlgn="base" hangingPunct="1">
        <a:spcBef>
          <a:spcPct val="0"/>
        </a:spcBef>
        <a:spcAft>
          <a:spcPct val="0"/>
        </a:spcAft>
        <a:defRPr kumimoji="1" sz="3800" b="1">
          <a:solidFill>
            <a:schemeClr val="bg2"/>
          </a:solidFill>
          <a:latin typeface="+mj-lt"/>
          <a:ea typeface="+mj-ea"/>
          <a:cs typeface="+mj-cs"/>
        </a:defRPr>
      </a:lvl1pPr>
      <a:lvl2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eaLnBrk="1" fontAlgn="base" hangingPunct="1">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1" fontAlgn="base" hangingPunct="1">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1" fontAlgn="base" hangingPunct="1">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1" fontAlgn="base" hangingPunct="1">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eaLnBrk="1" fontAlgn="base" hangingPunct="1">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6"/>
          <p:cNvSpPr>
            <a:spLocks noChangeArrowheads="1"/>
          </p:cNvSpPr>
          <p:nvPr/>
        </p:nvSpPr>
        <p:spPr bwMode="auto">
          <a:xfrm>
            <a:off x="273050" y="652463"/>
            <a:ext cx="9632950" cy="76200"/>
          </a:xfrm>
          <a:prstGeom prst="rect">
            <a:avLst/>
          </a:prstGeom>
          <a:solidFill>
            <a:srgbClr val="00CCFF"/>
          </a:solidFill>
          <a:ln w="9525">
            <a:noFill/>
            <a:miter lim="800000"/>
            <a:headEnd/>
            <a:tailEnd/>
          </a:ln>
        </p:spPr>
        <p:txBody>
          <a:bodyPr lIns="95729" tIns="47865" rIns="95729" bIns="47865"/>
          <a:lstStyle/>
          <a:p>
            <a:pPr defTabSz="957263">
              <a:defRPr/>
            </a:pPr>
            <a:endParaRPr kumimoji="0" lang="ja-JP" altLang="en-US" sz="2500">
              <a:latin typeface="Times New Roman" pitchFamily="18" charset="0"/>
              <a:ea typeface="ＭＳ Ｐゴシック" pitchFamily="50" charset="-128"/>
            </a:endParaRPr>
          </a:p>
        </p:txBody>
      </p:sp>
      <p:pic>
        <p:nvPicPr>
          <p:cNvPr id="3075" name="Picture 7"/>
          <p:cNvPicPr>
            <a:picLocks noChangeAspect="1" noChangeArrowheads="1"/>
          </p:cNvPicPr>
          <p:nvPr/>
        </p:nvPicPr>
        <p:blipFill>
          <a:blip r:embed="rId13"/>
          <a:srcRect/>
          <a:stretch>
            <a:fillRect/>
          </a:stretch>
        </p:blipFill>
        <p:spPr bwMode="auto">
          <a:xfrm>
            <a:off x="8374063" y="0"/>
            <a:ext cx="1531937" cy="627063"/>
          </a:xfrm>
          <a:prstGeom prst="rect">
            <a:avLst/>
          </a:prstGeom>
          <a:noFill/>
          <a:ln w="9525">
            <a:noFill/>
            <a:miter lim="800000"/>
            <a:headEnd/>
            <a:tailEnd/>
          </a:ln>
        </p:spPr>
      </p:pic>
      <p:sp>
        <p:nvSpPr>
          <p:cNvPr id="3076" name="テキスト ボックス 6"/>
          <p:cNvSpPr txBox="1">
            <a:spLocks noChangeArrowheads="1"/>
          </p:cNvSpPr>
          <p:nvPr/>
        </p:nvSpPr>
        <p:spPr bwMode="auto">
          <a:xfrm>
            <a:off x="9407525" y="6562725"/>
            <a:ext cx="474663" cy="261938"/>
          </a:xfrm>
          <a:prstGeom prst="rect">
            <a:avLst/>
          </a:prstGeom>
          <a:noFill/>
          <a:ln>
            <a:noFill/>
          </a:ln>
        </p:spPr>
        <p:txBody>
          <a:bodyPr>
            <a:spAutoFit/>
          </a:bodyPr>
          <a:lstStyle>
            <a:lvl1pPr eaLnBrk="0" hangingPunct="0">
              <a:defRPr sz="1200">
                <a:solidFill>
                  <a:schemeClr val="tx1"/>
                </a:solidFill>
                <a:latin typeface="ＭＳ Ｐゴシック" pitchFamily="50" charset="-128"/>
                <a:ea typeface="ＭＳ Ｐゴシック" pitchFamily="50" charset="-128"/>
              </a:defRPr>
            </a:lvl1pPr>
            <a:lvl2pPr marL="742950" indent="-285750" eaLnBrk="0" hangingPunct="0">
              <a:defRPr sz="1200">
                <a:solidFill>
                  <a:schemeClr val="tx1"/>
                </a:solidFill>
                <a:latin typeface="ＭＳ Ｐゴシック" pitchFamily="50" charset="-128"/>
                <a:ea typeface="ＭＳ Ｐゴシック" pitchFamily="50" charset="-128"/>
              </a:defRPr>
            </a:lvl2pPr>
            <a:lvl3pPr marL="1143000" indent="-228600" eaLnBrk="0" hangingPunct="0">
              <a:defRPr sz="1200">
                <a:solidFill>
                  <a:schemeClr val="tx1"/>
                </a:solidFill>
                <a:latin typeface="ＭＳ Ｐゴシック" pitchFamily="50" charset="-128"/>
                <a:ea typeface="ＭＳ Ｐゴシック" pitchFamily="50" charset="-128"/>
              </a:defRPr>
            </a:lvl3pPr>
            <a:lvl4pPr marL="1600200" indent="-228600" eaLnBrk="0" hangingPunct="0">
              <a:defRPr sz="1200">
                <a:solidFill>
                  <a:schemeClr val="tx1"/>
                </a:solidFill>
                <a:latin typeface="ＭＳ Ｐゴシック" pitchFamily="50" charset="-128"/>
                <a:ea typeface="ＭＳ Ｐゴシック" pitchFamily="50" charset="-128"/>
              </a:defRPr>
            </a:lvl4pPr>
            <a:lvl5pPr marL="2057400" indent="-228600" eaLnBrk="0" hangingPunct="0">
              <a:defRPr sz="1200">
                <a:solidFill>
                  <a:schemeClr val="tx1"/>
                </a:solidFill>
                <a:latin typeface="ＭＳ Ｐゴシック" pitchFamily="50" charset="-128"/>
                <a:ea typeface="ＭＳ Ｐゴシック" pitchFamily="50" charset="-128"/>
              </a:defRPr>
            </a:lvl5pPr>
            <a:lvl6pPr marL="25146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6pPr>
            <a:lvl7pPr marL="29718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7pPr>
            <a:lvl8pPr marL="34290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8pPr>
            <a:lvl9pPr marL="3886200" indent="-228600" eaLnBrk="0" fontAlgn="base" hangingPunct="0">
              <a:spcBef>
                <a:spcPct val="0"/>
              </a:spcBef>
              <a:spcAft>
                <a:spcPct val="0"/>
              </a:spcAft>
              <a:defRPr sz="1200">
                <a:solidFill>
                  <a:schemeClr val="tx1"/>
                </a:solidFill>
                <a:latin typeface="ＭＳ Ｐゴシック" pitchFamily="50" charset="-128"/>
                <a:ea typeface="ＭＳ Ｐゴシック" pitchFamily="50"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1A90D3D1-DAD7-4F5D-B8D9-FECF06E60720}" type="slidenum">
              <a:rPr kumimoji="0" lang="ja-JP" altLang="en-US" sz="1000" smtClean="0"/>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a:p>
        </p:txBody>
      </p:sp>
      <p:sp>
        <p:nvSpPr>
          <p:cNvPr id="3077" name="Rectangle 6"/>
          <p:cNvSpPr>
            <a:spLocks noGrp="1" noChangeArrowheads="1"/>
          </p:cNvSpPr>
          <p:nvPr>
            <p:ph type="title"/>
          </p:nvPr>
        </p:nvSpPr>
        <p:spPr bwMode="auto">
          <a:xfrm>
            <a:off x="344488" y="333375"/>
            <a:ext cx="8420100" cy="839788"/>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p>
            <a:pPr lvl="0"/>
            <a:r>
              <a:rPr lang="ja-JP"/>
              <a:t>マスタ タイトルの書式設定</a:t>
            </a:r>
          </a:p>
        </p:txBody>
      </p:sp>
      <p:sp>
        <p:nvSpPr>
          <p:cNvPr id="3078" name="Rectangle 7"/>
          <p:cNvSpPr>
            <a:spLocks noGrp="1" noChangeArrowheads="1"/>
          </p:cNvSpPr>
          <p:nvPr>
            <p:ph type="body" idx="1"/>
          </p:nvPr>
        </p:nvSpPr>
        <p:spPr bwMode="auto">
          <a:xfrm>
            <a:off x="742950" y="1981200"/>
            <a:ext cx="9163050" cy="4114800"/>
          </a:xfrm>
          <a:prstGeom prst="rect">
            <a:avLst/>
          </a:prstGeom>
          <a:noFill/>
          <a:ln w="9525">
            <a:noFill/>
            <a:miter lim="800000"/>
            <a:headEnd/>
            <a:tailEnd/>
          </a:ln>
        </p:spPr>
        <p:txBody>
          <a:bodyPr vert="horz" wrap="square" lIns="96395" tIns="48197" rIns="96395" bIns="48197" numCol="1" anchor="t" anchorCtr="0" compatLnSpc="1">
            <a:prstTxWarp prst="textNoShape">
              <a:avLst/>
            </a:prstTxWarp>
          </a:bodyPr>
          <a:lstStyle/>
          <a:p>
            <a:pPr lvl="0"/>
            <a:r>
              <a:rPr lang="ja-JP"/>
              <a:t>マスタ テキストの書式設定</a:t>
            </a:r>
          </a:p>
          <a:p>
            <a:pPr lvl="1"/>
            <a:r>
              <a:rPr lang="ja-JP"/>
              <a:t>第 </a:t>
            </a:r>
            <a:r>
              <a:rPr lang="ja-JP" altLang="ja-JP"/>
              <a:t>2 </a:t>
            </a:r>
            <a:r>
              <a:rPr lang="ja-JP"/>
              <a:t>レベル</a:t>
            </a:r>
          </a:p>
          <a:p>
            <a:pPr lvl="2"/>
            <a:r>
              <a:rPr lang="ja-JP"/>
              <a:t>第 </a:t>
            </a:r>
            <a:r>
              <a:rPr lang="ja-JP" altLang="ja-JP"/>
              <a:t>3 </a:t>
            </a:r>
            <a:r>
              <a:rPr lang="ja-JP"/>
              <a:t>レベル</a:t>
            </a:r>
          </a:p>
          <a:p>
            <a:pPr lvl="3"/>
            <a:r>
              <a:rPr lang="ja-JP"/>
              <a:t>第 </a:t>
            </a:r>
            <a:r>
              <a:rPr lang="ja-JP" altLang="ja-JP"/>
              <a:t>4 </a:t>
            </a:r>
            <a:r>
              <a:rPr lang="ja-JP"/>
              <a:t>レベル</a:t>
            </a:r>
          </a:p>
          <a:p>
            <a:pPr lvl="4"/>
            <a:r>
              <a:rPr lang="ja-JP"/>
              <a:t>第 </a:t>
            </a:r>
            <a:r>
              <a:rPr lang="ja-JP" altLang="ja-JP"/>
              <a:t>5 </a:t>
            </a:r>
            <a:r>
              <a:rPr lang="ja-JP"/>
              <a:t>レベル</a:t>
            </a:r>
          </a:p>
        </p:txBody>
      </p:sp>
      <p:sp>
        <p:nvSpPr>
          <p:cNvPr id="307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p:spPr>
        <p:txBody>
          <a:bodyPr vert="horz" wrap="square" lIns="96395" tIns="48197" rIns="96395" bIns="48197" numCol="1" anchor="ctr" anchorCtr="0" compatLnSpc="1">
            <a:prstTxWarp prst="textNoShape">
              <a:avLst/>
            </a:prstTxWarp>
          </a:bodyPr>
          <a:lstStyle>
            <a:lvl1pPr algn="ctr">
              <a:defRPr kumimoji="0" sz="1400">
                <a:latin typeface="+mj-lt"/>
                <a:ea typeface="ＭＳ Ｐゴシック" pitchFamily="50" charset="-128"/>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6082" r:id="rId1"/>
    <p:sldLayoutId id="2147486083" r:id="rId2"/>
    <p:sldLayoutId id="2147486084" r:id="rId3"/>
    <p:sldLayoutId id="2147486085" r:id="rId4"/>
    <p:sldLayoutId id="2147486086" r:id="rId5"/>
    <p:sldLayoutId id="2147486087" r:id="rId6"/>
    <p:sldLayoutId id="2147486088" r:id="rId7"/>
    <p:sldLayoutId id="2147486089" r:id="rId8"/>
    <p:sldLayoutId id="2147486090" r:id="rId9"/>
    <p:sldLayoutId id="2147486091" r:id="rId10"/>
    <p:sldLayoutId id="2147486092" r:id="rId11"/>
  </p:sldLayoutIdLst>
  <p:transition spd="med"/>
  <p:txStyles>
    <p:titleStyle>
      <a:lvl1pPr algn="l" defTabSz="957263" rtl="0" eaLnBrk="0" fontAlgn="base" hangingPunct="0">
        <a:spcBef>
          <a:spcPct val="0"/>
        </a:spcBef>
        <a:spcAft>
          <a:spcPct val="0"/>
        </a:spcAft>
        <a:defRPr sz="3800" b="1">
          <a:solidFill>
            <a:schemeClr val="bg2"/>
          </a:solidFill>
          <a:latin typeface="+mj-lt"/>
          <a:ea typeface="+mj-ea"/>
          <a:cs typeface="+mj-cs"/>
        </a:defRPr>
      </a:lvl1pPr>
      <a:lvl2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5pPr>
      <a:lvl6pPr marL="4572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6pPr>
      <a:lvl7pPr marL="9144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7pPr>
      <a:lvl8pPr marL="13716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8pPr>
      <a:lvl9pPr marL="1828800" algn="l" defTabSz="957263" rtl="0" eaLnBrk="0" fontAlgn="base" hangingPunct="0">
        <a:spcBef>
          <a:spcPct val="0"/>
        </a:spcBef>
        <a:spcAft>
          <a:spcPct val="0"/>
        </a:spcAft>
        <a:defRPr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5pPr>
      <a:lvl6pPr marL="26130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6pPr>
      <a:lvl7pPr marL="30702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7pPr>
      <a:lvl8pPr marL="35274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8pPr>
      <a:lvl9pPr marL="3984625" indent="-242888" algn="l" defTabSz="957263" rtl="0" eaLnBrk="0" fontAlgn="base" hangingPunct="0">
        <a:spcBef>
          <a:spcPct val="20000"/>
        </a:spcBef>
        <a:spcAft>
          <a:spcPct val="0"/>
        </a:spcAft>
        <a:buClr>
          <a:srgbClr val="33CCCC"/>
        </a:buClr>
        <a:buChar char="•"/>
        <a:defRPr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7"/>
          <p:cNvSpPr>
            <a:spLocks noGrp="1" noChangeArrowheads="1"/>
          </p:cNvSpPr>
          <p:nvPr>
            <p:ph type="body" idx="1"/>
          </p:nvPr>
        </p:nvSpPr>
        <p:spPr bwMode="auto">
          <a:xfrm>
            <a:off x="742950" y="1981200"/>
            <a:ext cx="91630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6395" tIns="48197" rIns="96395" bIns="48197" numCol="1" anchor="t" anchorCtr="0" compatLnSpc="1">
            <a:prstTxWarp prst="textNoShape">
              <a:avLst/>
            </a:prstTxWarp>
          </a:bodyPr>
          <a:lstStyle/>
          <a:p>
            <a:pPr lvl="0"/>
            <a:r>
              <a:rPr lang="ja-JP" altLang="en-US" dirty="0"/>
              <a:t>マスタ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25609" name="Rectangle 9"/>
          <p:cNvSpPr>
            <a:spLocks noGrp="1" noChangeArrowheads="1"/>
          </p:cNvSpPr>
          <p:nvPr>
            <p:ph type="ftr" sz="quarter" idx="3"/>
          </p:nvPr>
        </p:nvSpPr>
        <p:spPr bwMode="auto">
          <a:xfrm>
            <a:off x="3384550" y="6172200"/>
            <a:ext cx="3136900" cy="457200"/>
          </a:xfrm>
          <a:prstGeom prst="rect">
            <a:avLst/>
          </a:prstGeom>
          <a:noFill/>
          <a:ln w="9525">
            <a:noFill/>
            <a:miter lim="800000"/>
            <a:headEnd/>
            <a:tailEnd/>
          </a:ln>
          <a:effectLst/>
        </p:spPr>
        <p:txBody>
          <a:bodyPr vert="horz" wrap="square" lIns="96395" tIns="48197" rIns="96395" bIns="48197" numCol="1" anchor="ctr" anchorCtr="0" compatLnSpc="1">
            <a:prstTxWarp prst="textNoShape">
              <a:avLst/>
            </a:prstTxWarp>
          </a:bodyPr>
          <a:lstStyle>
            <a:lvl1pPr fontAlgn="base">
              <a:lnSpc>
                <a:spcPct val="100000"/>
              </a:lnSpc>
              <a:spcBef>
                <a:spcPct val="0"/>
              </a:spcBef>
              <a:spcAft>
                <a:spcPct val="0"/>
              </a:spcAft>
              <a:buClrTx/>
              <a:buSzTx/>
              <a:buFontTx/>
              <a:buNone/>
              <a:defRPr sz="1400">
                <a:latin typeface="Times New Roman" pitchFamily="18" charset="0"/>
                <a:ea typeface="ＭＳ Ｐゴシック" pitchFamily="50" charset="-128"/>
              </a:defRPr>
            </a:lvl1pPr>
          </a:lstStyle>
          <a:p>
            <a:pPr>
              <a:defRPr/>
            </a:pPr>
            <a:endParaRPr lang="en-US" altLang="ja-JP" dirty="0">
              <a:solidFill>
                <a:prstClr val="black"/>
              </a:solidFill>
            </a:endParaRPr>
          </a:p>
        </p:txBody>
      </p:sp>
      <p:sp>
        <p:nvSpPr>
          <p:cNvPr id="1029" name="Rectangle 26"/>
          <p:cNvSpPr>
            <a:spLocks noChangeArrowheads="1"/>
          </p:cNvSpPr>
          <p:nvPr/>
        </p:nvSpPr>
        <p:spPr bwMode="auto">
          <a:xfrm>
            <a:off x="272480" y="671513"/>
            <a:ext cx="9630345" cy="76200"/>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5729" tIns="47865" rIns="95729" bIns="47865"/>
          <a:lstStyle/>
          <a:p>
            <a:pPr defTabSz="957263"/>
            <a:endParaRPr lang="ja-JP" altLang="ja-JP" sz="2500" dirty="0">
              <a:solidFill>
                <a:prstClr val="black"/>
              </a:solidFill>
              <a:latin typeface="Times New Roman" pitchFamily="18" charset="0"/>
            </a:endParaRPr>
          </a:p>
        </p:txBody>
      </p:sp>
      <p:pic>
        <p:nvPicPr>
          <p:cNvPr id="1030" name="図 7" descr="C:\Users\xunhe043\Desktop\未标题-1.jpg"/>
          <p:cNvPicPr>
            <a:picLocks noChangeAspect="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229600" y="0"/>
            <a:ext cx="1673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6"/>
          <p:cNvSpPr txBox="1">
            <a:spLocks noChangeArrowheads="1"/>
          </p:cNvSpPr>
          <p:nvPr/>
        </p:nvSpPr>
        <p:spPr bwMode="auto">
          <a:xfrm>
            <a:off x="9407525" y="6562725"/>
            <a:ext cx="474663" cy="258763"/>
          </a:xfrm>
          <a:prstGeom prst="rect">
            <a:avLst/>
          </a:prstGeom>
          <a:noFill/>
          <a:ln>
            <a:noFill/>
          </a:ln>
        </p:spPr>
        <p:txBody>
          <a:bodyPr>
            <a:spAutoFit/>
          </a:bodyPr>
          <a:lstStyle>
            <a:lvl1pPr eaLnBrk="0" hangingPunct="0">
              <a:buFont typeface="Arial" charset="0"/>
              <a:defRPr sz="1200">
                <a:solidFill>
                  <a:schemeClr val="tx1"/>
                </a:solidFill>
                <a:latin typeface="ＭＳ Ｐゴシック" charset="-128"/>
                <a:ea typeface="ＭＳ Ｐゴシック" charset="-128"/>
              </a:defRPr>
            </a:lvl1pPr>
            <a:lvl2pPr marL="742950" indent="-285750" eaLnBrk="0" hangingPunct="0">
              <a:buFont typeface="Arial" charset="0"/>
              <a:defRPr sz="1200">
                <a:solidFill>
                  <a:schemeClr val="tx1"/>
                </a:solidFill>
                <a:latin typeface="ＭＳ Ｐゴシック" charset="-128"/>
                <a:ea typeface="ＭＳ Ｐゴシック" charset="-128"/>
              </a:defRPr>
            </a:lvl2pPr>
            <a:lvl3pPr marL="1143000" indent="-228600" eaLnBrk="0" hangingPunct="0">
              <a:buFont typeface="Arial" charset="0"/>
              <a:defRPr sz="1200">
                <a:solidFill>
                  <a:schemeClr val="tx1"/>
                </a:solidFill>
                <a:latin typeface="ＭＳ Ｐゴシック" charset="-128"/>
                <a:ea typeface="ＭＳ Ｐゴシック" charset="-128"/>
              </a:defRPr>
            </a:lvl3pPr>
            <a:lvl4pPr marL="1600200" indent="-228600" eaLnBrk="0" hangingPunct="0">
              <a:buFont typeface="Arial" charset="0"/>
              <a:defRPr sz="1200">
                <a:solidFill>
                  <a:schemeClr val="tx1"/>
                </a:solidFill>
                <a:latin typeface="ＭＳ Ｐゴシック" charset="-128"/>
                <a:ea typeface="ＭＳ Ｐゴシック" charset="-128"/>
              </a:defRPr>
            </a:lvl4pPr>
            <a:lvl5pPr marL="2057400" indent="-228600" eaLnBrk="0" hangingPunct="0">
              <a:buFont typeface="Arial" charset="0"/>
              <a:defRPr sz="1200">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buFont typeface="Arial" charset="0"/>
              <a:defRPr sz="1200">
                <a:solidFill>
                  <a:schemeClr val="tx1"/>
                </a:solidFill>
                <a:latin typeface="ＭＳ Ｐゴシック" charset="-128"/>
                <a:ea typeface="ＭＳ Ｐゴシック" charset="-128"/>
              </a:defRPr>
            </a:lvl9pPr>
          </a:lstStyle>
          <a:p>
            <a:pPr algn="ctr" eaLnBrk="1" fontAlgn="ctr" hangingPunct="1">
              <a:lnSpc>
                <a:spcPct val="110000"/>
              </a:lnSpc>
              <a:spcBef>
                <a:spcPct val="10000"/>
              </a:spcBef>
              <a:spcAft>
                <a:spcPct val="10000"/>
              </a:spcAft>
              <a:buClr>
                <a:srgbClr val="647E9E"/>
              </a:buClr>
              <a:buSzPct val="80000"/>
              <a:buFont typeface="Wingdings" pitchFamily="2" charset="2"/>
              <a:buNone/>
              <a:defRPr/>
            </a:pPr>
            <a:fld id="{D555F367-4119-4E45-920E-2DA35BF7F925}" type="slidenum">
              <a:rPr kumimoji="0" lang="ja-JP" altLang="en-US" sz="1000" smtClean="0">
                <a:solidFill>
                  <a:prstClr val="black"/>
                </a:solidFill>
              </a:rPr>
              <a:pPr algn="ctr" eaLnBrk="1" fontAlgn="ctr" hangingPunct="1">
                <a:lnSpc>
                  <a:spcPct val="110000"/>
                </a:lnSpc>
                <a:spcBef>
                  <a:spcPct val="10000"/>
                </a:spcBef>
                <a:spcAft>
                  <a:spcPct val="10000"/>
                </a:spcAft>
                <a:buClr>
                  <a:srgbClr val="647E9E"/>
                </a:buClr>
                <a:buSzPct val="80000"/>
                <a:buFont typeface="Wingdings" pitchFamily="2" charset="2"/>
                <a:buNone/>
                <a:defRPr/>
              </a:pPr>
              <a:t>‹#›</a:t>
            </a:fld>
            <a:endParaRPr kumimoji="0" lang="ja-JP" altLang="en-US" sz="1000" dirty="0">
              <a:solidFill>
                <a:prstClr val="black"/>
              </a:solidFill>
            </a:endParaRPr>
          </a:p>
        </p:txBody>
      </p:sp>
    </p:spTree>
    <p:extLst>
      <p:ext uri="{BB962C8B-B14F-4D97-AF65-F5344CB8AC3E}">
        <p14:creationId xmlns:p14="http://schemas.microsoft.com/office/powerpoint/2010/main" val="3419764389"/>
      </p:ext>
    </p:extLst>
  </p:cSld>
  <p:clrMap bg1="lt1" tx1="dk1" bg2="lt2" tx2="dk2" accent1="accent1" accent2="accent2" accent3="accent3" accent4="accent4" accent5="accent5" accent6="accent6" hlink="hlink" folHlink="folHlink"/>
  <p:sldLayoutIdLst>
    <p:sldLayoutId id="2147486095" r:id="rId1"/>
    <p:sldLayoutId id="2147486096" r:id="rId2"/>
    <p:sldLayoutId id="2147486097" r:id="rId3"/>
    <p:sldLayoutId id="2147486098" r:id="rId4"/>
    <p:sldLayoutId id="2147486099" r:id="rId5"/>
    <p:sldLayoutId id="2147486100" r:id="rId6"/>
    <p:sldLayoutId id="2147486101" r:id="rId7"/>
    <p:sldLayoutId id="2147486102" r:id="rId8"/>
    <p:sldLayoutId id="2147486103" r:id="rId9"/>
    <p:sldLayoutId id="2147486104" r:id="rId10"/>
    <p:sldLayoutId id="2147486105" r:id="rId11"/>
    <p:sldLayoutId id="2147486106" r:id="rId12"/>
  </p:sldLayoutIdLst>
  <p:transition spd="med"/>
  <p:hf hdr="0" dt="0"/>
  <p:txStyles>
    <p:titleStyle>
      <a:lvl1pPr algn="l" defTabSz="957263" rtl="0" eaLnBrk="0" fontAlgn="base" hangingPunct="0">
        <a:spcBef>
          <a:spcPct val="0"/>
        </a:spcBef>
        <a:spcAft>
          <a:spcPct val="0"/>
        </a:spcAft>
        <a:defRPr kumimoji="1" sz="3800" b="1">
          <a:solidFill>
            <a:schemeClr val="bg2"/>
          </a:solidFill>
          <a:latin typeface="+mj-lt"/>
          <a:ea typeface="+mj-ea"/>
          <a:cs typeface="+mj-cs"/>
        </a:defRPr>
      </a:lvl1pPr>
      <a:lvl2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2pPr>
      <a:lvl3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3pPr>
      <a:lvl4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4pPr>
      <a:lvl5pPr algn="l" defTabSz="957263" rtl="0" eaLnBrk="0" fontAlgn="base" hangingPunct="0">
        <a:spcBef>
          <a:spcPct val="0"/>
        </a:spcBef>
        <a:spcAft>
          <a:spcPct val="0"/>
        </a:spcAft>
        <a:defRPr kumimoji="1" sz="3800" b="1">
          <a:solidFill>
            <a:schemeClr val="bg2"/>
          </a:solidFill>
          <a:latin typeface="Times New Roman" pitchFamily="18" charset="0"/>
          <a:ea typeface="ＭＳ Ｐゴシック" pitchFamily="50" charset="-128"/>
        </a:defRPr>
      </a:lvl5pPr>
      <a:lvl6pPr marL="4572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6pPr>
      <a:lvl7pPr marL="9144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7pPr>
      <a:lvl8pPr marL="13716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8pPr>
      <a:lvl9pPr marL="1828800" algn="l" defTabSz="957263" rtl="0" fontAlgn="base">
        <a:spcBef>
          <a:spcPct val="0"/>
        </a:spcBef>
        <a:spcAft>
          <a:spcPct val="0"/>
        </a:spcAft>
        <a:defRPr kumimoji="1" sz="3800" b="1">
          <a:solidFill>
            <a:schemeClr val="bg2"/>
          </a:solidFill>
          <a:latin typeface="Times New Roman" pitchFamily="18" charset="0"/>
          <a:ea typeface="ＭＳ Ｐゴシック" pitchFamily="50" charset="-128"/>
        </a:defRPr>
      </a:lvl9pPr>
    </p:titleStyle>
    <p:bodyStyle>
      <a:lvl1pPr marL="358775" indent="-358775" algn="l" defTabSz="957263" rtl="0" eaLnBrk="0" fontAlgn="base" hangingPunct="0">
        <a:spcBef>
          <a:spcPct val="20000"/>
        </a:spcBef>
        <a:spcAft>
          <a:spcPct val="0"/>
        </a:spcAft>
        <a:buClr>
          <a:srgbClr val="33CCCC"/>
        </a:buClr>
        <a:buSzPct val="80000"/>
        <a:buFont typeface="Wingdings" pitchFamily="2" charset="2"/>
        <a:buChar char="l"/>
        <a:defRPr kumimoji="1" sz="3400" b="1">
          <a:solidFill>
            <a:schemeClr val="bg2"/>
          </a:solidFill>
          <a:latin typeface="+mn-lt"/>
          <a:ea typeface="+mn-ea"/>
          <a:cs typeface="+mn-cs"/>
        </a:defRPr>
      </a:lvl1pPr>
      <a:lvl2pPr marL="777875" indent="-298450" algn="l" defTabSz="957263" rtl="0" eaLnBrk="0" fontAlgn="base" hangingPunct="0">
        <a:spcBef>
          <a:spcPct val="20000"/>
        </a:spcBef>
        <a:spcAft>
          <a:spcPct val="0"/>
        </a:spcAft>
        <a:buClr>
          <a:srgbClr val="33CCCC"/>
        </a:buClr>
        <a:buChar char="–"/>
        <a:defRPr kumimoji="1" sz="3000" b="1">
          <a:solidFill>
            <a:schemeClr val="bg2"/>
          </a:solidFill>
          <a:latin typeface="+mn-lt"/>
          <a:ea typeface="+mn-ea"/>
        </a:defRPr>
      </a:lvl2pPr>
      <a:lvl3pPr marL="1196975" indent="-239713" algn="l" defTabSz="957263" rtl="0" eaLnBrk="0" fontAlgn="base" hangingPunct="0">
        <a:spcBef>
          <a:spcPct val="20000"/>
        </a:spcBef>
        <a:spcAft>
          <a:spcPct val="0"/>
        </a:spcAft>
        <a:buClr>
          <a:srgbClr val="33CCCC"/>
        </a:buClr>
        <a:buChar char="•"/>
        <a:defRPr kumimoji="1" sz="2500" b="1">
          <a:solidFill>
            <a:schemeClr val="bg2"/>
          </a:solidFill>
          <a:latin typeface="+mn-lt"/>
          <a:ea typeface="+mn-ea"/>
        </a:defRPr>
      </a:lvl3pPr>
      <a:lvl4pPr marL="1674813" indent="-238125"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4pPr>
      <a:lvl5pPr marL="2155825" indent="-242888" algn="l" defTabSz="957263" rtl="0" eaLnBrk="0" fontAlgn="base" hangingPunct="0">
        <a:spcBef>
          <a:spcPct val="20000"/>
        </a:spcBef>
        <a:spcAft>
          <a:spcPct val="0"/>
        </a:spcAft>
        <a:buClr>
          <a:srgbClr val="33CCCC"/>
        </a:buClr>
        <a:buChar char="•"/>
        <a:defRPr kumimoji="1" sz="1900" b="1">
          <a:solidFill>
            <a:schemeClr val="bg2"/>
          </a:solidFill>
          <a:latin typeface="+mn-lt"/>
          <a:ea typeface="+mn-ea"/>
        </a:defRPr>
      </a:lvl5pPr>
      <a:lvl6pPr marL="26130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6pPr>
      <a:lvl7pPr marL="30702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7pPr>
      <a:lvl8pPr marL="35274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8pPr>
      <a:lvl9pPr marL="3984625" indent="-242888" algn="l" defTabSz="957263" rtl="0" fontAlgn="base">
        <a:spcBef>
          <a:spcPct val="20000"/>
        </a:spcBef>
        <a:spcAft>
          <a:spcPct val="0"/>
        </a:spcAft>
        <a:buClr>
          <a:srgbClr val="33CCCC"/>
        </a:buClr>
        <a:buChar char="•"/>
        <a:defRPr kumimoji="1" sz="1900" b="1">
          <a:solidFill>
            <a:schemeClr val="bg2"/>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153"/>
          <p:cNvSpPr>
            <a:spLocks noGrp="1" noChangeArrowheads="1"/>
          </p:cNvSpPr>
          <p:nvPr>
            <p:ph type="body" idx="1"/>
          </p:nvPr>
        </p:nvSpPr>
        <p:spPr bwMode="auto">
          <a:xfrm>
            <a:off x="495300" y="765175"/>
            <a:ext cx="8915400" cy="568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2051" name="Rectangle 159"/>
          <p:cNvSpPr>
            <a:spLocks noGrp="1" noChangeArrowheads="1"/>
          </p:cNvSpPr>
          <p:nvPr>
            <p:ph type="title"/>
          </p:nvPr>
        </p:nvSpPr>
        <p:spPr bwMode="auto">
          <a:xfrm>
            <a:off x="447675" y="-60325"/>
            <a:ext cx="84201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Tree>
    <p:extLst>
      <p:ext uri="{BB962C8B-B14F-4D97-AF65-F5344CB8AC3E}">
        <p14:creationId xmlns:p14="http://schemas.microsoft.com/office/powerpoint/2010/main" val="695146886"/>
      </p:ext>
    </p:extLst>
  </p:cSld>
  <p:clrMap bg1="lt1" tx1="dk1" bg2="lt2" tx2="dk2" accent1="accent1" accent2="accent2" accent3="accent3" accent4="accent4" accent5="accent5" accent6="accent6" hlink="hlink" folHlink="folHlink"/>
  <p:sldLayoutIdLst>
    <p:sldLayoutId id="2147486122" r:id="rId1"/>
    <p:sldLayoutId id="2147486123" r:id="rId2"/>
  </p:sldLayoutIdLst>
  <p:hf hdr="0" ftr="0" dt="0"/>
  <p:txStyles>
    <p:titleStyle>
      <a:lvl1pPr algn="l" rtl="0" eaLnBrk="0" fontAlgn="base" hangingPunct="0">
        <a:spcBef>
          <a:spcPct val="0"/>
        </a:spcBef>
        <a:spcAft>
          <a:spcPct val="0"/>
        </a:spcAft>
        <a:defRPr kumimoji="1" sz="2000">
          <a:solidFill>
            <a:schemeClr val="tx1"/>
          </a:solidFill>
          <a:latin typeface="Arial" charset="0"/>
          <a:ea typeface="+mj-ea"/>
          <a:cs typeface="+mj-cs"/>
        </a:defRPr>
      </a:lvl1pPr>
      <a:lvl2pPr algn="l" rtl="0" eaLnBrk="0" fontAlgn="base" hangingPunct="0">
        <a:spcBef>
          <a:spcPct val="0"/>
        </a:spcBef>
        <a:spcAft>
          <a:spcPct val="0"/>
        </a:spcAft>
        <a:defRPr kumimoji="1" sz="2000">
          <a:solidFill>
            <a:schemeClr val="tx1"/>
          </a:solidFill>
          <a:latin typeface="Arial" charset="0"/>
          <a:ea typeface="ＭＳ Ｐゴシック" pitchFamily="50" charset="-128"/>
        </a:defRPr>
      </a:lvl2pPr>
      <a:lvl3pPr algn="l" rtl="0" eaLnBrk="0" fontAlgn="base" hangingPunct="0">
        <a:spcBef>
          <a:spcPct val="0"/>
        </a:spcBef>
        <a:spcAft>
          <a:spcPct val="0"/>
        </a:spcAft>
        <a:defRPr kumimoji="1" sz="2000">
          <a:solidFill>
            <a:schemeClr val="tx1"/>
          </a:solidFill>
          <a:latin typeface="Arial" charset="0"/>
          <a:ea typeface="ＭＳ Ｐゴシック" pitchFamily="50" charset="-128"/>
        </a:defRPr>
      </a:lvl3pPr>
      <a:lvl4pPr algn="l" rtl="0" eaLnBrk="0" fontAlgn="base" hangingPunct="0">
        <a:spcBef>
          <a:spcPct val="0"/>
        </a:spcBef>
        <a:spcAft>
          <a:spcPct val="0"/>
        </a:spcAft>
        <a:defRPr kumimoji="1" sz="2000">
          <a:solidFill>
            <a:schemeClr val="tx1"/>
          </a:solidFill>
          <a:latin typeface="Arial" charset="0"/>
          <a:ea typeface="ＭＳ Ｐゴシック" pitchFamily="50" charset="-128"/>
        </a:defRPr>
      </a:lvl4pPr>
      <a:lvl5pPr algn="l" rtl="0" eaLnBrk="0" fontAlgn="base" hangingPunct="0">
        <a:spcBef>
          <a:spcPct val="0"/>
        </a:spcBef>
        <a:spcAft>
          <a:spcPct val="0"/>
        </a:spcAft>
        <a:defRPr kumimoji="1" sz="2000">
          <a:solidFill>
            <a:schemeClr val="tx1"/>
          </a:solidFill>
          <a:latin typeface="Arial" charset="0"/>
          <a:ea typeface="ＭＳ Ｐゴシック" pitchFamily="50" charset="-128"/>
        </a:defRPr>
      </a:lvl5pPr>
      <a:lvl6pPr marL="457200" algn="l" rtl="0" fontAlgn="base">
        <a:spcBef>
          <a:spcPct val="0"/>
        </a:spcBef>
        <a:spcAft>
          <a:spcPct val="0"/>
        </a:spcAft>
        <a:defRPr kumimoji="1" sz="2000">
          <a:solidFill>
            <a:schemeClr val="tx1"/>
          </a:solidFill>
          <a:latin typeface="Arial" charset="0"/>
          <a:ea typeface="ＭＳ Ｐゴシック" pitchFamily="50" charset="-128"/>
        </a:defRPr>
      </a:lvl6pPr>
      <a:lvl7pPr marL="914400" algn="l" rtl="0" fontAlgn="base">
        <a:spcBef>
          <a:spcPct val="0"/>
        </a:spcBef>
        <a:spcAft>
          <a:spcPct val="0"/>
        </a:spcAft>
        <a:defRPr kumimoji="1" sz="2000">
          <a:solidFill>
            <a:schemeClr val="tx1"/>
          </a:solidFill>
          <a:latin typeface="Arial" charset="0"/>
          <a:ea typeface="ＭＳ Ｐゴシック" pitchFamily="50" charset="-128"/>
        </a:defRPr>
      </a:lvl7pPr>
      <a:lvl8pPr marL="1371600" algn="l" rtl="0" fontAlgn="base">
        <a:spcBef>
          <a:spcPct val="0"/>
        </a:spcBef>
        <a:spcAft>
          <a:spcPct val="0"/>
        </a:spcAft>
        <a:defRPr kumimoji="1" sz="2000">
          <a:solidFill>
            <a:schemeClr val="tx1"/>
          </a:solidFill>
          <a:latin typeface="Arial" charset="0"/>
          <a:ea typeface="ＭＳ Ｐゴシック" pitchFamily="50" charset="-128"/>
        </a:defRPr>
      </a:lvl8pPr>
      <a:lvl9pPr marL="1828800" algn="l" rtl="0" fontAlgn="base">
        <a:spcBef>
          <a:spcPct val="0"/>
        </a:spcBef>
        <a:spcAft>
          <a:spcPct val="0"/>
        </a:spcAft>
        <a:defRPr kumimoji="1" sz="2000">
          <a:solidFill>
            <a:schemeClr val="tx1"/>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Arial" charset="0"/>
          <a:ea typeface="+mn-ea"/>
        </a:defRPr>
      </a:lvl2pPr>
      <a:lvl3pPr marL="1143000" indent="-228600" algn="l" rtl="0" eaLnBrk="0" fontAlgn="base" hangingPunct="0">
        <a:spcBef>
          <a:spcPct val="20000"/>
        </a:spcBef>
        <a:spcAft>
          <a:spcPct val="0"/>
        </a:spcAft>
        <a:buChar char="•"/>
        <a:defRPr kumimoji="1" sz="2400">
          <a:solidFill>
            <a:schemeClr val="tx1"/>
          </a:solidFill>
          <a:latin typeface="Arial" charset="0"/>
          <a:ea typeface="+mn-ea"/>
        </a:defRPr>
      </a:lvl3pPr>
      <a:lvl4pPr marL="1600200" indent="-228600" algn="l" rtl="0" eaLnBrk="0" fontAlgn="base" hangingPunct="0">
        <a:spcBef>
          <a:spcPct val="20000"/>
        </a:spcBef>
        <a:spcAft>
          <a:spcPct val="0"/>
        </a:spcAft>
        <a:buChar char="–"/>
        <a:defRPr kumimoji="1" sz="2000">
          <a:solidFill>
            <a:schemeClr val="tx1"/>
          </a:solidFill>
          <a:latin typeface="Arial" charset="0"/>
          <a:ea typeface="+mn-ea"/>
        </a:defRPr>
      </a:lvl4pPr>
      <a:lvl5pPr marL="2057400" indent="-228600" algn="l" rtl="0" eaLnBrk="0" fontAlgn="base" hangingPunct="0">
        <a:spcBef>
          <a:spcPct val="20000"/>
        </a:spcBef>
        <a:spcAft>
          <a:spcPct val="0"/>
        </a:spcAft>
        <a:buChar char="»"/>
        <a:defRPr kumimoji="1" sz="2000">
          <a:solidFill>
            <a:schemeClr val="tx1"/>
          </a:solidFill>
          <a:latin typeface="Arial" charset="0"/>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png"/><Relationship Id="rId7" Type="http://schemas.openxmlformats.org/officeDocument/2006/relationships/diagramColors" Target="../diagrams/colors2.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2EC97-F625-B436-D4F2-D5CE58133821}"/>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288BC508-EB26-DEF4-07A6-1AEE4A116FBA}"/>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79FBF908-99B3-500D-CC39-492160751020}"/>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現状、分散では、</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13C05C51-F694-BB4E-8A94-F6E1B39D734A}"/>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C3C5BADB-F074-0382-B3F9-BA2BD3312484}"/>
              </a:ext>
            </a:extLst>
          </p:cNvPr>
          <p:cNvSpPr/>
          <p:nvPr/>
        </p:nvSpPr>
        <p:spPr bwMode="auto">
          <a:xfrm>
            <a:off x="272480" y="1871439"/>
            <a:ext cx="399600" cy="4214583"/>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ツール推進の考え方</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61881F01-43DA-37E7-402F-557C5EFD09BE}"/>
              </a:ext>
            </a:extLst>
          </p:cNvPr>
          <p:cNvSpPr txBox="1">
            <a:spLocks noChangeArrowheads="1"/>
          </p:cNvSpPr>
          <p:nvPr/>
        </p:nvSpPr>
        <p:spPr bwMode="auto">
          <a:xfrm>
            <a:off x="695394" y="1877311"/>
            <a:ext cx="9120953" cy="4208711"/>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システムで</a:t>
            </a:r>
            <a:r>
              <a:rPr lang="ja-JP" altLang="en-US" sz="1200" dirty="0">
                <a:latin typeface="Meiryo UI" panose="020B0604030504040204" pitchFamily="50" charset="-128"/>
                <a:ea typeface="Meiryo UI" panose="020B0604030504040204" pitchFamily="50" charset="-128"/>
              </a:rPr>
              <a:t>は標準化の度合いが高く、テスト計画作業に単純な手作業の部分はパターン化にして、自動化検討を行いました。</a:t>
            </a:r>
            <a:endParaRPr lang="en-US" altLang="ja-JP" sz="1200" dirty="0">
              <a:latin typeface="Meiryo UI" panose="020B0604030504040204" pitchFamily="50" charset="-128"/>
              <a:ea typeface="Meiryo UI" panose="020B0604030504040204" pitchFamily="50" charset="-128"/>
            </a:endParaRPr>
          </a:p>
        </p:txBody>
      </p:sp>
      <p:graphicFrame>
        <p:nvGraphicFramePr>
          <p:cNvPr id="173" name="図表 172">
            <a:extLst>
              <a:ext uri="{FF2B5EF4-FFF2-40B4-BE49-F238E27FC236}">
                <a16:creationId xmlns:a16="http://schemas.microsoft.com/office/drawing/2014/main" id="{912BF09B-B1AB-1284-3424-869C103B3F8B}"/>
              </a:ext>
            </a:extLst>
          </p:cNvPr>
          <p:cNvGraphicFramePr/>
          <p:nvPr>
            <p:extLst>
              <p:ext uri="{D42A27DB-BD31-4B8C-83A1-F6EECF244321}">
                <p14:modId xmlns:p14="http://schemas.microsoft.com/office/powerpoint/2010/main" val="1117978901"/>
              </p:ext>
            </p:extLst>
          </p:nvPr>
        </p:nvGraphicFramePr>
        <p:xfrm>
          <a:off x="835182" y="2330018"/>
          <a:ext cx="8870345" cy="16470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85" name="テキスト ボックス 184">
            <a:extLst>
              <a:ext uri="{FF2B5EF4-FFF2-40B4-BE49-F238E27FC236}">
                <a16:creationId xmlns:a16="http://schemas.microsoft.com/office/drawing/2014/main" id="{3DCE789D-E8E9-3408-CA36-81B361E446F9}"/>
              </a:ext>
            </a:extLst>
          </p:cNvPr>
          <p:cNvSpPr txBox="1"/>
          <p:nvPr/>
        </p:nvSpPr>
        <p:spPr>
          <a:xfrm>
            <a:off x="835183" y="4527105"/>
            <a:ext cx="8870344" cy="1492716"/>
          </a:xfrm>
          <a:prstGeom prst="rect">
            <a:avLst/>
          </a:prstGeom>
          <a:solidFill>
            <a:schemeClr val="accent1">
              <a:lumMod val="20000"/>
              <a:lumOff val="80000"/>
            </a:schemeClr>
          </a:solidFill>
        </p:spPr>
        <p:txBody>
          <a:bodyPr wrap="square" rtlCol="0">
            <a:spAutoFit/>
          </a:bodyPr>
          <a:lstStyle/>
          <a:p>
            <a:pPr>
              <a:spcAft>
                <a:spcPts val="300"/>
              </a:spcAft>
              <a:buClr>
                <a:srgbClr val="4F81BD"/>
              </a:buClr>
              <a:buFont typeface="Wingdings" pitchFamily="2" charset="2"/>
              <a:buChar char="u"/>
            </a:pP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この部分は、下記の特徴であり、自動化推進可能</a:t>
            </a:r>
            <a:endParaRPr lang="en-US" altLang="ja-JP" sz="16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成果物フォーマットが標準化されて、フォーマット構成も統一であるため、ツール導入可能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詳細設計ドキュメント、ソースも標準化されて、ツール解析も可能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テスト基準に従って、同一な</a:t>
            </a: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類型のテストパータンが同じ、事前に雛形を用意し、ツールで書き込み可能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表の合併・分割が多くて、</a:t>
            </a: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VBA</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ツールより整理可能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171450" indent="-171450">
              <a:spcAft>
                <a:spcPts val="300"/>
              </a:spcAft>
              <a:buClr>
                <a:srgbClr val="4F81BD"/>
              </a:buClr>
              <a:buFont typeface="Wingdings" panose="05000000000000000000" pitchFamily="2" charset="2"/>
              <a:buChar char="u"/>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また、</a:t>
            </a:r>
            <a:r>
              <a:rPr lang="ja-JP" altLang="en-US" dirty="0"/>
              <a:t>最近注目されている生成型</a:t>
            </a:r>
            <a:r>
              <a:rPr lang="en-US" altLang="ja-JP" dirty="0"/>
              <a:t>AI</a:t>
            </a:r>
            <a:r>
              <a:rPr lang="ja-JP" altLang="en-US" dirty="0"/>
              <a:t>（</a:t>
            </a:r>
            <a:r>
              <a:rPr lang="en-US" altLang="ja-JP" dirty="0" err="1"/>
              <a:t>Coplit</a:t>
            </a:r>
            <a:r>
              <a:rPr lang="ja-JP" altLang="en-US" dirty="0"/>
              <a:t>）は、分散型言語</a:t>
            </a:r>
            <a:r>
              <a:rPr lang="en-US" altLang="ja-JP" dirty="0"/>
              <a:t>VBA</a:t>
            </a:r>
            <a:r>
              <a:rPr lang="ja-JP" altLang="en-US" dirty="0"/>
              <a:t>、</a:t>
            </a:r>
            <a:r>
              <a:rPr lang="en-US" altLang="ja-JP" dirty="0"/>
              <a:t>JAVA</a:t>
            </a:r>
            <a:r>
              <a:rPr lang="ja-JP" altLang="en-US" dirty="0"/>
              <a:t>、</a:t>
            </a:r>
            <a:r>
              <a:rPr lang="en-US" altLang="ja-JP" dirty="0"/>
              <a:t> Python</a:t>
            </a:r>
            <a:r>
              <a:rPr lang="ja-JP" altLang="en-US" dirty="0"/>
              <a:t>のソースを生成できるので、生成型</a:t>
            </a:r>
            <a:r>
              <a:rPr lang="en-US" altLang="ja-JP" dirty="0"/>
              <a:t>AI</a:t>
            </a:r>
            <a:r>
              <a:rPr lang="ja-JP" altLang="en-US" dirty="0"/>
              <a:t>（</a:t>
            </a:r>
            <a:r>
              <a:rPr lang="en-US" altLang="ja-JP" dirty="0" err="1"/>
              <a:t>Coplit</a:t>
            </a:r>
            <a:r>
              <a:rPr lang="ja-JP" altLang="en-US" dirty="0"/>
              <a:t>） より</a:t>
            </a:r>
            <a:endParaRPr lang="en-US" altLang="ja-JP" dirty="0"/>
          </a:p>
          <a:p>
            <a:pPr>
              <a:spcAft>
                <a:spcPts val="300"/>
              </a:spcAft>
              <a:buClr>
                <a:srgbClr val="4F81BD"/>
              </a:buClr>
            </a:pPr>
            <a:r>
              <a:rPr lang="ja-JP" altLang="en-US" dirty="0"/>
              <a:t>　　ツール開発と考えております。</a:t>
            </a:r>
          </a:p>
        </p:txBody>
      </p:sp>
      <p:sp>
        <p:nvSpPr>
          <p:cNvPr id="186" name="テキスト ボックス 16">
            <a:extLst>
              <a:ext uri="{FF2B5EF4-FFF2-40B4-BE49-F238E27FC236}">
                <a16:creationId xmlns:a16="http://schemas.microsoft.com/office/drawing/2014/main" id="{D7509E0B-4B55-61AA-388D-B1ECDF0D70DF}"/>
              </a:ext>
            </a:extLst>
          </p:cNvPr>
          <p:cNvSpPr txBox="1">
            <a:spLocks noChangeArrowheads="1"/>
          </p:cNvSpPr>
          <p:nvPr/>
        </p:nvSpPr>
        <p:spPr bwMode="auto">
          <a:xfrm>
            <a:off x="835183" y="2091061"/>
            <a:ext cx="1525529"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en-US" altLang="ja-JP" sz="1000" dirty="0">
                <a:solidFill>
                  <a:prstClr val="black"/>
                </a:solidFill>
                <a:latin typeface="Meiryo UI" pitchFamily="50" charset="-128"/>
                <a:ea typeface="Meiryo UI" pitchFamily="50" charset="-128"/>
                <a:cs typeface="Meiryo UI" pitchFamily="50" charset="-128"/>
              </a:rPr>
              <a:t>※</a:t>
            </a:r>
            <a:r>
              <a:rPr lang="ja-JP" altLang="en-US" sz="1000" dirty="0">
                <a:solidFill>
                  <a:prstClr val="black"/>
                </a:solidFill>
                <a:latin typeface="Meiryo UI" pitchFamily="50" charset="-128"/>
                <a:ea typeface="Meiryo UI" pitchFamily="50" charset="-128"/>
                <a:cs typeface="Meiryo UI" pitchFamily="50" charset="-128"/>
              </a:rPr>
              <a:t>テスト計画作業流れ：</a:t>
            </a:r>
          </a:p>
        </p:txBody>
      </p:sp>
      <p:sp>
        <p:nvSpPr>
          <p:cNvPr id="154" name="テキスト ボックス 16">
            <a:extLst>
              <a:ext uri="{FF2B5EF4-FFF2-40B4-BE49-F238E27FC236}">
                <a16:creationId xmlns:a16="http://schemas.microsoft.com/office/drawing/2014/main" id="{8D89BAE4-84BF-4551-3FEF-B3560AB46E0B}"/>
              </a:ext>
            </a:extLst>
          </p:cNvPr>
          <p:cNvSpPr txBox="1">
            <a:spLocks noChangeArrowheads="1"/>
          </p:cNvSpPr>
          <p:nvPr/>
        </p:nvSpPr>
        <p:spPr bwMode="auto">
          <a:xfrm>
            <a:off x="896025" y="2571291"/>
            <a:ext cx="1403844"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t>詳細設計読み合わせ</a:t>
            </a:r>
          </a:p>
        </p:txBody>
      </p:sp>
      <p:sp>
        <p:nvSpPr>
          <p:cNvPr id="187" name="テキスト ボックス 16">
            <a:extLst>
              <a:ext uri="{FF2B5EF4-FFF2-40B4-BE49-F238E27FC236}">
                <a16:creationId xmlns:a16="http://schemas.microsoft.com/office/drawing/2014/main" id="{2B012CEB-9175-631F-C87B-BF38682C4129}"/>
              </a:ext>
            </a:extLst>
          </p:cNvPr>
          <p:cNvSpPr txBox="1">
            <a:spLocks noChangeArrowheads="1"/>
          </p:cNvSpPr>
          <p:nvPr/>
        </p:nvSpPr>
        <p:spPr bwMode="auto">
          <a:xfrm>
            <a:off x="3202979" y="2566562"/>
            <a:ext cx="1403844" cy="3693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en-US" altLang="ja-JP" sz="900" dirty="0"/>
              <a:t>PGM</a:t>
            </a:r>
            <a:r>
              <a:rPr lang="ja-JP" altLang="en-US" sz="900" dirty="0"/>
              <a:t>類型より</a:t>
            </a:r>
            <a:endParaRPr lang="en-US" altLang="ja-JP" sz="900" dirty="0"/>
          </a:p>
          <a:p>
            <a:pPr marL="0" indent="0" eaLnBrk="1" hangingPunct="1">
              <a:spcBef>
                <a:spcPct val="0"/>
              </a:spcBef>
              <a:buNone/>
            </a:pPr>
            <a:r>
              <a:rPr lang="ja-JP" altLang="en-US" sz="900" dirty="0"/>
              <a:t>　　テストパータン決定</a:t>
            </a:r>
          </a:p>
        </p:txBody>
      </p:sp>
      <p:sp>
        <p:nvSpPr>
          <p:cNvPr id="188" name="テキスト ボックス 16">
            <a:extLst>
              <a:ext uri="{FF2B5EF4-FFF2-40B4-BE49-F238E27FC236}">
                <a16:creationId xmlns:a16="http://schemas.microsoft.com/office/drawing/2014/main" id="{E899C7B3-BC71-C4BB-2C48-7731B2263524}"/>
              </a:ext>
            </a:extLst>
          </p:cNvPr>
          <p:cNvSpPr txBox="1">
            <a:spLocks noChangeArrowheads="1"/>
          </p:cNvSpPr>
          <p:nvPr/>
        </p:nvSpPr>
        <p:spPr bwMode="auto">
          <a:xfrm>
            <a:off x="5509933" y="2519347"/>
            <a:ext cx="1403844" cy="3693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t>テストパータンより、</a:t>
            </a:r>
            <a:endParaRPr lang="en-US" altLang="ja-JP" sz="900" dirty="0"/>
          </a:p>
          <a:p>
            <a:pPr marL="0" indent="0" eaLnBrk="1" hangingPunct="1">
              <a:spcBef>
                <a:spcPct val="0"/>
              </a:spcBef>
              <a:buNone/>
            </a:pPr>
            <a:r>
              <a:rPr lang="ja-JP" altLang="en-US" sz="900" dirty="0"/>
              <a:t>　　テストケース作成</a:t>
            </a:r>
          </a:p>
        </p:txBody>
      </p:sp>
      <p:sp>
        <p:nvSpPr>
          <p:cNvPr id="189" name="テキスト ボックス 16">
            <a:extLst>
              <a:ext uri="{FF2B5EF4-FFF2-40B4-BE49-F238E27FC236}">
                <a16:creationId xmlns:a16="http://schemas.microsoft.com/office/drawing/2014/main" id="{F37D3023-A4D8-145A-EB97-A36C29392910}"/>
              </a:ext>
            </a:extLst>
          </p:cNvPr>
          <p:cNvSpPr txBox="1">
            <a:spLocks noChangeArrowheads="1"/>
          </p:cNvSpPr>
          <p:nvPr/>
        </p:nvSpPr>
        <p:spPr bwMode="auto">
          <a:xfrm>
            <a:off x="8254004" y="2913104"/>
            <a:ext cx="1403844" cy="50783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None/>
            </a:pPr>
            <a:r>
              <a:rPr lang="ja-JP" altLang="en-US" sz="900" dirty="0"/>
              <a:t>・仕様より、ケースを満たす入力データを設計、出力結果を想定</a:t>
            </a:r>
            <a:endParaRPr lang="en-US" altLang="ja-JP" sz="900" dirty="0"/>
          </a:p>
        </p:txBody>
      </p:sp>
      <p:sp>
        <p:nvSpPr>
          <p:cNvPr id="190" name="正方形/長方形 189">
            <a:extLst>
              <a:ext uri="{FF2B5EF4-FFF2-40B4-BE49-F238E27FC236}">
                <a16:creationId xmlns:a16="http://schemas.microsoft.com/office/drawing/2014/main" id="{D1402FCD-E57E-5B91-EA67-CEA57B4FD142}"/>
              </a:ext>
            </a:extLst>
          </p:cNvPr>
          <p:cNvSpPr/>
          <p:nvPr/>
        </p:nvSpPr>
        <p:spPr bwMode="auto">
          <a:xfrm>
            <a:off x="3008784" y="2214171"/>
            <a:ext cx="4464496" cy="2078925"/>
          </a:xfrm>
          <a:prstGeom prst="rect">
            <a:avLst/>
          </a:prstGeom>
          <a:noFill/>
          <a:ln w="19050" cap="flat" cmpd="sng" algn="ctr">
            <a:solidFill>
              <a:srgbClr val="FF0000"/>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91" name="矢印: 下 190">
            <a:extLst>
              <a:ext uri="{FF2B5EF4-FFF2-40B4-BE49-F238E27FC236}">
                <a16:creationId xmlns:a16="http://schemas.microsoft.com/office/drawing/2014/main" id="{2092E44A-586B-188E-E88A-C03E767E2E9B}"/>
              </a:ext>
            </a:extLst>
          </p:cNvPr>
          <p:cNvSpPr/>
          <p:nvPr/>
        </p:nvSpPr>
        <p:spPr bwMode="auto">
          <a:xfrm>
            <a:off x="4971893" y="4308662"/>
            <a:ext cx="648072" cy="382912"/>
          </a:xfrm>
          <a:prstGeom prst="down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92" name="テキスト ボックス 16">
            <a:extLst>
              <a:ext uri="{FF2B5EF4-FFF2-40B4-BE49-F238E27FC236}">
                <a16:creationId xmlns:a16="http://schemas.microsoft.com/office/drawing/2014/main" id="{3F3B4038-1F77-7178-DD90-0CA4A0F32B22}"/>
              </a:ext>
            </a:extLst>
          </p:cNvPr>
          <p:cNvSpPr txBox="1">
            <a:spLocks noChangeArrowheads="1"/>
          </p:cNvSpPr>
          <p:nvPr/>
        </p:nvSpPr>
        <p:spPr bwMode="auto">
          <a:xfrm>
            <a:off x="2940814" y="4019888"/>
            <a:ext cx="2314448"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en-US" altLang="ja-JP" sz="1000" dirty="0">
                <a:solidFill>
                  <a:prstClr val="black"/>
                </a:solidFill>
                <a:latin typeface="Meiryo UI" pitchFamily="50" charset="-128"/>
                <a:ea typeface="Meiryo UI" pitchFamily="50" charset="-128"/>
                <a:cs typeface="Meiryo UI" pitchFamily="50" charset="-128"/>
              </a:rPr>
              <a:t>※</a:t>
            </a:r>
            <a:r>
              <a:rPr lang="ja-JP" altLang="en-US" sz="1000" dirty="0">
                <a:solidFill>
                  <a:prstClr val="black"/>
                </a:solidFill>
                <a:latin typeface="Meiryo UI" pitchFamily="50" charset="-128"/>
                <a:ea typeface="Meiryo UI" pitchFamily="50" charset="-128"/>
                <a:cs typeface="Meiryo UI" pitchFamily="50" charset="-128"/>
              </a:rPr>
              <a:t>この中に単純な手作業があり</a:t>
            </a:r>
          </a:p>
        </p:txBody>
      </p:sp>
    </p:spTree>
    <p:extLst>
      <p:ext uri="{BB962C8B-B14F-4D97-AF65-F5344CB8AC3E}">
        <p14:creationId xmlns:p14="http://schemas.microsoft.com/office/powerpoint/2010/main" val="2250803534"/>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224B3-733C-ADC7-714A-473C6BD5CA07}"/>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976700EE-D86F-08AC-1164-E1D228EEDBF5}"/>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A0D92410-2236-55C6-5476-0444C3227583}"/>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現状、分散では、</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70CE702-1FB4-4134-C7A8-60FF732C67E6}"/>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B2CE111B-89E0-D9E2-82EF-9954B356F0E6}"/>
              </a:ext>
            </a:extLst>
          </p:cNvPr>
          <p:cNvSpPr/>
          <p:nvPr/>
        </p:nvSpPr>
        <p:spPr bwMode="auto">
          <a:xfrm>
            <a:off x="27248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60745DB8-C177-FD5B-C499-BCC4DC9D2F7C}"/>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システムで</a:t>
            </a:r>
            <a:r>
              <a:rPr lang="ja-JP" altLang="en-US" sz="1200" dirty="0">
                <a:latin typeface="Meiryo UI" panose="020B0604030504040204" pitchFamily="50" charset="-128"/>
                <a:ea typeface="Meiryo UI" panose="020B0604030504040204" pitchFamily="50" charset="-128"/>
              </a:rPr>
              <a:t>は標準化の度合いが高く、テスト計画作業に単純な手作業の部分はパターン化にして、自動化検討を行いました。</a:t>
            </a:r>
            <a:endParaRPr lang="en-US" altLang="ja-JP" sz="1200" dirty="0">
              <a:latin typeface="Meiryo UI" panose="020B0604030504040204" pitchFamily="50" charset="-128"/>
              <a:ea typeface="Meiryo UI" panose="020B0604030504040204" pitchFamily="50" charset="-128"/>
            </a:endParaRPr>
          </a:p>
          <a:p>
            <a:pPr fontAlgn="base">
              <a:spcAft>
                <a:spcPts val="300"/>
              </a:spcAft>
              <a:buClr>
                <a:srgbClr val="4F81BD"/>
              </a:buClr>
              <a:buFont typeface="Wingdings" pitchFamily="2" charset="2"/>
              <a:buChar char="u"/>
            </a:pP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におけるテスト計画では、下記の特徴であり。</a:t>
            </a:r>
            <a:endParaRPr lang="en-US" altLang="ja-JP" sz="16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成果物フォーマットは標準化されて、フォーマット構成が統一であり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詳細設計ドキュメント、ソースも標準化されて、ツール解析可能</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テスト基準に従って、同一な</a:t>
            </a: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類型のテストパータンが同じ</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a:p>
            <a:pPr marL="742950" lvl="1" indent="-285750">
              <a:spcAft>
                <a:spcPts val="300"/>
              </a:spcAft>
              <a:buClr>
                <a:srgbClr val="4F81BD"/>
              </a:buClr>
              <a:buFont typeface="Wingdings" panose="05000000000000000000" pitchFamily="2" charset="2"/>
              <a:buChar char="ü"/>
            </a:pPr>
            <a:r>
              <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表の合併、分割が多く、整理時間がかかり</a:t>
            </a:r>
            <a:endParaRPr lang="en-US" altLang="ja-JP" sz="10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1A0E3359-054E-C504-5782-520E5575A022}"/>
              </a:ext>
            </a:extLst>
          </p:cNvPr>
          <p:cNvSpPr>
            <a:spLocks noChangeArrowheads="1"/>
          </p:cNvSpPr>
          <p:nvPr/>
        </p:nvSpPr>
        <p:spPr bwMode="auto">
          <a:xfrm>
            <a:off x="3795670" y="4533171"/>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1" name="AutoShape 257">
            <a:hlinkClick r:id="" action="ppaction://noaction"/>
            <a:extLst>
              <a:ext uri="{FF2B5EF4-FFF2-40B4-BE49-F238E27FC236}">
                <a16:creationId xmlns:a16="http://schemas.microsoft.com/office/drawing/2014/main" id="{81F0BEA1-5C14-327A-2CBF-5C596D48D44F}"/>
              </a:ext>
            </a:extLst>
          </p:cNvPr>
          <p:cNvSpPr>
            <a:spLocks noChangeArrowheads="1"/>
          </p:cNvSpPr>
          <p:nvPr/>
        </p:nvSpPr>
        <p:spPr bwMode="auto">
          <a:xfrm>
            <a:off x="6802672" y="453636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18" name="二等辺三角形 117">
            <a:extLst>
              <a:ext uri="{FF2B5EF4-FFF2-40B4-BE49-F238E27FC236}">
                <a16:creationId xmlns:a16="http://schemas.microsoft.com/office/drawing/2014/main" id="{AC484C0A-89EE-3091-4396-E12CB110769B}"/>
              </a:ext>
            </a:extLst>
          </p:cNvPr>
          <p:cNvSpPr/>
          <p:nvPr/>
        </p:nvSpPr>
        <p:spPr bwMode="auto">
          <a:xfrm rot="5400000">
            <a:off x="4173501" y="5052099"/>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0" name="二等辺三角形 119">
            <a:extLst>
              <a:ext uri="{FF2B5EF4-FFF2-40B4-BE49-F238E27FC236}">
                <a16:creationId xmlns:a16="http://schemas.microsoft.com/office/drawing/2014/main" id="{13EE6370-65F8-2593-DAB0-25923756CB16}"/>
              </a:ext>
            </a:extLst>
          </p:cNvPr>
          <p:cNvSpPr/>
          <p:nvPr/>
        </p:nvSpPr>
        <p:spPr bwMode="auto">
          <a:xfrm rot="5400000">
            <a:off x="6325672" y="478343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1" name="二等辺三角形 120">
            <a:extLst>
              <a:ext uri="{FF2B5EF4-FFF2-40B4-BE49-F238E27FC236}">
                <a16:creationId xmlns:a16="http://schemas.microsoft.com/office/drawing/2014/main" id="{B3679A28-34CD-4512-7AB1-F295910F3C80}"/>
              </a:ext>
            </a:extLst>
          </p:cNvPr>
          <p:cNvSpPr/>
          <p:nvPr/>
        </p:nvSpPr>
        <p:spPr bwMode="auto">
          <a:xfrm rot="5400000">
            <a:off x="7225055" y="4908722"/>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4" name="正方形/長方形 123">
            <a:extLst>
              <a:ext uri="{FF2B5EF4-FFF2-40B4-BE49-F238E27FC236}">
                <a16:creationId xmlns:a16="http://schemas.microsoft.com/office/drawing/2014/main" id="{DC0A02FA-8522-1845-ED0D-A430F868945C}"/>
              </a:ext>
            </a:extLst>
          </p:cNvPr>
          <p:cNvSpPr/>
          <p:nvPr/>
        </p:nvSpPr>
        <p:spPr bwMode="auto">
          <a:xfrm>
            <a:off x="7806247" y="4823539"/>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125" name="テキスト ボックス 16">
            <a:extLst>
              <a:ext uri="{FF2B5EF4-FFF2-40B4-BE49-F238E27FC236}">
                <a16:creationId xmlns:a16="http://schemas.microsoft.com/office/drawing/2014/main" id="{54A47A37-1CEB-F829-B8EF-7C123E76C402}"/>
              </a:ext>
            </a:extLst>
          </p:cNvPr>
          <p:cNvSpPr txBox="1">
            <a:spLocks noChangeArrowheads="1"/>
          </p:cNvSpPr>
          <p:nvPr/>
        </p:nvSpPr>
        <p:spPr bwMode="auto">
          <a:xfrm>
            <a:off x="7617296" y="5126576"/>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sp>
        <p:nvSpPr>
          <p:cNvPr id="136" name="テキスト ボックス 16">
            <a:extLst>
              <a:ext uri="{FF2B5EF4-FFF2-40B4-BE49-F238E27FC236}">
                <a16:creationId xmlns:a16="http://schemas.microsoft.com/office/drawing/2014/main" id="{7AAA457E-6E50-A327-39CD-425673D2AE72}"/>
              </a:ext>
            </a:extLst>
          </p:cNvPr>
          <p:cNvSpPr txBox="1">
            <a:spLocks noChangeArrowheads="1"/>
          </p:cNvSpPr>
          <p:nvPr/>
        </p:nvSpPr>
        <p:spPr bwMode="auto">
          <a:xfrm>
            <a:off x="1839286" y="3765318"/>
            <a:ext cx="1806576" cy="400110"/>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詳細設計等入手資料より上記の内容を確認</a:t>
            </a:r>
          </a:p>
        </p:txBody>
      </p:sp>
      <p:grpSp>
        <p:nvGrpSpPr>
          <p:cNvPr id="137" name="グループ化 136">
            <a:extLst>
              <a:ext uri="{FF2B5EF4-FFF2-40B4-BE49-F238E27FC236}">
                <a16:creationId xmlns:a16="http://schemas.microsoft.com/office/drawing/2014/main" id="{DA9C1AA8-DDBF-781E-1462-89A312010A44}"/>
              </a:ext>
            </a:extLst>
          </p:cNvPr>
          <p:cNvGrpSpPr/>
          <p:nvPr/>
        </p:nvGrpSpPr>
        <p:grpSpPr>
          <a:xfrm>
            <a:off x="4769559" y="4505548"/>
            <a:ext cx="1745335" cy="1515740"/>
            <a:chOff x="5979274" y="2077686"/>
            <a:chExt cx="1404275" cy="1515740"/>
          </a:xfrm>
        </p:grpSpPr>
        <p:sp>
          <p:nvSpPr>
            <p:cNvPr id="138" name="正方形/長方形 137">
              <a:extLst>
                <a:ext uri="{FF2B5EF4-FFF2-40B4-BE49-F238E27FC236}">
                  <a16:creationId xmlns:a16="http://schemas.microsoft.com/office/drawing/2014/main" id="{6E7C0DC6-487B-15CD-6EAD-D4A9BB53D071}"/>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9" name="正方形/長方形 138">
              <a:extLst>
                <a:ext uri="{FF2B5EF4-FFF2-40B4-BE49-F238E27FC236}">
                  <a16:creationId xmlns:a16="http://schemas.microsoft.com/office/drawing/2014/main" id="{81C257EF-4A71-E964-1416-D214AF276433}"/>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0" name="正方形/長方形 139">
              <a:extLst>
                <a:ext uri="{FF2B5EF4-FFF2-40B4-BE49-F238E27FC236}">
                  <a16:creationId xmlns:a16="http://schemas.microsoft.com/office/drawing/2014/main" id="{90F6A3E1-FE1C-FA4F-A9EF-170F69D6A4F4}"/>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141" name="正方形/長方形 140">
              <a:extLst>
                <a:ext uri="{FF2B5EF4-FFF2-40B4-BE49-F238E27FC236}">
                  <a16:creationId xmlns:a16="http://schemas.microsoft.com/office/drawing/2014/main" id="{BC51B527-7570-CAEA-FB51-C895AE6BB6B0}"/>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142" name="正方形/長方形 141">
              <a:extLst>
                <a:ext uri="{FF2B5EF4-FFF2-40B4-BE49-F238E27FC236}">
                  <a16:creationId xmlns:a16="http://schemas.microsoft.com/office/drawing/2014/main" id="{11708B10-7A74-68BE-0A82-FE81707423E2}"/>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4" name="テキスト ボックス 16">
              <a:extLst>
                <a:ext uri="{FF2B5EF4-FFF2-40B4-BE49-F238E27FC236}">
                  <a16:creationId xmlns:a16="http://schemas.microsoft.com/office/drawing/2014/main" id="{006A3E0D-B0E5-6B1E-83BB-90DBA973985E}"/>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手作業で別紙を作成</a:t>
              </a:r>
            </a:p>
          </p:txBody>
        </p:sp>
      </p:grpSp>
      <p:sp>
        <p:nvSpPr>
          <p:cNvPr id="147" name="AutoShape 257">
            <a:hlinkClick r:id="" action="ppaction://noaction"/>
            <a:extLst>
              <a:ext uri="{FF2B5EF4-FFF2-40B4-BE49-F238E27FC236}">
                <a16:creationId xmlns:a16="http://schemas.microsoft.com/office/drawing/2014/main" id="{1593014F-657C-EF77-DEBC-009AB8B2A2F6}"/>
              </a:ext>
            </a:extLst>
          </p:cNvPr>
          <p:cNvSpPr>
            <a:spLocks noChangeArrowheads="1"/>
          </p:cNvSpPr>
          <p:nvPr/>
        </p:nvSpPr>
        <p:spPr bwMode="auto">
          <a:xfrm>
            <a:off x="3795670" y="523479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8" name="AutoShape 257">
            <a:hlinkClick r:id="" action="ppaction://noaction"/>
            <a:extLst>
              <a:ext uri="{FF2B5EF4-FFF2-40B4-BE49-F238E27FC236}">
                <a16:creationId xmlns:a16="http://schemas.microsoft.com/office/drawing/2014/main" id="{0C65A24E-944C-6627-BF4A-CA29F84EEAFC}"/>
              </a:ext>
            </a:extLst>
          </p:cNvPr>
          <p:cNvSpPr>
            <a:spLocks noChangeArrowheads="1"/>
          </p:cNvSpPr>
          <p:nvPr/>
        </p:nvSpPr>
        <p:spPr bwMode="auto">
          <a:xfrm>
            <a:off x="6803327" y="523328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ソース</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9" name="AutoShape 257">
            <a:hlinkClick r:id="" action="ppaction://noaction"/>
            <a:extLst>
              <a:ext uri="{FF2B5EF4-FFF2-40B4-BE49-F238E27FC236}">
                <a16:creationId xmlns:a16="http://schemas.microsoft.com/office/drawing/2014/main" id="{F6249831-0F3E-C449-C72C-77F435ABF058}"/>
              </a:ext>
            </a:extLst>
          </p:cNvPr>
          <p:cNvSpPr>
            <a:spLocks noChangeArrowheads="1"/>
          </p:cNvSpPr>
          <p:nvPr/>
        </p:nvSpPr>
        <p:spPr bwMode="auto">
          <a:xfrm>
            <a:off x="8852328" y="4829652"/>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50" name="Picture 37" descr="j0433941">
            <a:extLst>
              <a:ext uri="{FF2B5EF4-FFF2-40B4-BE49-F238E27FC236}">
                <a16:creationId xmlns:a16="http://schemas.microsoft.com/office/drawing/2014/main" id="{DBE2805C-2AC6-B68E-DFEA-3E413598025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9144" y="572205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37" descr="j0433941">
            <a:extLst>
              <a:ext uri="{FF2B5EF4-FFF2-40B4-BE49-F238E27FC236}">
                <a16:creationId xmlns:a16="http://schemas.microsoft.com/office/drawing/2014/main" id="{3FB9410C-88A7-01DF-7DB6-2EF7997193D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0737" y="3902735"/>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37" descr="j0433941">
            <a:extLst>
              <a:ext uri="{FF2B5EF4-FFF2-40B4-BE49-F238E27FC236}">
                <a16:creationId xmlns:a16="http://schemas.microsoft.com/office/drawing/2014/main" id="{7EF0B008-5C64-C87D-BE5B-41C3D687A10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5156" y="571073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テキスト ボックス 16">
            <a:extLst>
              <a:ext uri="{FF2B5EF4-FFF2-40B4-BE49-F238E27FC236}">
                <a16:creationId xmlns:a16="http://schemas.microsoft.com/office/drawing/2014/main" id="{BF4602A1-9267-C45C-27A9-B529E831A093}"/>
              </a:ext>
            </a:extLst>
          </p:cNvPr>
          <p:cNvSpPr txBox="1">
            <a:spLocks noChangeArrowheads="1"/>
          </p:cNvSpPr>
          <p:nvPr/>
        </p:nvSpPr>
        <p:spPr bwMode="auto">
          <a:xfrm>
            <a:off x="7681048" y="5771121"/>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154" name="テキスト ボックス 16">
            <a:extLst>
              <a:ext uri="{FF2B5EF4-FFF2-40B4-BE49-F238E27FC236}">
                <a16:creationId xmlns:a16="http://schemas.microsoft.com/office/drawing/2014/main" id="{43EA6735-0DC5-C812-F2D2-E98A3861FE47}"/>
              </a:ext>
            </a:extLst>
          </p:cNvPr>
          <p:cNvSpPr txBox="1">
            <a:spLocks noChangeArrowheads="1"/>
          </p:cNvSpPr>
          <p:nvPr/>
        </p:nvSpPr>
        <p:spPr bwMode="auto">
          <a:xfrm>
            <a:off x="6580306" y="2897736"/>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155" name="正方形/長方形 154">
            <a:extLst>
              <a:ext uri="{FF2B5EF4-FFF2-40B4-BE49-F238E27FC236}">
                <a16:creationId xmlns:a16="http://schemas.microsoft.com/office/drawing/2014/main" id="{4496131F-1337-CEA4-2CBB-E16902B558DE}"/>
              </a:ext>
            </a:extLst>
          </p:cNvPr>
          <p:cNvSpPr/>
          <p:nvPr/>
        </p:nvSpPr>
        <p:spPr bwMode="auto">
          <a:xfrm>
            <a:off x="1856656" y="4660414"/>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6" name="正方形/長方形 155">
            <a:extLst>
              <a:ext uri="{FF2B5EF4-FFF2-40B4-BE49-F238E27FC236}">
                <a16:creationId xmlns:a16="http://schemas.microsoft.com/office/drawing/2014/main" id="{E2B4DBE1-3BF5-AAC6-A9B1-17FD78F0203E}"/>
              </a:ext>
            </a:extLst>
          </p:cNvPr>
          <p:cNvSpPr/>
          <p:nvPr/>
        </p:nvSpPr>
        <p:spPr bwMode="auto">
          <a:xfrm>
            <a:off x="1856656" y="507748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7" name="正方形/長方形 156">
            <a:extLst>
              <a:ext uri="{FF2B5EF4-FFF2-40B4-BE49-F238E27FC236}">
                <a16:creationId xmlns:a16="http://schemas.microsoft.com/office/drawing/2014/main" id="{F5C6FB8E-94A9-6973-5D4A-B5A8F8A5F35F}"/>
              </a:ext>
            </a:extLst>
          </p:cNvPr>
          <p:cNvSpPr/>
          <p:nvPr/>
        </p:nvSpPr>
        <p:spPr bwMode="auto">
          <a:xfrm>
            <a:off x="1856656" y="550900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正方形/長方形 157">
            <a:extLst>
              <a:ext uri="{FF2B5EF4-FFF2-40B4-BE49-F238E27FC236}">
                <a16:creationId xmlns:a16="http://schemas.microsoft.com/office/drawing/2014/main" id="{7DA2858E-D840-527F-9B9E-E61D5A9CB23C}"/>
              </a:ext>
            </a:extLst>
          </p:cNvPr>
          <p:cNvSpPr/>
          <p:nvPr/>
        </p:nvSpPr>
        <p:spPr bwMode="auto">
          <a:xfrm>
            <a:off x="1856656" y="594052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1" name="矩形 10">
            <a:extLst>
              <a:ext uri="{FF2B5EF4-FFF2-40B4-BE49-F238E27FC236}">
                <a16:creationId xmlns:a16="http://schemas.microsoft.com/office/drawing/2014/main" id="{C274D295-B628-FFB9-9A52-D188376505AC}"/>
              </a:ext>
            </a:extLst>
          </p:cNvPr>
          <p:cNvSpPr/>
          <p:nvPr/>
        </p:nvSpPr>
        <p:spPr>
          <a:xfrm>
            <a:off x="6401355" y="3556763"/>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書式生成</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AutoShape 257">
            <a:hlinkClick r:id="" action="ppaction://noaction"/>
            <a:extLst>
              <a:ext uri="{FF2B5EF4-FFF2-40B4-BE49-F238E27FC236}">
                <a16:creationId xmlns:a16="http://schemas.microsoft.com/office/drawing/2014/main" id="{693F13CF-F654-1029-CD17-B3C2A5C453F9}"/>
              </a:ext>
            </a:extLst>
          </p:cNvPr>
          <p:cNvSpPr>
            <a:spLocks noChangeArrowheads="1"/>
          </p:cNvSpPr>
          <p:nvPr/>
        </p:nvSpPr>
        <p:spPr bwMode="auto">
          <a:xfrm>
            <a:off x="9979449" y="342649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3" name="二等辺三角形 162">
            <a:extLst>
              <a:ext uri="{FF2B5EF4-FFF2-40B4-BE49-F238E27FC236}">
                <a16:creationId xmlns:a16="http://schemas.microsoft.com/office/drawing/2014/main" id="{618E9D60-9AF5-9C90-774C-AC066B08392B}"/>
              </a:ext>
            </a:extLst>
          </p:cNvPr>
          <p:cNvSpPr/>
          <p:nvPr/>
        </p:nvSpPr>
        <p:spPr bwMode="auto">
          <a:xfrm rot="5400000">
            <a:off x="7676343" y="3732265"/>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4" name="矩形 10">
            <a:extLst>
              <a:ext uri="{FF2B5EF4-FFF2-40B4-BE49-F238E27FC236}">
                <a16:creationId xmlns:a16="http://schemas.microsoft.com/office/drawing/2014/main" id="{6687068C-7011-D190-03A3-6EE845661599}"/>
              </a:ext>
            </a:extLst>
          </p:cNvPr>
          <p:cNvSpPr/>
          <p:nvPr/>
        </p:nvSpPr>
        <p:spPr>
          <a:xfrm>
            <a:off x="8138037" y="3544412"/>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テストデータ記入</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70" name="Picture 37" descr="j0433941">
            <a:extLst>
              <a:ext uri="{FF2B5EF4-FFF2-40B4-BE49-F238E27FC236}">
                <a16:creationId xmlns:a16="http://schemas.microsoft.com/office/drawing/2014/main" id="{1067129A-5B8A-8160-9F2F-0F97FB9D76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94" y="3800527"/>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2" name="矢印: 右 171">
            <a:extLst>
              <a:ext uri="{FF2B5EF4-FFF2-40B4-BE49-F238E27FC236}">
                <a16:creationId xmlns:a16="http://schemas.microsoft.com/office/drawing/2014/main" id="{7F5230E4-8FC2-40CC-939B-48A2F6B9FE63}"/>
              </a:ext>
            </a:extLst>
          </p:cNvPr>
          <p:cNvSpPr/>
          <p:nvPr/>
        </p:nvSpPr>
        <p:spPr bwMode="auto">
          <a:xfrm>
            <a:off x="10771068" y="1707783"/>
            <a:ext cx="323717" cy="231663"/>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graphicFrame>
        <p:nvGraphicFramePr>
          <p:cNvPr id="173" name="図表 172">
            <a:extLst>
              <a:ext uri="{FF2B5EF4-FFF2-40B4-BE49-F238E27FC236}">
                <a16:creationId xmlns:a16="http://schemas.microsoft.com/office/drawing/2014/main" id="{72A7105D-615A-BD36-5E7D-B191F3EC3FC9}"/>
              </a:ext>
            </a:extLst>
          </p:cNvPr>
          <p:cNvGraphicFramePr/>
          <p:nvPr/>
        </p:nvGraphicFramePr>
        <p:xfrm>
          <a:off x="1150311" y="4752205"/>
          <a:ext cx="8982357" cy="4402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41284551"/>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F9CED1-F0EC-943F-E456-C9391FAF5BB1}"/>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8D86F695-BB0C-4DE6-3232-D8EC1667703A}"/>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45AB110D-23F3-521E-619B-93532C0BDC24}"/>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BC871859-7B6E-2A59-F455-F9F94BEA4E64}"/>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FA8B3C7C-CA67-73AF-E6AA-4F0283D2F0B6}"/>
              </a:ext>
            </a:extLst>
          </p:cNvPr>
          <p:cNvSpPr/>
          <p:nvPr/>
        </p:nvSpPr>
        <p:spPr bwMode="auto">
          <a:xfrm>
            <a:off x="27248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095873F5-951C-628B-B5EA-DE7D681D25C8}"/>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システムにおけるテスト計画作業の現状と課題を以下に記載する。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9" name="AutoShape 257">
            <a:hlinkClick r:id="" action="ppaction://noaction"/>
            <a:extLst>
              <a:ext uri="{FF2B5EF4-FFF2-40B4-BE49-F238E27FC236}">
                <a16:creationId xmlns:a16="http://schemas.microsoft.com/office/drawing/2014/main" id="{59C8721C-FDC6-60D2-E3B4-7F2EDC6469B8}"/>
              </a:ext>
            </a:extLst>
          </p:cNvPr>
          <p:cNvSpPr>
            <a:spLocks noChangeArrowheads="1"/>
          </p:cNvSpPr>
          <p:nvPr/>
        </p:nvSpPr>
        <p:spPr bwMode="auto">
          <a:xfrm>
            <a:off x="819412" y="2253107"/>
            <a:ext cx="593682"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詳細設計</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0" name="AutoShape 257">
            <a:hlinkClick r:id="" action="ppaction://noaction"/>
            <a:extLst>
              <a:ext uri="{FF2B5EF4-FFF2-40B4-BE49-F238E27FC236}">
                <a16:creationId xmlns:a16="http://schemas.microsoft.com/office/drawing/2014/main" id="{5381AC27-5607-8A78-BFAD-3236ED65BBB5}"/>
              </a:ext>
            </a:extLst>
          </p:cNvPr>
          <p:cNvSpPr>
            <a:spLocks noChangeArrowheads="1"/>
          </p:cNvSpPr>
          <p:nvPr/>
        </p:nvSpPr>
        <p:spPr bwMode="auto">
          <a:xfrm>
            <a:off x="3795670" y="4533171"/>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中間成果物（</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endPar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1" name="AutoShape 257">
            <a:hlinkClick r:id="" action="ppaction://noaction"/>
            <a:extLst>
              <a:ext uri="{FF2B5EF4-FFF2-40B4-BE49-F238E27FC236}">
                <a16:creationId xmlns:a16="http://schemas.microsoft.com/office/drawing/2014/main" id="{1F7DC7BC-AA21-41A4-5C90-60881B5E4EFE}"/>
              </a:ext>
            </a:extLst>
          </p:cNvPr>
          <p:cNvSpPr>
            <a:spLocks noChangeArrowheads="1"/>
          </p:cNvSpPr>
          <p:nvPr/>
        </p:nvSpPr>
        <p:spPr bwMode="auto">
          <a:xfrm>
            <a:off x="6802672" y="453636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a:t>
            </a:r>
            <a:r>
              <a:rPr lang="en-US" altLang="ja-JP"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版）</a:t>
            </a:r>
          </a:p>
        </p:txBody>
      </p:sp>
      <p:sp>
        <p:nvSpPr>
          <p:cNvPr id="115" name="二等辺三角形 114">
            <a:extLst>
              <a:ext uri="{FF2B5EF4-FFF2-40B4-BE49-F238E27FC236}">
                <a16:creationId xmlns:a16="http://schemas.microsoft.com/office/drawing/2014/main" id="{8A0BC60F-74EB-0A81-8849-7E0B218C0C44}"/>
              </a:ext>
            </a:extLst>
          </p:cNvPr>
          <p:cNvSpPr/>
          <p:nvPr/>
        </p:nvSpPr>
        <p:spPr bwMode="auto">
          <a:xfrm rot="5400000">
            <a:off x="1287135" y="2460714"/>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17" name="二等辺三角形 116">
            <a:extLst>
              <a:ext uri="{FF2B5EF4-FFF2-40B4-BE49-F238E27FC236}">
                <a16:creationId xmlns:a16="http://schemas.microsoft.com/office/drawing/2014/main" id="{0942912A-81C1-4856-31B4-766D1E0854F7}"/>
              </a:ext>
            </a:extLst>
          </p:cNvPr>
          <p:cNvSpPr/>
          <p:nvPr/>
        </p:nvSpPr>
        <p:spPr bwMode="auto">
          <a:xfrm rot="5400000">
            <a:off x="3312902" y="2438389"/>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18" name="二等辺三角形 117">
            <a:extLst>
              <a:ext uri="{FF2B5EF4-FFF2-40B4-BE49-F238E27FC236}">
                <a16:creationId xmlns:a16="http://schemas.microsoft.com/office/drawing/2014/main" id="{1118A32C-C92D-C08A-1922-8DABE8476980}"/>
              </a:ext>
            </a:extLst>
          </p:cNvPr>
          <p:cNvSpPr/>
          <p:nvPr/>
        </p:nvSpPr>
        <p:spPr bwMode="auto">
          <a:xfrm rot="5400000">
            <a:off x="4173501" y="5052099"/>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0" name="二等辺三角形 119">
            <a:extLst>
              <a:ext uri="{FF2B5EF4-FFF2-40B4-BE49-F238E27FC236}">
                <a16:creationId xmlns:a16="http://schemas.microsoft.com/office/drawing/2014/main" id="{E89D1B87-1F9A-0B06-8842-95F751420603}"/>
              </a:ext>
            </a:extLst>
          </p:cNvPr>
          <p:cNvSpPr/>
          <p:nvPr/>
        </p:nvSpPr>
        <p:spPr bwMode="auto">
          <a:xfrm rot="5400000">
            <a:off x="6325672" y="478343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1" name="二等辺三角形 120">
            <a:extLst>
              <a:ext uri="{FF2B5EF4-FFF2-40B4-BE49-F238E27FC236}">
                <a16:creationId xmlns:a16="http://schemas.microsoft.com/office/drawing/2014/main" id="{7A1E0BB8-2205-304C-7EB7-A93596A131B4}"/>
              </a:ext>
            </a:extLst>
          </p:cNvPr>
          <p:cNvSpPr/>
          <p:nvPr/>
        </p:nvSpPr>
        <p:spPr bwMode="auto">
          <a:xfrm rot="5400000">
            <a:off x="7225055" y="4908722"/>
            <a:ext cx="919548" cy="113201"/>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24" name="正方形/長方形 123">
            <a:extLst>
              <a:ext uri="{FF2B5EF4-FFF2-40B4-BE49-F238E27FC236}">
                <a16:creationId xmlns:a16="http://schemas.microsoft.com/office/drawing/2014/main" id="{19537CAF-B2F6-9231-2774-D41F79FE9929}"/>
              </a:ext>
            </a:extLst>
          </p:cNvPr>
          <p:cNvSpPr/>
          <p:nvPr/>
        </p:nvSpPr>
        <p:spPr bwMode="auto">
          <a:xfrm>
            <a:off x="7806247" y="4823539"/>
            <a:ext cx="981264" cy="243612"/>
          </a:xfrm>
          <a:prstGeom prst="rect">
            <a:avLst/>
          </a:prstGeom>
          <a:solidFill>
            <a:srgbClr val="647E9E"/>
          </a:solidFill>
          <a:ln w="12700" algn="ctr">
            <a:solidFill>
              <a:srgbClr val="FFFFFF"/>
            </a:solidFill>
            <a:miter lim="800000"/>
            <a:headEnd/>
            <a:tailEnd/>
          </a:ln>
          <a:effectLst>
            <a:outerShdw dist="28398" dir="3806097" algn="ctr" rotWithShape="0">
              <a:srgbClr val="808080"/>
            </a:outerShdw>
          </a:effectLst>
        </p:spPr>
        <p:txBody>
          <a:bodyPr vert="horz" wrap="none" lIns="36000" tIns="36000" rIns="36000" bIns="36000" anchor="ctr"/>
          <a:lstStyle/>
          <a:p>
            <a:pPr algn="l">
              <a:lnSpc>
                <a:spcPct val="100000"/>
              </a:lnSpc>
              <a:spcBef>
                <a:spcPct val="0"/>
              </a:spcBef>
            </a:pPr>
            <a:r>
              <a:rPr lang="ja-JP" altLang="en-US" sz="900" b="1"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テストケース見直し</a:t>
            </a:r>
          </a:p>
        </p:txBody>
      </p:sp>
      <p:sp>
        <p:nvSpPr>
          <p:cNvPr id="125" name="テキスト ボックス 16">
            <a:extLst>
              <a:ext uri="{FF2B5EF4-FFF2-40B4-BE49-F238E27FC236}">
                <a16:creationId xmlns:a16="http://schemas.microsoft.com/office/drawing/2014/main" id="{0A6847D0-CA08-F60B-411D-C3CA2CC47462}"/>
              </a:ext>
            </a:extLst>
          </p:cNvPr>
          <p:cNvSpPr txBox="1">
            <a:spLocks noChangeArrowheads="1"/>
          </p:cNvSpPr>
          <p:nvPr/>
        </p:nvSpPr>
        <p:spPr bwMode="auto">
          <a:xfrm>
            <a:off x="7617296" y="5126576"/>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複雑かつ目視確認</a:t>
            </a:r>
          </a:p>
        </p:txBody>
      </p:sp>
      <p:sp>
        <p:nvSpPr>
          <p:cNvPr id="127" name="正方形/長方形 126">
            <a:extLst>
              <a:ext uri="{FF2B5EF4-FFF2-40B4-BE49-F238E27FC236}">
                <a16:creationId xmlns:a16="http://schemas.microsoft.com/office/drawing/2014/main" id="{86EC8880-9909-E76A-B30E-AE73C2331548}"/>
              </a:ext>
            </a:extLst>
          </p:cNvPr>
          <p:cNvSpPr/>
          <p:nvPr/>
        </p:nvSpPr>
        <p:spPr bwMode="auto">
          <a:xfrm>
            <a:off x="1747241" y="2214869"/>
            <a:ext cx="1703431" cy="1464468"/>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t" anchorCtr="0" compatLnSpc="1">
            <a:prstTxWarp prst="textNoShape">
              <a:avLst/>
            </a:prstTxWarp>
          </a:bodyPr>
          <a:lstStyle/>
          <a:p>
            <a:pPr algn="ctr">
              <a:spcBef>
                <a:spcPts val="300"/>
              </a:spcBef>
            </a:pPr>
            <a:r>
              <a:rPr lang="ja-JP" altLang="en-US" sz="11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仕様理解</a:t>
            </a:r>
          </a:p>
        </p:txBody>
      </p:sp>
      <p:sp>
        <p:nvSpPr>
          <p:cNvPr id="128" name="正方形/長方形 127">
            <a:extLst>
              <a:ext uri="{FF2B5EF4-FFF2-40B4-BE49-F238E27FC236}">
                <a16:creationId xmlns:a16="http://schemas.microsoft.com/office/drawing/2014/main" id="{E1B86582-B4B8-7368-9C68-F9DB2335B8F8}"/>
              </a:ext>
            </a:extLst>
          </p:cNvPr>
          <p:cNvSpPr/>
          <p:nvPr/>
        </p:nvSpPr>
        <p:spPr bwMode="auto">
          <a:xfrm>
            <a:off x="1847998" y="2527475"/>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29" name="正方形/長方形 128">
            <a:extLst>
              <a:ext uri="{FF2B5EF4-FFF2-40B4-BE49-F238E27FC236}">
                <a16:creationId xmlns:a16="http://schemas.microsoft.com/office/drawing/2014/main" id="{BDC3CCE2-CB60-CF97-7156-9DD383ED0B1B}"/>
              </a:ext>
            </a:extLst>
          </p:cNvPr>
          <p:cNvSpPr/>
          <p:nvPr/>
        </p:nvSpPr>
        <p:spPr bwMode="auto">
          <a:xfrm>
            <a:off x="1847998" y="336925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30" name="正方形/長方形 129">
            <a:extLst>
              <a:ext uri="{FF2B5EF4-FFF2-40B4-BE49-F238E27FC236}">
                <a16:creationId xmlns:a16="http://schemas.microsoft.com/office/drawing/2014/main" id="{06883528-310A-88EB-9D3A-B818EA2E548E}"/>
              </a:ext>
            </a:extLst>
          </p:cNvPr>
          <p:cNvSpPr/>
          <p:nvPr/>
        </p:nvSpPr>
        <p:spPr bwMode="auto">
          <a:xfrm>
            <a:off x="1847998" y="281030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131" name="正方形/長方形 130">
            <a:extLst>
              <a:ext uri="{FF2B5EF4-FFF2-40B4-BE49-F238E27FC236}">
                <a16:creationId xmlns:a16="http://schemas.microsoft.com/office/drawing/2014/main" id="{2602202A-89E6-AB9D-702E-E7F46780B2BF}"/>
              </a:ext>
            </a:extLst>
          </p:cNvPr>
          <p:cNvSpPr/>
          <p:nvPr/>
        </p:nvSpPr>
        <p:spPr bwMode="auto">
          <a:xfrm>
            <a:off x="1847998" y="3085997"/>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6" name="テキスト ボックス 16">
            <a:extLst>
              <a:ext uri="{FF2B5EF4-FFF2-40B4-BE49-F238E27FC236}">
                <a16:creationId xmlns:a16="http://schemas.microsoft.com/office/drawing/2014/main" id="{4524FA58-E7A0-FA29-BE73-D704E8F8E2FF}"/>
              </a:ext>
            </a:extLst>
          </p:cNvPr>
          <p:cNvSpPr txBox="1">
            <a:spLocks noChangeArrowheads="1"/>
          </p:cNvSpPr>
          <p:nvPr/>
        </p:nvSpPr>
        <p:spPr bwMode="auto">
          <a:xfrm>
            <a:off x="1839286" y="3765318"/>
            <a:ext cx="1806576" cy="400110"/>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詳細設計等入手資料より上記の内容を確認</a:t>
            </a:r>
          </a:p>
        </p:txBody>
      </p:sp>
      <p:grpSp>
        <p:nvGrpSpPr>
          <p:cNvPr id="137" name="グループ化 136">
            <a:extLst>
              <a:ext uri="{FF2B5EF4-FFF2-40B4-BE49-F238E27FC236}">
                <a16:creationId xmlns:a16="http://schemas.microsoft.com/office/drawing/2014/main" id="{68AEDEF0-4DFA-F2FE-223E-68D956B48242}"/>
              </a:ext>
            </a:extLst>
          </p:cNvPr>
          <p:cNvGrpSpPr/>
          <p:nvPr/>
        </p:nvGrpSpPr>
        <p:grpSpPr>
          <a:xfrm>
            <a:off x="4769559" y="4505548"/>
            <a:ext cx="1745335" cy="1515740"/>
            <a:chOff x="5979274" y="2077686"/>
            <a:chExt cx="1404275" cy="1515740"/>
          </a:xfrm>
        </p:grpSpPr>
        <p:sp>
          <p:nvSpPr>
            <p:cNvPr id="138" name="正方形/長方形 137">
              <a:extLst>
                <a:ext uri="{FF2B5EF4-FFF2-40B4-BE49-F238E27FC236}">
                  <a16:creationId xmlns:a16="http://schemas.microsoft.com/office/drawing/2014/main" id="{BF9D1782-324B-169C-51D0-D9426FE89ADA}"/>
                </a:ext>
              </a:extLst>
            </p:cNvPr>
            <p:cNvSpPr/>
            <p:nvPr/>
          </p:nvSpPr>
          <p:spPr bwMode="auto">
            <a:xfrm>
              <a:off x="6061594" y="2077686"/>
              <a:ext cx="1321955" cy="1225857"/>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9" name="正方形/長方形 138">
              <a:extLst>
                <a:ext uri="{FF2B5EF4-FFF2-40B4-BE49-F238E27FC236}">
                  <a16:creationId xmlns:a16="http://schemas.microsoft.com/office/drawing/2014/main" id="{09554BFA-ECC1-E259-66A7-B6631F39865F}"/>
                </a:ext>
              </a:extLst>
            </p:cNvPr>
            <p:cNvSpPr/>
            <p:nvPr/>
          </p:nvSpPr>
          <p:spPr bwMode="auto">
            <a:xfrm>
              <a:off x="6148496" y="2117571"/>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⑤ケース表の雛形作成</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0" name="正方形/長方形 139">
              <a:extLst>
                <a:ext uri="{FF2B5EF4-FFF2-40B4-BE49-F238E27FC236}">
                  <a16:creationId xmlns:a16="http://schemas.microsoft.com/office/drawing/2014/main" id="{A8157303-494A-73D7-AB8C-8FFC68A1A672}"/>
                </a:ext>
              </a:extLst>
            </p:cNvPr>
            <p:cNvSpPr/>
            <p:nvPr/>
          </p:nvSpPr>
          <p:spPr bwMode="auto">
            <a:xfrm>
              <a:off x="6148496" y="295935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⑧想定結果の記入</a:t>
              </a:r>
            </a:p>
          </p:txBody>
        </p:sp>
        <p:sp>
          <p:nvSpPr>
            <p:cNvPr id="141" name="正方形/長方形 140">
              <a:extLst>
                <a:ext uri="{FF2B5EF4-FFF2-40B4-BE49-F238E27FC236}">
                  <a16:creationId xmlns:a16="http://schemas.microsoft.com/office/drawing/2014/main" id="{1A9F2A1D-5F5F-6489-C30A-2AAB2D9A54CC}"/>
                </a:ext>
              </a:extLst>
            </p:cNvPr>
            <p:cNvSpPr/>
            <p:nvPr/>
          </p:nvSpPr>
          <p:spPr bwMode="auto">
            <a:xfrm>
              <a:off x="6148496" y="2400405"/>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⑥テストケース作成</a:t>
              </a:r>
            </a:p>
          </p:txBody>
        </p:sp>
        <p:sp>
          <p:nvSpPr>
            <p:cNvPr id="142" name="正方形/長方形 141">
              <a:extLst>
                <a:ext uri="{FF2B5EF4-FFF2-40B4-BE49-F238E27FC236}">
                  <a16:creationId xmlns:a16="http://schemas.microsoft.com/office/drawing/2014/main" id="{7F5EBC59-7853-8B22-C5EB-33B3DACE1547}"/>
                </a:ext>
              </a:extLst>
            </p:cNvPr>
            <p:cNvSpPr/>
            <p:nvPr/>
          </p:nvSpPr>
          <p:spPr bwMode="auto">
            <a:xfrm>
              <a:off x="6148496" y="2676093"/>
              <a:ext cx="1152000"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⑦コア項目の記入</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4" name="テキスト ボックス 16">
              <a:extLst>
                <a:ext uri="{FF2B5EF4-FFF2-40B4-BE49-F238E27FC236}">
                  <a16:creationId xmlns:a16="http://schemas.microsoft.com/office/drawing/2014/main" id="{5D6F015C-B156-71ED-7BFD-83C3F5C3B2E9}"/>
                </a:ext>
              </a:extLst>
            </p:cNvPr>
            <p:cNvSpPr txBox="1">
              <a:spLocks noChangeArrowheads="1"/>
            </p:cNvSpPr>
            <p:nvPr/>
          </p:nvSpPr>
          <p:spPr bwMode="auto">
            <a:xfrm>
              <a:off x="5979274" y="3347205"/>
              <a:ext cx="132339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手作業で別紙を作成</a:t>
              </a:r>
            </a:p>
          </p:txBody>
        </p:sp>
      </p:grpSp>
      <p:sp>
        <p:nvSpPr>
          <p:cNvPr id="147" name="AutoShape 257">
            <a:hlinkClick r:id="" action="ppaction://noaction"/>
            <a:extLst>
              <a:ext uri="{FF2B5EF4-FFF2-40B4-BE49-F238E27FC236}">
                <a16:creationId xmlns:a16="http://schemas.microsoft.com/office/drawing/2014/main" id="{A59D2E1F-6843-616B-EB8D-573CF61F30E0}"/>
              </a:ext>
            </a:extLst>
          </p:cNvPr>
          <p:cNvSpPr>
            <a:spLocks noChangeArrowheads="1"/>
          </p:cNvSpPr>
          <p:nvPr/>
        </p:nvSpPr>
        <p:spPr bwMode="auto">
          <a:xfrm>
            <a:off x="3795670" y="5234794"/>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テスト基準</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8" name="AutoShape 257">
            <a:hlinkClick r:id="" action="ppaction://noaction"/>
            <a:extLst>
              <a:ext uri="{FF2B5EF4-FFF2-40B4-BE49-F238E27FC236}">
                <a16:creationId xmlns:a16="http://schemas.microsoft.com/office/drawing/2014/main" id="{C2C9B4C0-552E-AD9E-6BCC-1D3303C3CDEC}"/>
              </a:ext>
            </a:extLst>
          </p:cNvPr>
          <p:cNvSpPr>
            <a:spLocks noChangeArrowheads="1"/>
          </p:cNvSpPr>
          <p:nvPr/>
        </p:nvSpPr>
        <p:spPr bwMode="auto">
          <a:xfrm>
            <a:off x="6803327" y="5233288"/>
            <a:ext cx="756000"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ソース</a:t>
            </a:r>
            <a:endParaRPr lang="en-US" altLang="ja-JP" sz="10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49" name="AutoShape 257">
            <a:hlinkClick r:id="" action="ppaction://noaction"/>
            <a:extLst>
              <a:ext uri="{FF2B5EF4-FFF2-40B4-BE49-F238E27FC236}">
                <a16:creationId xmlns:a16="http://schemas.microsoft.com/office/drawing/2014/main" id="{9B392099-EFBA-C06B-BDAA-718E1BAA0470}"/>
              </a:ext>
            </a:extLst>
          </p:cNvPr>
          <p:cNvSpPr>
            <a:spLocks noChangeArrowheads="1"/>
          </p:cNvSpPr>
          <p:nvPr/>
        </p:nvSpPr>
        <p:spPr bwMode="auto">
          <a:xfrm>
            <a:off x="8852328" y="4829652"/>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50" name="Picture 37" descr="j0433941">
            <a:extLst>
              <a:ext uri="{FF2B5EF4-FFF2-40B4-BE49-F238E27FC236}">
                <a16:creationId xmlns:a16="http://schemas.microsoft.com/office/drawing/2014/main" id="{BE6FB720-6A43-C30A-00B5-ADD0646E006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49144" y="572205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1" name="Picture 37" descr="j0433941">
            <a:extLst>
              <a:ext uri="{FF2B5EF4-FFF2-40B4-BE49-F238E27FC236}">
                <a16:creationId xmlns:a16="http://schemas.microsoft.com/office/drawing/2014/main" id="{044B9E22-A70A-7CAF-DD05-81D63DE9672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0737" y="3902735"/>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2" name="Picture 37" descr="j0433941">
            <a:extLst>
              <a:ext uri="{FF2B5EF4-FFF2-40B4-BE49-F238E27FC236}">
                <a16:creationId xmlns:a16="http://schemas.microsoft.com/office/drawing/2014/main" id="{01F6CDF7-340E-3CE8-2A3C-B60B19B18D5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05156" y="5710739"/>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テキスト ボックス 16">
            <a:extLst>
              <a:ext uri="{FF2B5EF4-FFF2-40B4-BE49-F238E27FC236}">
                <a16:creationId xmlns:a16="http://schemas.microsoft.com/office/drawing/2014/main" id="{61DA35A1-BB95-E658-048C-56034E41A130}"/>
              </a:ext>
            </a:extLst>
          </p:cNvPr>
          <p:cNvSpPr txBox="1">
            <a:spLocks noChangeArrowheads="1"/>
          </p:cNvSpPr>
          <p:nvPr/>
        </p:nvSpPr>
        <p:spPr bwMode="auto">
          <a:xfrm>
            <a:off x="7681048" y="5771121"/>
            <a:ext cx="1089084"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手作業で修正</a:t>
            </a:r>
          </a:p>
        </p:txBody>
      </p:sp>
      <p:sp>
        <p:nvSpPr>
          <p:cNvPr id="154" name="テキスト ボックス 16">
            <a:extLst>
              <a:ext uri="{FF2B5EF4-FFF2-40B4-BE49-F238E27FC236}">
                <a16:creationId xmlns:a16="http://schemas.microsoft.com/office/drawing/2014/main" id="{E8913CB1-752F-392C-4412-843F38A30AE3}"/>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155" name="正方形/長方形 154">
            <a:extLst>
              <a:ext uri="{FF2B5EF4-FFF2-40B4-BE49-F238E27FC236}">
                <a16:creationId xmlns:a16="http://schemas.microsoft.com/office/drawing/2014/main" id="{9524A20A-FB3C-36F5-96C8-EC7120808F71}"/>
              </a:ext>
            </a:extLst>
          </p:cNvPr>
          <p:cNvSpPr/>
          <p:nvPr/>
        </p:nvSpPr>
        <p:spPr bwMode="auto">
          <a:xfrm>
            <a:off x="1856656" y="4660414"/>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6" name="正方形/長方形 155">
            <a:extLst>
              <a:ext uri="{FF2B5EF4-FFF2-40B4-BE49-F238E27FC236}">
                <a16:creationId xmlns:a16="http://schemas.microsoft.com/office/drawing/2014/main" id="{D38D89AD-91CD-C7A4-74D0-8338029BB283}"/>
              </a:ext>
            </a:extLst>
          </p:cNvPr>
          <p:cNvSpPr/>
          <p:nvPr/>
        </p:nvSpPr>
        <p:spPr bwMode="auto">
          <a:xfrm>
            <a:off x="1856656" y="507748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7" name="正方形/長方形 156">
            <a:extLst>
              <a:ext uri="{FF2B5EF4-FFF2-40B4-BE49-F238E27FC236}">
                <a16:creationId xmlns:a16="http://schemas.microsoft.com/office/drawing/2014/main" id="{94518FF0-4CEB-3E6E-2343-CD89B6EF28CE}"/>
              </a:ext>
            </a:extLst>
          </p:cNvPr>
          <p:cNvSpPr/>
          <p:nvPr/>
        </p:nvSpPr>
        <p:spPr bwMode="auto">
          <a:xfrm>
            <a:off x="1856656" y="550900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8" name="正方形/長方形 157">
            <a:extLst>
              <a:ext uri="{FF2B5EF4-FFF2-40B4-BE49-F238E27FC236}">
                <a16:creationId xmlns:a16="http://schemas.microsoft.com/office/drawing/2014/main" id="{8DE13A3E-03D6-929E-1234-B48FA3260304}"/>
              </a:ext>
            </a:extLst>
          </p:cNvPr>
          <p:cNvSpPr/>
          <p:nvPr/>
        </p:nvSpPr>
        <p:spPr bwMode="auto">
          <a:xfrm>
            <a:off x="1856656" y="5940529"/>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0" name="二等辺三角形 159">
            <a:extLst>
              <a:ext uri="{FF2B5EF4-FFF2-40B4-BE49-F238E27FC236}">
                <a16:creationId xmlns:a16="http://schemas.microsoft.com/office/drawing/2014/main" id="{ED5BFD2D-FF0A-8164-4E36-471451440C58}"/>
              </a:ext>
            </a:extLst>
          </p:cNvPr>
          <p:cNvSpPr/>
          <p:nvPr/>
        </p:nvSpPr>
        <p:spPr bwMode="auto">
          <a:xfrm rot="5400000">
            <a:off x="5963079" y="3755714"/>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1" name="矩形 10">
            <a:extLst>
              <a:ext uri="{FF2B5EF4-FFF2-40B4-BE49-F238E27FC236}">
                <a16:creationId xmlns:a16="http://schemas.microsoft.com/office/drawing/2014/main" id="{192A0B2E-B94E-DB91-E72E-445FA3400DF3}"/>
              </a:ext>
            </a:extLst>
          </p:cNvPr>
          <p:cNvSpPr/>
          <p:nvPr/>
        </p:nvSpPr>
        <p:spPr>
          <a:xfrm>
            <a:off x="6401355" y="3556763"/>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書式生成</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2" name="AutoShape 257">
            <a:hlinkClick r:id="" action="ppaction://noaction"/>
            <a:extLst>
              <a:ext uri="{FF2B5EF4-FFF2-40B4-BE49-F238E27FC236}">
                <a16:creationId xmlns:a16="http://schemas.microsoft.com/office/drawing/2014/main" id="{D0582A8D-5EBC-1072-DAF6-9758FE6F0482}"/>
              </a:ext>
            </a:extLst>
          </p:cNvPr>
          <p:cNvSpPr>
            <a:spLocks noChangeArrowheads="1"/>
          </p:cNvSpPr>
          <p:nvPr/>
        </p:nvSpPr>
        <p:spPr bwMode="auto">
          <a:xfrm>
            <a:off x="9979449" y="3426496"/>
            <a:ext cx="806199" cy="612000"/>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pPr algn="ctr"/>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a:t>
            </a:r>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3" name="二等辺三角形 162">
            <a:extLst>
              <a:ext uri="{FF2B5EF4-FFF2-40B4-BE49-F238E27FC236}">
                <a16:creationId xmlns:a16="http://schemas.microsoft.com/office/drawing/2014/main" id="{E39331A8-9319-EC5A-B8D3-CB20D845AE31}"/>
              </a:ext>
            </a:extLst>
          </p:cNvPr>
          <p:cNvSpPr/>
          <p:nvPr/>
        </p:nvSpPr>
        <p:spPr bwMode="auto">
          <a:xfrm rot="5400000">
            <a:off x="7676343" y="3732265"/>
            <a:ext cx="648000"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164" name="矩形 10">
            <a:extLst>
              <a:ext uri="{FF2B5EF4-FFF2-40B4-BE49-F238E27FC236}">
                <a16:creationId xmlns:a16="http://schemas.microsoft.com/office/drawing/2014/main" id="{9E902620-44A9-7504-647E-9A3C6165931F}"/>
              </a:ext>
            </a:extLst>
          </p:cNvPr>
          <p:cNvSpPr/>
          <p:nvPr/>
        </p:nvSpPr>
        <p:spPr>
          <a:xfrm>
            <a:off x="8138037" y="3544412"/>
            <a:ext cx="1474132" cy="463325"/>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テストデータ記入</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65" name="正方形/長方形 164">
            <a:extLst>
              <a:ext uri="{FF2B5EF4-FFF2-40B4-BE49-F238E27FC236}">
                <a16:creationId xmlns:a16="http://schemas.microsoft.com/office/drawing/2014/main" id="{7E03502B-05B6-7536-918B-4A65AC2F08A5}"/>
              </a:ext>
            </a:extLst>
          </p:cNvPr>
          <p:cNvSpPr/>
          <p:nvPr/>
        </p:nvSpPr>
        <p:spPr bwMode="auto">
          <a:xfrm>
            <a:off x="3685669" y="2223673"/>
            <a:ext cx="1703431" cy="1455664"/>
          </a:xfrm>
          <a:prstGeom prst="rect">
            <a:avLst/>
          </a:prstGeom>
          <a:solidFill>
            <a:schemeClr val="accent4">
              <a:lumMod val="20000"/>
              <a:lumOff val="80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t" anchorCtr="0" compatLnSpc="1">
            <a:prstTxWarp prst="textNoShape">
              <a:avLst/>
            </a:prstTxWarp>
          </a:bodyPr>
          <a:lstStyle/>
          <a:p>
            <a:pPr algn="ctr">
              <a:spcBef>
                <a:spcPts val="300"/>
              </a:spcBef>
            </a:pPr>
            <a:r>
              <a:rPr lang="ja-JP" altLang="en-US" sz="1100" b="1"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テスト項目抽出</a:t>
            </a:r>
          </a:p>
        </p:txBody>
      </p:sp>
      <p:sp>
        <p:nvSpPr>
          <p:cNvPr id="166" name="正方形/長方形 165">
            <a:extLst>
              <a:ext uri="{FF2B5EF4-FFF2-40B4-BE49-F238E27FC236}">
                <a16:creationId xmlns:a16="http://schemas.microsoft.com/office/drawing/2014/main" id="{36D82291-BFC0-D8B1-B295-E7327A77BC54}"/>
              </a:ext>
            </a:extLst>
          </p:cNvPr>
          <p:cNvSpPr/>
          <p:nvPr/>
        </p:nvSpPr>
        <p:spPr bwMode="auto">
          <a:xfrm>
            <a:off x="3786426" y="2493705"/>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①仕様機能</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67" name="正方形/長方形 166">
            <a:extLst>
              <a:ext uri="{FF2B5EF4-FFF2-40B4-BE49-F238E27FC236}">
                <a16:creationId xmlns:a16="http://schemas.microsoft.com/office/drawing/2014/main" id="{62AA2265-366A-E24B-16F2-29FB20C38C2B}"/>
              </a:ext>
            </a:extLst>
          </p:cNvPr>
          <p:cNvSpPr/>
          <p:nvPr/>
        </p:nvSpPr>
        <p:spPr bwMode="auto">
          <a:xfrm>
            <a:off x="3786426" y="333548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処理条件</a:t>
            </a:r>
            <a:r>
              <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確認</a:t>
            </a:r>
          </a:p>
        </p:txBody>
      </p:sp>
      <p:sp>
        <p:nvSpPr>
          <p:cNvPr id="168" name="正方形/長方形 167">
            <a:extLst>
              <a:ext uri="{FF2B5EF4-FFF2-40B4-BE49-F238E27FC236}">
                <a16:creationId xmlns:a16="http://schemas.microsoft.com/office/drawing/2014/main" id="{05535BF8-EBD2-194C-5EF5-EFBD7811C5E6}"/>
              </a:ext>
            </a:extLst>
          </p:cNvPr>
          <p:cNvSpPr/>
          <p:nvPr/>
        </p:nvSpPr>
        <p:spPr bwMode="auto">
          <a:xfrm>
            <a:off x="3786426" y="2776539"/>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②入出力仕様確認</a:t>
            </a:r>
          </a:p>
        </p:txBody>
      </p:sp>
      <p:sp>
        <p:nvSpPr>
          <p:cNvPr id="169" name="正方形/長方形 168">
            <a:extLst>
              <a:ext uri="{FF2B5EF4-FFF2-40B4-BE49-F238E27FC236}">
                <a16:creationId xmlns:a16="http://schemas.microsoft.com/office/drawing/2014/main" id="{E52EB0AD-7982-3CA3-F475-5508E9DA741A}"/>
              </a:ext>
            </a:extLst>
          </p:cNvPr>
          <p:cNvSpPr/>
          <p:nvPr/>
        </p:nvSpPr>
        <p:spPr bwMode="auto">
          <a:xfrm>
            <a:off x="3786426" y="3052227"/>
            <a:ext cx="1484432" cy="252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③サブ</a:t>
            </a:r>
            <a:r>
              <a:rPr lang="en-US" altLang="ja-JP"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パラメータ確認</a:t>
            </a:r>
            <a:endParaRPr lang="zh-TW" altLang="en-US" sz="9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170" name="Picture 37" descr="j0433941">
            <a:extLst>
              <a:ext uri="{FF2B5EF4-FFF2-40B4-BE49-F238E27FC236}">
                <a16:creationId xmlns:a16="http://schemas.microsoft.com/office/drawing/2014/main" id="{A913AA7A-A340-00EB-4489-369E3D4A98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394" y="3800527"/>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二等辺三角形 1">
            <a:extLst>
              <a:ext uri="{FF2B5EF4-FFF2-40B4-BE49-F238E27FC236}">
                <a16:creationId xmlns:a16="http://schemas.microsoft.com/office/drawing/2014/main" id="{62D2CD58-8D85-170C-2617-F12EB46327F7}"/>
              </a:ext>
            </a:extLst>
          </p:cNvPr>
          <p:cNvSpPr/>
          <p:nvPr/>
        </p:nvSpPr>
        <p:spPr bwMode="auto">
          <a:xfrm rot="5400000">
            <a:off x="5242843" y="2489741"/>
            <a:ext cx="559508" cy="138732"/>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Tree>
    <p:extLst>
      <p:ext uri="{BB962C8B-B14F-4D97-AF65-F5344CB8AC3E}">
        <p14:creationId xmlns:p14="http://schemas.microsoft.com/office/powerpoint/2010/main" val="34603754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674DF-182C-4608-4991-939B31D2F268}"/>
            </a:ext>
          </a:extLst>
        </p:cNvPr>
        <p:cNvGrpSpPr/>
        <p:nvPr/>
      </p:nvGrpSpPr>
      <p:grpSpPr>
        <a:xfrm>
          <a:off x="0" y="0"/>
          <a:ext cx="0" cy="0"/>
          <a:chOff x="0" y="0"/>
          <a:chExt cx="0" cy="0"/>
        </a:xfrm>
      </p:grpSpPr>
      <p:sp>
        <p:nvSpPr>
          <p:cNvPr id="63" name="テキスト ボックス 21">
            <a:extLst>
              <a:ext uri="{FF2B5EF4-FFF2-40B4-BE49-F238E27FC236}">
                <a16:creationId xmlns:a16="http://schemas.microsoft.com/office/drawing/2014/main" id="{2461E635-9591-1318-95B6-45DF922918AB}"/>
              </a:ext>
            </a:extLst>
          </p:cNvPr>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a:extLst>
              <a:ext uri="{FF2B5EF4-FFF2-40B4-BE49-F238E27FC236}">
                <a16:creationId xmlns:a16="http://schemas.microsoft.com/office/drawing/2014/main" id="{B7845FAE-690E-34D9-6C90-311B4C5FEC1A}"/>
              </a:ext>
            </a:extLst>
          </p:cNvPr>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a:extLst>
              <a:ext uri="{FF2B5EF4-FFF2-40B4-BE49-F238E27FC236}">
                <a16:creationId xmlns:a16="http://schemas.microsoft.com/office/drawing/2014/main" id="{EF1774AC-D46C-A638-3F85-18C8AE62D0EB}"/>
              </a:ext>
            </a:extLst>
          </p:cNvPr>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4" name="正方形/長方形 3">
            <a:extLst>
              <a:ext uri="{FF2B5EF4-FFF2-40B4-BE49-F238E27FC236}">
                <a16:creationId xmlns:a16="http://schemas.microsoft.com/office/drawing/2014/main" id="{90531E2C-CAA4-BEE1-1CE7-9D4001809552}"/>
              </a:ext>
            </a:extLst>
          </p:cNvPr>
          <p:cNvSpPr/>
          <p:nvPr/>
        </p:nvSpPr>
        <p:spPr bwMode="auto">
          <a:xfrm>
            <a:off x="260870" y="1871439"/>
            <a:ext cx="399600" cy="4653906"/>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現状分析</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5" name="テキスト ボックス 28">
            <a:extLst>
              <a:ext uri="{FF2B5EF4-FFF2-40B4-BE49-F238E27FC236}">
                <a16:creationId xmlns:a16="http://schemas.microsoft.com/office/drawing/2014/main" id="{AEEF116C-8AD6-8FF2-72EE-78AB9390B4DF}"/>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システムにおけるテスト計画の成果物と現状の作業方法を以下に記載する。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7" name="正方形/長方形 76">
            <a:extLst>
              <a:ext uri="{FF2B5EF4-FFF2-40B4-BE49-F238E27FC236}">
                <a16:creationId xmlns:a16="http://schemas.microsoft.com/office/drawing/2014/main" id="{115B4866-4755-EC66-D053-1756465510CE}"/>
              </a:ext>
            </a:extLst>
          </p:cNvPr>
          <p:cNvSpPr/>
          <p:nvPr/>
        </p:nvSpPr>
        <p:spPr bwMode="auto">
          <a:xfrm>
            <a:off x="845460" y="2549186"/>
            <a:ext cx="1703431" cy="3328086"/>
          </a:xfrm>
          <a:prstGeom prst="rect">
            <a:avLst/>
          </a:prstGeom>
          <a:solidFill>
            <a:schemeClr val="bg1">
              <a:lumMod val="8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8" name="AutoShape 257">
            <a:hlinkClick r:id="" action="ppaction://noaction"/>
            <a:extLst>
              <a:ext uri="{FF2B5EF4-FFF2-40B4-BE49-F238E27FC236}">
                <a16:creationId xmlns:a16="http://schemas.microsoft.com/office/drawing/2014/main" id="{311D4A7F-2799-B972-D8BC-3E0696DA5E4A}"/>
              </a:ext>
            </a:extLst>
          </p:cNvPr>
          <p:cNvSpPr>
            <a:spLocks noChangeArrowheads="1"/>
          </p:cNvSpPr>
          <p:nvPr/>
        </p:nvSpPr>
        <p:spPr bwMode="auto">
          <a:xfrm>
            <a:off x="828324" y="5930931"/>
            <a:ext cx="1720567" cy="486194"/>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成果物：</a:t>
            </a:r>
            <a:endParaRPr lang="en-US" altLang="zh-TW"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ＩＴａ１仕様書（兼報告書）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0" name="矩形 10">
            <a:extLst>
              <a:ext uri="{FF2B5EF4-FFF2-40B4-BE49-F238E27FC236}">
                <a16:creationId xmlns:a16="http://schemas.microsoft.com/office/drawing/2014/main" id="{726B5532-2EF3-5836-382D-697A1DF5303B}"/>
              </a:ext>
            </a:extLst>
          </p:cNvPr>
          <p:cNvSpPr/>
          <p:nvPr/>
        </p:nvSpPr>
        <p:spPr>
          <a:xfrm>
            <a:off x="2831900" y="2132856"/>
            <a:ext cx="3478883"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現状</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1" name="二等辺三角形 80">
            <a:extLst>
              <a:ext uri="{FF2B5EF4-FFF2-40B4-BE49-F238E27FC236}">
                <a16:creationId xmlns:a16="http://schemas.microsoft.com/office/drawing/2014/main" id="{D1D2EF9B-7FE7-7C3F-98C6-F736B3808EF8}"/>
              </a:ext>
            </a:extLst>
          </p:cNvPr>
          <p:cNvSpPr/>
          <p:nvPr/>
        </p:nvSpPr>
        <p:spPr bwMode="auto">
          <a:xfrm rot="5400000">
            <a:off x="2158473" y="3845704"/>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3" name="正方形/長方形 82">
            <a:extLst>
              <a:ext uri="{FF2B5EF4-FFF2-40B4-BE49-F238E27FC236}">
                <a16:creationId xmlns:a16="http://schemas.microsoft.com/office/drawing/2014/main" id="{7259DA94-2B36-024F-F834-6053168F8299}"/>
              </a:ext>
            </a:extLst>
          </p:cNvPr>
          <p:cNvSpPr/>
          <p:nvPr/>
        </p:nvSpPr>
        <p:spPr bwMode="auto">
          <a:xfrm>
            <a:off x="2804170" y="2504222"/>
            <a:ext cx="3506613"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5" name="正方形/長方形 84">
            <a:extLst>
              <a:ext uri="{FF2B5EF4-FFF2-40B4-BE49-F238E27FC236}">
                <a16:creationId xmlns:a16="http://schemas.microsoft.com/office/drawing/2014/main" id="{88296CEE-606A-2BE0-ABBE-CCC1B4134380}"/>
              </a:ext>
            </a:extLst>
          </p:cNvPr>
          <p:cNvSpPr/>
          <p:nvPr/>
        </p:nvSpPr>
        <p:spPr bwMode="auto">
          <a:xfrm>
            <a:off x="2861483" y="2615890"/>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①詳細設計等入手資料より、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名称、類型など基本情報</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を記載する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88" name="Picture 37" descr="j0433941">
            <a:extLst>
              <a:ext uri="{FF2B5EF4-FFF2-40B4-BE49-F238E27FC236}">
                <a16:creationId xmlns:a16="http://schemas.microsoft.com/office/drawing/2014/main" id="{26A7BE8F-029E-177E-CF73-E6D27FE564C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3542" y="595845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 name="矩形 10">
            <a:extLst>
              <a:ext uri="{FF2B5EF4-FFF2-40B4-BE49-F238E27FC236}">
                <a16:creationId xmlns:a16="http://schemas.microsoft.com/office/drawing/2014/main" id="{0AC744EA-7D01-E510-FD68-1866F6410BC8}"/>
              </a:ext>
            </a:extLst>
          </p:cNvPr>
          <p:cNvSpPr/>
          <p:nvPr/>
        </p:nvSpPr>
        <p:spPr>
          <a:xfrm>
            <a:off x="828324" y="2132856"/>
            <a:ext cx="1728368" cy="288000"/>
          </a:xfrm>
          <a:prstGeom prst="rect">
            <a:avLst/>
          </a:prstGeom>
          <a:solidFill>
            <a:schemeClr val="tx1">
              <a:lumMod val="65000"/>
              <a:lumOff val="35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テスト計画流れ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3" name="正方形/長方形 92">
            <a:extLst>
              <a:ext uri="{FF2B5EF4-FFF2-40B4-BE49-F238E27FC236}">
                <a16:creationId xmlns:a16="http://schemas.microsoft.com/office/drawing/2014/main" id="{2284937E-0D09-2A80-88DA-A71E7DB05A22}"/>
              </a:ext>
            </a:extLst>
          </p:cNvPr>
          <p:cNvSpPr/>
          <p:nvPr/>
        </p:nvSpPr>
        <p:spPr bwMode="auto">
          <a:xfrm>
            <a:off x="2870232" y="3040778"/>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類型とテスト基準より、テストパータンを作成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4" name="正方形/長方形 93">
            <a:extLst>
              <a:ext uri="{FF2B5EF4-FFF2-40B4-BE49-F238E27FC236}">
                <a16:creationId xmlns:a16="http://schemas.microsoft.com/office/drawing/2014/main" id="{94B765F8-B85F-8B56-EFBC-7CD6B7EA07E1}"/>
              </a:ext>
            </a:extLst>
          </p:cNvPr>
          <p:cNvSpPr/>
          <p:nvPr/>
        </p:nvSpPr>
        <p:spPr bwMode="auto">
          <a:xfrm>
            <a:off x="2853992" y="349336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③詳細設計書に記載した処理条件より、テストケースを作成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5" name="正方形/長方形 94">
            <a:extLst>
              <a:ext uri="{FF2B5EF4-FFF2-40B4-BE49-F238E27FC236}">
                <a16:creationId xmlns:a16="http://schemas.microsoft.com/office/drawing/2014/main" id="{0A8B8530-9AAB-776C-0E31-1C7C6B6DF875}"/>
              </a:ext>
            </a:extLst>
          </p:cNvPr>
          <p:cNvSpPr/>
          <p:nvPr/>
        </p:nvSpPr>
        <p:spPr bwMode="auto">
          <a:xfrm>
            <a:off x="2853283" y="392914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仕様書より、入力データのフォームを作成する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6" name="正方形/長方形 95">
            <a:extLst>
              <a:ext uri="{FF2B5EF4-FFF2-40B4-BE49-F238E27FC236}">
                <a16:creationId xmlns:a16="http://schemas.microsoft.com/office/drawing/2014/main" id="{9A01CB2C-9381-0241-C567-7E8D6724F40B}"/>
              </a:ext>
            </a:extLst>
          </p:cNvPr>
          <p:cNvSpPr/>
          <p:nvPr/>
        </p:nvSpPr>
        <p:spPr bwMode="auto">
          <a:xfrm>
            <a:off x="1042259" y="2615891"/>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7" name="正方形/長方形 96">
            <a:extLst>
              <a:ext uri="{FF2B5EF4-FFF2-40B4-BE49-F238E27FC236}">
                <a16:creationId xmlns:a16="http://schemas.microsoft.com/office/drawing/2014/main" id="{C05ABBB6-FEE2-A35B-47C2-3113FCD74B61}"/>
              </a:ext>
            </a:extLst>
          </p:cNvPr>
          <p:cNvSpPr/>
          <p:nvPr/>
        </p:nvSpPr>
        <p:spPr bwMode="auto">
          <a:xfrm>
            <a:off x="1042259" y="303296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テストパータン作成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8" name="正方形/長方形 97">
            <a:extLst>
              <a:ext uri="{FF2B5EF4-FFF2-40B4-BE49-F238E27FC236}">
                <a16:creationId xmlns:a16="http://schemas.microsoft.com/office/drawing/2014/main" id="{8A121A43-A15A-8591-E1AA-F69AE201BB64}"/>
              </a:ext>
            </a:extLst>
          </p:cNvPr>
          <p:cNvSpPr/>
          <p:nvPr/>
        </p:nvSpPr>
        <p:spPr bwMode="auto">
          <a:xfrm>
            <a:off x="1042259" y="346448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テストケース作成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9" name="正方形/長方形 98">
            <a:extLst>
              <a:ext uri="{FF2B5EF4-FFF2-40B4-BE49-F238E27FC236}">
                <a16:creationId xmlns:a16="http://schemas.microsoft.com/office/drawing/2014/main" id="{20A01D5E-355C-9A5C-EC93-F86C490E0B42}"/>
              </a:ext>
            </a:extLst>
          </p:cNvPr>
          <p:cNvSpPr/>
          <p:nvPr/>
        </p:nvSpPr>
        <p:spPr bwMode="auto">
          <a:xfrm>
            <a:off x="1042259" y="389600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0" name="正方形/長方形 99">
            <a:extLst>
              <a:ext uri="{FF2B5EF4-FFF2-40B4-BE49-F238E27FC236}">
                <a16:creationId xmlns:a16="http://schemas.microsoft.com/office/drawing/2014/main" id="{D49F61F2-7BF3-7C7C-93D7-B220FD48FA3B}"/>
              </a:ext>
            </a:extLst>
          </p:cNvPr>
          <p:cNvSpPr/>
          <p:nvPr/>
        </p:nvSpPr>
        <p:spPr bwMode="auto">
          <a:xfrm>
            <a:off x="1042259" y="4411483"/>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1" name="正方形/長方形 100">
            <a:extLst>
              <a:ext uri="{FF2B5EF4-FFF2-40B4-BE49-F238E27FC236}">
                <a16:creationId xmlns:a16="http://schemas.microsoft.com/office/drawing/2014/main" id="{8BB57CE9-944C-E8F3-4988-1260FE5C756B}"/>
              </a:ext>
            </a:extLst>
          </p:cNvPr>
          <p:cNvSpPr/>
          <p:nvPr/>
        </p:nvSpPr>
        <p:spPr bwMode="auto">
          <a:xfrm>
            <a:off x="1039698" y="4875260"/>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2" name="正方形/長方形 101">
            <a:extLst>
              <a:ext uri="{FF2B5EF4-FFF2-40B4-BE49-F238E27FC236}">
                <a16:creationId xmlns:a16="http://schemas.microsoft.com/office/drawing/2014/main" id="{562D2788-8A3C-E54D-6955-4513F2B7F8E7}"/>
              </a:ext>
            </a:extLst>
          </p:cNvPr>
          <p:cNvSpPr/>
          <p:nvPr/>
        </p:nvSpPr>
        <p:spPr bwMode="auto">
          <a:xfrm>
            <a:off x="1046906" y="5382502"/>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⑦テストケースの見直し</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3" name="正方形/長方形 102">
            <a:extLst>
              <a:ext uri="{FF2B5EF4-FFF2-40B4-BE49-F238E27FC236}">
                <a16:creationId xmlns:a16="http://schemas.microsoft.com/office/drawing/2014/main" id="{CBA77791-6569-7158-B5B1-FDDDE9F603C5}"/>
              </a:ext>
            </a:extLst>
          </p:cNvPr>
          <p:cNvSpPr/>
          <p:nvPr/>
        </p:nvSpPr>
        <p:spPr bwMode="auto">
          <a:xfrm>
            <a:off x="2847667" y="4411483"/>
            <a:ext cx="3258972"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4" name="正方形/長方形 103">
            <a:extLst>
              <a:ext uri="{FF2B5EF4-FFF2-40B4-BE49-F238E27FC236}">
                <a16:creationId xmlns:a16="http://schemas.microsoft.com/office/drawing/2014/main" id="{1161768A-8745-FC7B-4A59-8625EAFEDCB5}"/>
              </a:ext>
            </a:extLst>
          </p:cNvPr>
          <p:cNvSpPr/>
          <p:nvPr/>
        </p:nvSpPr>
        <p:spPr bwMode="auto">
          <a:xfrm>
            <a:off x="2870232" y="4878050"/>
            <a:ext cx="3236408"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5" name="正方形/長方形 104">
            <a:extLst>
              <a:ext uri="{FF2B5EF4-FFF2-40B4-BE49-F238E27FC236}">
                <a16:creationId xmlns:a16="http://schemas.microsoft.com/office/drawing/2014/main" id="{5D2588A5-1B1C-65D0-AAE1-CD6B5AE037E3}"/>
              </a:ext>
            </a:extLst>
          </p:cNvPr>
          <p:cNvSpPr/>
          <p:nvPr/>
        </p:nvSpPr>
        <p:spPr bwMode="auto">
          <a:xfrm>
            <a:off x="2879124" y="5369140"/>
            <a:ext cx="3203274"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06" name="矢印: ストライプ 105">
            <a:extLst>
              <a:ext uri="{FF2B5EF4-FFF2-40B4-BE49-F238E27FC236}">
                <a16:creationId xmlns:a16="http://schemas.microsoft.com/office/drawing/2014/main" id="{76236A5D-F018-0B33-FD24-F3BCB254E75E}"/>
              </a:ext>
            </a:extLst>
          </p:cNvPr>
          <p:cNvSpPr/>
          <p:nvPr/>
        </p:nvSpPr>
        <p:spPr bwMode="auto">
          <a:xfrm rot="5400000">
            <a:off x="1526744" y="5731726"/>
            <a:ext cx="256234" cy="354296"/>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7" name="正方形/長方形 106">
            <a:extLst>
              <a:ext uri="{FF2B5EF4-FFF2-40B4-BE49-F238E27FC236}">
                <a16:creationId xmlns:a16="http://schemas.microsoft.com/office/drawing/2014/main" id="{53B13438-CDEF-F872-5BB6-B8EF83267E31}"/>
              </a:ext>
            </a:extLst>
          </p:cNvPr>
          <p:cNvSpPr/>
          <p:nvPr/>
        </p:nvSpPr>
        <p:spPr bwMode="auto">
          <a:xfrm>
            <a:off x="2788672" y="2566439"/>
            <a:ext cx="3373600" cy="1573807"/>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8" name="テキスト ボックス 16">
            <a:extLst>
              <a:ext uri="{FF2B5EF4-FFF2-40B4-BE49-F238E27FC236}">
                <a16:creationId xmlns:a16="http://schemas.microsoft.com/office/drawing/2014/main" id="{2CF974E2-21D6-692F-22C3-BC01691F2E1A}"/>
              </a:ext>
            </a:extLst>
          </p:cNvPr>
          <p:cNvSpPr txBox="1">
            <a:spLocks noChangeArrowheads="1"/>
          </p:cNvSpPr>
          <p:nvPr/>
        </p:nvSpPr>
        <p:spPr bwMode="auto">
          <a:xfrm>
            <a:off x="2748562" y="5954764"/>
            <a:ext cx="3478883"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a:t>
            </a:r>
            <a:r>
              <a:rPr lang="en-US" altLang="ja-JP" sz="1000" b="1" dirty="0">
                <a:solidFill>
                  <a:prstClr val="black"/>
                </a:solidFill>
                <a:latin typeface="Meiryo UI" pitchFamily="50" charset="-128"/>
                <a:ea typeface="Meiryo UI" pitchFamily="50" charset="-128"/>
                <a:cs typeface="Meiryo UI" pitchFamily="50" charset="-128"/>
              </a:rPr>
              <a:t>EXCEL</a:t>
            </a:r>
            <a:r>
              <a:rPr lang="ja-JP" altLang="en-US" sz="1000" b="1" dirty="0">
                <a:solidFill>
                  <a:prstClr val="black"/>
                </a:solidFill>
                <a:latin typeface="Meiryo UI" pitchFamily="50" charset="-128"/>
                <a:ea typeface="Meiryo UI" pitchFamily="50" charset="-128"/>
                <a:cs typeface="Meiryo UI" pitchFamily="50" charset="-128"/>
              </a:rPr>
              <a:t>表作成、時間がかかる</a:t>
            </a:r>
          </a:p>
        </p:txBody>
      </p:sp>
      <p:sp>
        <p:nvSpPr>
          <p:cNvPr id="2" name="正方形/長方形 1">
            <a:extLst>
              <a:ext uri="{FF2B5EF4-FFF2-40B4-BE49-F238E27FC236}">
                <a16:creationId xmlns:a16="http://schemas.microsoft.com/office/drawing/2014/main" id="{9863529D-6E3C-E1D5-C899-92B361022614}"/>
              </a:ext>
            </a:extLst>
          </p:cNvPr>
          <p:cNvSpPr/>
          <p:nvPr/>
        </p:nvSpPr>
        <p:spPr bwMode="auto">
          <a:xfrm>
            <a:off x="6618773" y="2492896"/>
            <a:ext cx="3014747"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矩形 10">
            <a:extLst>
              <a:ext uri="{FF2B5EF4-FFF2-40B4-BE49-F238E27FC236}">
                <a16:creationId xmlns:a16="http://schemas.microsoft.com/office/drawing/2014/main" id="{1D65F371-65DE-7201-7651-DC91B5E14BC7}"/>
              </a:ext>
            </a:extLst>
          </p:cNvPr>
          <p:cNvSpPr/>
          <p:nvPr/>
        </p:nvSpPr>
        <p:spPr>
          <a:xfrm>
            <a:off x="6618773" y="2133783"/>
            <a:ext cx="3014747"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分析</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 name="矢印: ストライプ 5">
            <a:extLst>
              <a:ext uri="{FF2B5EF4-FFF2-40B4-BE49-F238E27FC236}">
                <a16:creationId xmlns:a16="http://schemas.microsoft.com/office/drawing/2014/main" id="{9C84E979-7043-576D-6B8B-E55E995F7D27}"/>
              </a:ext>
            </a:extLst>
          </p:cNvPr>
          <p:cNvSpPr/>
          <p:nvPr/>
        </p:nvSpPr>
        <p:spPr bwMode="auto">
          <a:xfrm>
            <a:off x="6248242" y="2675474"/>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7" name="正方形/長方形 6">
            <a:extLst>
              <a:ext uri="{FF2B5EF4-FFF2-40B4-BE49-F238E27FC236}">
                <a16:creationId xmlns:a16="http://schemas.microsoft.com/office/drawing/2014/main" id="{EE7A2B96-90C0-7FFF-9827-81B87080608B}"/>
              </a:ext>
            </a:extLst>
          </p:cNvPr>
          <p:cNvSpPr/>
          <p:nvPr/>
        </p:nvSpPr>
        <p:spPr bwMode="auto">
          <a:xfrm>
            <a:off x="6647271" y="2615890"/>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詳細設計等入手資料は</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EXCEL</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ファイルであるし、記載</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位置と</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KEYWORD</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も固定。ツール化可能</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 name="正方形/長方形 7">
            <a:extLst>
              <a:ext uri="{FF2B5EF4-FFF2-40B4-BE49-F238E27FC236}">
                <a16:creationId xmlns:a16="http://schemas.microsoft.com/office/drawing/2014/main" id="{0D1F2F9D-F2AC-67E1-345A-8C6EF62D5CF7}"/>
              </a:ext>
            </a:extLst>
          </p:cNvPr>
          <p:cNvSpPr/>
          <p:nvPr/>
        </p:nvSpPr>
        <p:spPr bwMode="auto">
          <a:xfrm>
            <a:off x="6633021" y="3068960"/>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類型よりテスト基準が固定であるので、</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ごとのテストパータンを用意すると、時間を短縮する。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 name="矢印: ストライプ 8">
            <a:extLst>
              <a:ext uri="{FF2B5EF4-FFF2-40B4-BE49-F238E27FC236}">
                <a16:creationId xmlns:a16="http://schemas.microsoft.com/office/drawing/2014/main" id="{116132F7-8DF2-D28D-AB1B-7D3C8997A2F3}"/>
              </a:ext>
            </a:extLst>
          </p:cNvPr>
          <p:cNvSpPr/>
          <p:nvPr/>
        </p:nvSpPr>
        <p:spPr bwMode="auto">
          <a:xfrm>
            <a:off x="6232744" y="3079481"/>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0" name="矢印: ストライプ 9">
            <a:extLst>
              <a:ext uri="{FF2B5EF4-FFF2-40B4-BE49-F238E27FC236}">
                <a16:creationId xmlns:a16="http://schemas.microsoft.com/office/drawing/2014/main" id="{25F23C70-8926-1123-6FE5-B4B2839754C3}"/>
              </a:ext>
            </a:extLst>
          </p:cNvPr>
          <p:cNvSpPr/>
          <p:nvPr/>
        </p:nvSpPr>
        <p:spPr bwMode="auto">
          <a:xfrm>
            <a:off x="6209684" y="3558778"/>
            <a:ext cx="338617" cy="266970"/>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11" name="正方形/長方形 10">
            <a:extLst>
              <a:ext uri="{FF2B5EF4-FFF2-40B4-BE49-F238E27FC236}">
                <a16:creationId xmlns:a16="http://schemas.microsoft.com/office/drawing/2014/main" id="{648542F8-9732-2333-5640-E0BC4CA2C11E}"/>
              </a:ext>
            </a:extLst>
          </p:cNvPr>
          <p:cNvSpPr/>
          <p:nvPr/>
        </p:nvSpPr>
        <p:spPr bwMode="auto">
          <a:xfrm>
            <a:off x="6642825" y="3512263"/>
            <a:ext cx="298624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設計書より処理条件。</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Tree>
    <p:extLst>
      <p:ext uri="{BB962C8B-B14F-4D97-AF65-F5344CB8AC3E}">
        <p14:creationId xmlns:p14="http://schemas.microsoft.com/office/powerpoint/2010/main" val="2580091861"/>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テキスト ボックス 28">
            <a:extLst>
              <a:ext uri="{FF2B5EF4-FFF2-40B4-BE49-F238E27FC236}">
                <a16:creationId xmlns:a16="http://schemas.microsoft.com/office/drawing/2014/main" id="{F17E1F10-91B5-BCD8-F99B-3C0DBE4A5116}"/>
              </a:ext>
            </a:extLst>
          </p:cNvPr>
          <p:cNvSpPr txBox="1">
            <a:spLocks noChangeArrowheads="1"/>
          </p:cNvSpPr>
          <p:nvPr/>
        </p:nvSpPr>
        <p:spPr bwMode="auto">
          <a:xfrm>
            <a:off x="695394" y="1877311"/>
            <a:ext cx="9120953" cy="4648033"/>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fontAlgn="base">
              <a:spcAft>
                <a:spcPts val="300"/>
              </a:spcAft>
              <a:buClr>
                <a:srgbClr val="4F81BD"/>
              </a:buClr>
              <a:buFont typeface="Wingdings" pitchFamily="2" charset="2"/>
              <a:buChar char="u"/>
            </a:pPr>
            <a:r>
              <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SMART</a:t>
            </a:r>
            <a:r>
              <a:rPr lang="ja-JP" altLang="en-US"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システムにおけるテスト計画作業の現状と改善後を以下に記載する。</a:t>
            </a: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7" name="正方形/長方形 86">
            <a:extLst>
              <a:ext uri="{FF2B5EF4-FFF2-40B4-BE49-F238E27FC236}">
                <a16:creationId xmlns:a16="http://schemas.microsoft.com/office/drawing/2014/main" id="{48583BB9-B7A0-4902-64FF-1197DBA9127C}"/>
              </a:ext>
            </a:extLst>
          </p:cNvPr>
          <p:cNvSpPr/>
          <p:nvPr/>
        </p:nvSpPr>
        <p:spPr bwMode="auto">
          <a:xfrm>
            <a:off x="6624509" y="2527481"/>
            <a:ext cx="3104641" cy="3393034"/>
          </a:xfrm>
          <a:prstGeom prst="rect">
            <a:avLst/>
          </a:prstGeom>
          <a:solidFill>
            <a:srgbClr val="E7F6FF"/>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0" name="正方形/長方形 39">
            <a:extLst>
              <a:ext uri="{FF2B5EF4-FFF2-40B4-BE49-F238E27FC236}">
                <a16:creationId xmlns:a16="http://schemas.microsoft.com/office/drawing/2014/main" id="{B91F7C8A-5FDD-7040-CD6D-49749D15D2B6}"/>
              </a:ext>
            </a:extLst>
          </p:cNvPr>
          <p:cNvSpPr/>
          <p:nvPr/>
        </p:nvSpPr>
        <p:spPr bwMode="auto">
          <a:xfrm>
            <a:off x="845460" y="2549186"/>
            <a:ext cx="1703431" cy="3328086"/>
          </a:xfrm>
          <a:prstGeom prst="rect">
            <a:avLst/>
          </a:prstGeom>
          <a:solidFill>
            <a:schemeClr val="bg1">
              <a:lumMod val="8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p:cNvSpPr txBox="1">
            <a:spLocks noChangeArrowheads="1"/>
          </p:cNvSpPr>
          <p:nvPr/>
        </p:nvSpPr>
        <p:spPr bwMode="auto">
          <a:xfrm>
            <a:off x="179772" y="238125"/>
            <a:ext cx="8049904"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トピックス</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】SMART</a:t>
            </a:r>
            <a:r>
              <a:rPr kumimoji="1" lang="ja-JP" altLang="en-US"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テスト計画作成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68" name="Rectangle 281"/>
          <p:cNvSpPr>
            <a:spLocks noChangeArrowheads="1"/>
          </p:cNvSpPr>
          <p:nvPr/>
        </p:nvSpPr>
        <p:spPr bwMode="auto">
          <a:xfrm>
            <a:off x="695395" y="771978"/>
            <a:ext cx="9120954" cy="1051637"/>
          </a:xfrm>
          <a:prstGeom prst="rect">
            <a:avLst/>
          </a:prstGeom>
          <a:solidFill>
            <a:schemeClr val="bg1"/>
          </a:solidFill>
          <a:ln w="9525">
            <a:solidFill>
              <a:schemeClr val="bg1">
                <a:lumMod val="50000"/>
              </a:schemeClr>
            </a:solidFill>
            <a:miter lim="800000"/>
            <a:headEnd/>
            <a:tailEnd/>
          </a:ln>
          <a:effectLst/>
        </p:spPr>
        <p:txBody>
          <a:bodyPr lIns="72000" tIns="72000" rIns="0" bIns="72000" anchor="ctr" anchorCtr="0"/>
          <a:lstStyle/>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現状、</a:t>
            </a:r>
            <a:r>
              <a:rPr lang="en-US" altLang="ja-JP" dirty="0">
                <a:latin typeface="Meiryo UI" panose="020B0604030504040204" pitchFamily="50" charset="-128"/>
                <a:ea typeface="Meiryo UI" panose="020B0604030504040204" pitchFamily="50" charset="-128"/>
              </a:rPr>
              <a:t>SMART</a:t>
            </a:r>
            <a:r>
              <a:rPr lang="ja-JP" altLang="en-US" dirty="0">
                <a:latin typeface="Meiryo UI" panose="020B0604030504040204" pitchFamily="50" charset="-128"/>
                <a:ea typeface="Meiryo UI" panose="020B0604030504040204" pitchFamily="50" charset="-128"/>
              </a:rPr>
              <a:t>ではテスト計画作成作業は開発工程の</a:t>
            </a:r>
            <a:r>
              <a:rPr lang="en-US" altLang="ja-JP" dirty="0">
                <a:latin typeface="Meiryo UI" panose="020B0604030504040204" pitchFamily="50" charset="-128"/>
                <a:ea typeface="Meiryo UI" panose="020B0604030504040204" pitchFamily="50" charset="-128"/>
              </a:rPr>
              <a:t>2</a:t>
            </a:r>
            <a:r>
              <a:rPr lang="ja-JP" altLang="en-US" dirty="0">
                <a:latin typeface="Meiryo UI" panose="020B0604030504040204" pitchFamily="50" charset="-128"/>
                <a:ea typeface="Meiryo UI" panose="020B0604030504040204" pitchFamily="50" charset="-128"/>
              </a:rPr>
              <a:t>割を占めている。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この作業は、</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類型ごとのテスト基準がありますが、</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の難易度より、属人化傾向が高まっている。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lang="ja-JP" altLang="en-US" dirty="0">
                <a:latin typeface="Meiryo UI" panose="020B0604030504040204" pitchFamily="50" charset="-128"/>
                <a:ea typeface="Meiryo UI" panose="020B0604030504040204" pitchFamily="50" charset="-128"/>
              </a:rPr>
              <a:t>それに伴い、若手でも対応できるよう、全ての</a:t>
            </a:r>
            <a:r>
              <a:rPr lang="en-US" altLang="ja-JP" dirty="0">
                <a:latin typeface="Meiryo UI" panose="020B0604030504040204" pitchFamily="50" charset="-128"/>
                <a:ea typeface="Meiryo UI" panose="020B0604030504040204" pitchFamily="50" charset="-128"/>
              </a:rPr>
              <a:t>PGM</a:t>
            </a:r>
            <a:r>
              <a:rPr lang="ja-JP" altLang="en-US" dirty="0">
                <a:latin typeface="Meiryo UI" panose="020B0604030504040204" pitchFamily="50" charset="-128"/>
                <a:ea typeface="Meiryo UI" panose="020B0604030504040204" pitchFamily="50" charset="-128"/>
              </a:rPr>
              <a:t>類型を対象に、生成式</a:t>
            </a:r>
            <a:r>
              <a:rPr lang="en-US" altLang="ja-JP" dirty="0">
                <a:latin typeface="Meiryo UI" panose="020B0604030504040204" pitchFamily="50" charset="-128"/>
                <a:ea typeface="Meiryo UI" panose="020B0604030504040204" pitchFamily="50" charset="-128"/>
              </a:rPr>
              <a:t>AI</a:t>
            </a:r>
            <a:r>
              <a:rPr lang="ja-JP" altLang="en-US" dirty="0">
                <a:latin typeface="Meiryo UI" panose="020B0604030504040204" pitchFamily="50" charset="-128"/>
                <a:ea typeface="Meiryo UI" panose="020B0604030504040204" pitchFamily="50" charset="-128"/>
              </a:rPr>
              <a:t>技術を活用してツール化を行って、品質・生産性を改善している。</a:t>
            </a:r>
            <a:endParaRPr lang="en-US" altLang="ja-JP" dirty="0">
              <a:latin typeface="Meiryo UI" panose="020B0604030504040204" pitchFamily="50" charset="-128"/>
              <a:ea typeface="Meiryo UI" panose="020B0604030504040204" pitchFamily="50" charset="-128"/>
            </a:endParaRPr>
          </a:p>
          <a:p>
            <a:pPr marL="180975" indent="-180975" fontAlgn="auto">
              <a:spcBef>
                <a:spcPts val="0"/>
              </a:spcBef>
              <a:spcAft>
                <a:spcPts val="400"/>
              </a:spcAft>
              <a:buClr>
                <a:srgbClr val="0070C0"/>
              </a:buClr>
              <a:buSzPct val="100000"/>
              <a:buFont typeface="Wingdings" pitchFamily="2" charset="2"/>
              <a:buChar char="Ø"/>
              <a:defRPr/>
            </a:pPr>
            <a:r>
              <a:rPr kumimoji="0" lang="ja-JP" altLang="en-US" sz="1200" b="0" i="0" u="none" strike="noStrike" kern="1200" cap="none" spc="0" normalizeH="0" baseline="0" noProof="0" dirty="0">
                <a:ln>
                  <a:noFill/>
                </a:ln>
                <a:solidFill>
                  <a:prstClr val="black"/>
                </a:solidFill>
                <a:effectLst/>
                <a:uLnTx/>
                <a:uFillTx/>
                <a:latin typeface="Meiryo UI" pitchFamily="50" charset="-128"/>
                <a:ea typeface="Meiryo UI" pitchFamily="50" charset="-128"/>
                <a:cs typeface="Meiryo UI" pitchFamily="50" charset="-128"/>
              </a:rPr>
              <a:t>本頁では、</a:t>
            </a:r>
            <a:r>
              <a:rPr lang="ja-JP" altLang="en-US"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rPr>
              <a:t>同様な取り組みを行っている他本部に対して、組織的な連携・展開を目的として、具体的な取り組みについてご報告する。</a:t>
            </a:r>
            <a:endParaRPr kumimoji="0" lang="en-US" altLang="ja-JP" kern="0" dirty="0">
              <a:solidFill>
                <a:prstClr val="black"/>
              </a:solidFill>
              <a:latin typeface="Meiryo UI" pitchFamily="50" charset="-128"/>
              <a:ea typeface="Meiryo UI" pitchFamily="50" charset="-128"/>
              <a:cs typeface="Meiryo UI" pitchFamily="50" charset="-128"/>
            </a:endParaRPr>
          </a:p>
        </p:txBody>
      </p:sp>
      <p:sp>
        <p:nvSpPr>
          <p:cNvPr id="69" name="正方形/長方形 68"/>
          <p:cNvSpPr/>
          <p:nvPr/>
        </p:nvSpPr>
        <p:spPr bwMode="auto">
          <a:xfrm>
            <a:off x="272480" y="773088"/>
            <a:ext cx="399600" cy="1051637"/>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horz"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概</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要</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7" name="正方形/長方形 6">
            <a:extLst>
              <a:ext uri="{FF2B5EF4-FFF2-40B4-BE49-F238E27FC236}">
                <a16:creationId xmlns:a16="http://schemas.microsoft.com/office/drawing/2014/main" id="{9FB6BBA8-1509-1E77-C15E-15DE81184FE0}"/>
              </a:ext>
            </a:extLst>
          </p:cNvPr>
          <p:cNvSpPr/>
          <p:nvPr/>
        </p:nvSpPr>
        <p:spPr bwMode="auto">
          <a:xfrm>
            <a:off x="272480" y="1877311"/>
            <a:ext cx="399600" cy="4648033"/>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ツール推進</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14" name="AutoShape 257">
            <a:hlinkClick r:id="" action="ppaction://noaction"/>
            <a:extLst>
              <a:ext uri="{FF2B5EF4-FFF2-40B4-BE49-F238E27FC236}">
                <a16:creationId xmlns:a16="http://schemas.microsoft.com/office/drawing/2014/main" id="{5ECEBABC-5A73-76B5-0078-8C0F9219B1C0}"/>
              </a:ext>
            </a:extLst>
          </p:cNvPr>
          <p:cNvSpPr>
            <a:spLocks noChangeArrowheads="1"/>
          </p:cNvSpPr>
          <p:nvPr/>
        </p:nvSpPr>
        <p:spPr bwMode="auto">
          <a:xfrm>
            <a:off x="828324" y="5930931"/>
            <a:ext cx="1720567" cy="486194"/>
          </a:xfrm>
          <a:prstGeom prst="flowChartDocument">
            <a:avLst/>
          </a:prstGeom>
          <a:ln>
            <a:noFill/>
          </a:ln>
        </p:spPr>
        <p:style>
          <a:lnRef idx="1">
            <a:schemeClr val="dk1"/>
          </a:lnRef>
          <a:fillRef idx="2">
            <a:schemeClr val="dk1"/>
          </a:fillRef>
          <a:effectRef idx="1">
            <a:schemeClr val="dk1"/>
          </a:effectRef>
          <a:fontRef idx="minor">
            <a:schemeClr val="dk1"/>
          </a:fontRef>
        </p:style>
        <p:txBody>
          <a:bodyPr lIns="0" tIns="0" rIns="0" bIns="0" anchor="ctr"/>
          <a:lstStyle/>
          <a:p>
            <a:r>
              <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成果物：</a:t>
            </a:r>
            <a:endParaRPr lang="en-US" altLang="zh-TW"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a:p>
            <a:r>
              <a:rPr lang="zh-TW"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ＩＴａ１仕様書（兼報告書）</a:t>
            </a:r>
            <a:endParaRPr lang="ja-JP" altLang="en-US" sz="900" b="1"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5" name="矩形 10">
            <a:extLst>
              <a:ext uri="{FF2B5EF4-FFF2-40B4-BE49-F238E27FC236}">
                <a16:creationId xmlns:a16="http://schemas.microsoft.com/office/drawing/2014/main" id="{7954BCF9-055C-2370-F7B9-B331859EFFDE}"/>
              </a:ext>
            </a:extLst>
          </p:cNvPr>
          <p:cNvSpPr/>
          <p:nvPr/>
        </p:nvSpPr>
        <p:spPr>
          <a:xfrm>
            <a:off x="2831900" y="2132856"/>
            <a:ext cx="3478883" cy="287073"/>
          </a:xfrm>
          <a:prstGeom prst="rect">
            <a:avLst/>
          </a:prstGeom>
          <a:solidFill>
            <a:schemeClr val="accent3">
              <a:lumMod val="50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rPr>
              <a:t>現状</a:t>
            </a:r>
            <a:endParaRPr kumimoji="0" lang="zh-CN" altLang="en-US" sz="1400" b="1" kern="0" dirty="0">
              <a:solidFill>
                <a:schemeClr val="bg1"/>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2" name="二等辺三角形 41">
            <a:extLst>
              <a:ext uri="{FF2B5EF4-FFF2-40B4-BE49-F238E27FC236}">
                <a16:creationId xmlns:a16="http://schemas.microsoft.com/office/drawing/2014/main" id="{68A9E66F-4754-7D30-C466-C99B71209AAE}"/>
              </a:ext>
            </a:extLst>
          </p:cNvPr>
          <p:cNvSpPr/>
          <p:nvPr/>
        </p:nvSpPr>
        <p:spPr bwMode="auto">
          <a:xfrm rot="5400000">
            <a:off x="2158473" y="3845704"/>
            <a:ext cx="1059852" cy="200546"/>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43" name="二等辺三角形 42">
            <a:extLst>
              <a:ext uri="{FF2B5EF4-FFF2-40B4-BE49-F238E27FC236}">
                <a16:creationId xmlns:a16="http://schemas.microsoft.com/office/drawing/2014/main" id="{BB6FB25A-71E6-9DD9-43C5-722CBC930895}"/>
              </a:ext>
            </a:extLst>
          </p:cNvPr>
          <p:cNvSpPr/>
          <p:nvPr/>
        </p:nvSpPr>
        <p:spPr bwMode="auto">
          <a:xfrm rot="5400000">
            <a:off x="5971089" y="4872807"/>
            <a:ext cx="1044588" cy="250780"/>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59" name="正方形/長方形 58">
            <a:extLst>
              <a:ext uri="{FF2B5EF4-FFF2-40B4-BE49-F238E27FC236}">
                <a16:creationId xmlns:a16="http://schemas.microsoft.com/office/drawing/2014/main" id="{18EEAC66-5C8D-7F32-B3AF-094D1DCD1D63}"/>
              </a:ext>
            </a:extLst>
          </p:cNvPr>
          <p:cNvSpPr/>
          <p:nvPr/>
        </p:nvSpPr>
        <p:spPr bwMode="auto">
          <a:xfrm>
            <a:off x="2804170" y="2504222"/>
            <a:ext cx="3506613" cy="3393034"/>
          </a:xfrm>
          <a:prstGeom prst="rect">
            <a:avLst/>
          </a:prstGeom>
          <a:solidFill>
            <a:schemeClr val="accent3">
              <a:lumMod val="95000"/>
            </a:schemeClr>
          </a:solidFill>
          <a:ln w="19050">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none" lIns="90000" tIns="0" rIns="91440" bIns="0" numCol="1" rtlCol="0" anchor="ctr" anchorCtr="0" compatLnSpc="1">
            <a:prstTxWarp prst="textNoShape">
              <a:avLst/>
            </a:prstTxWarp>
          </a:bodyPr>
          <a:lstStyle/>
          <a:p>
            <a:pPr>
              <a:spcBef>
                <a:spcPts val="300"/>
              </a:spcBef>
            </a:pPr>
            <a:endParaRPr lang="ja-JP" altLang="en-US" sz="1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1" name="正方形/長方形 60">
            <a:extLst>
              <a:ext uri="{FF2B5EF4-FFF2-40B4-BE49-F238E27FC236}">
                <a16:creationId xmlns:a16="http://schemas.microsoft.com/office/drawing/2014/main" id="{2426B2BD-0780-F270-25B0-05DEE7B13559}"/>
              </a:ext>
            </a:extLst>
          </p:cNvPr>
          <p:cNvSpPr/>
          <p:nvPr/>
        </p:nvSpPr>
        <p:spPr bwMode="auto">
          <a:xfrm>
            <a:off x="6753198" y="2599945"/>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①画面から、入力ファイルを選択し、自動的に記入</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2" name="正方形/長方形 61">
            <a:extLst>
              <a:ext uri="{FF2B5EF4-FFF2-40B4-BE49-F238E27FC236}">
                <a16:creationId xmlns:a16="http://schemas.microsoft.com/office/drawing/2014/main" id="{7198DD59-6D69-3CCC-4EA7-45A1BFB738A0}"/>
              </a:ext>
            </a:extLst>
          </p:cNvPr>
          <p:cNvSpPr/>
          <p:nvPr/>
        </p:nvSpPr>
        <p:spPr bwMode="auto">
          <a:xfrm>
            <a:off x="6761194" y="3863341"/>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画面で指定された</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入力データのフォームを作成する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4" name="正方形/長方形 63">
            <a:extLst>
              <a:ext uri="{FF2B5EF4-FFF2-40B4-BE49-F238E27FC236}">
                <a16:creationId xmlns:a16="http://schemas.microsoft.com/office/drawing/2014/main" id="{BEFE5FED-3E65-F1EF-6081-15132A35E158}"/>
              </a:ext>
            </a:extLst>
          </p:cNvPr>
          <p:cNvSpPr/>
          <p:nvPr/>
        </p:nvSpPr>
        <p:spPr bwMode="auto">
          <a:xfrm>
            <a:off x="6753198" y="3034271"/>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類型の</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一覧のテンプレートを用意し、</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指定類型より、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一覧の雛形作成</a:t>
            </a:r>
          </a:p>
        </p:txBody>
      </p:sp>
      <p:sp>
        <p:nvSpPr>
          <p:cNvPr id="65" name="正方形/長方形 64">
            <a:extLst>
              <a:ext uri="{FF2B5EF4-FFF2-40B4-BE49-F238E27FC236}">
                <a16:creationId xmlns:a16="http://schemas.microsoft.com/office/drawing/2014/main" id="{3FB79C07-83C0-70CB-08CB-F463BFFF0C67}"/>
              </a:ext>
            </a:extLst>
          </p:cNvPr>
          <p:cNvSpPr/>
          <p:nvPr/>
        </p:nvSpPr>
        <p:spPr bwMode="auto">
          <a:xfrm>
            <a:off x="6765833" y="3482340"/>
            <a:ext cx="2916000" cy="360000"/>
          </a:xfrm>
          <a:prstGeom prst="rect">
            <a:avLst/>
          </a:prstGeom>
          <a:solidFill>
            <a:srgbClr val="647E9E"/>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より、処理条件を解析し、</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39" name="正方形/長方形 38">
            <a:extLst>
              <a:ext uri="{FF2B5EF4-FFF2-40B4-BE49-F238E27FC236}">
                <a16:creationId xmlns:a16="http://schemas.microsoft.com/office/drawing/2014/main" id="{2FDBE1EA-F3E3-9C4C-6727-8BCC1CDE6A23}"/>
              </a:ext>
            </a:extLst>
          </p:cNvPr>
          <p:cNvSpPr/>
          <p:nvPr/>
        </p:nvSpPr>
        <p:spPr bwMode="auto">
          <a:xfrm>
            <a:off x="2861483" y="2615890"/>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①入手資料より、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名称、類型など基本情報を設定する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pic>
        <p:nvPicPr>
          <p:cNvPr id="3" name="Picture 37" descr="j0433941">
            <a:extLst>
              <a:ext uri="{FF2B5EF4-FFF2-40B4-BE49-F238E27FC236}">
                <a16:creationId xmlns:a16="http://schemas.microsoft.com/office/drawing/2014/main" id="{A4644A9C-1465-0734-388F-3C8D86FD417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33542" y="5958450"/>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テキスト ボックス 16">
            <a:extLst>
              <a:ext uri="{FF2B5EF4-FFF2-40B4-BE49-F238E27FC236}">
                <a16:creationId xmlns:a16="http://schemas.microsoft.com/office/drawing/2014/main" id="{2F0259AC-A7BC-7806-C564-D819F2F2B47F}"/>
              </a:ext>
            </a:extLst>
          </p:cNvPr>
          <p:cNvSpPr txBox="1">
            <a:spLocks noChangeArrowheads="1"/>
          </p:cNvSpPr>
          <p:nvPr/>
        </p:nvSpPr>
        <p:spPr bwMode="auto">
          <a:xfrm>
            <a:off x="6595879" y="1871438"/>
            <a:ext cx="3310121" cy="230832"/>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en-US" altLang="ja-JP" sz="900" dirty="0">
                <a:solidFill>
                  <a:prstClr val="black"/>
                </a:solidFill>
                <a:latin typeface="Meiryo UI" pitchFamily="50" charset="-128"/>
                <a:ea typeface="Meiryo UI" pitchFamily="50" charset="-128"/>
                <a:cs typeface="Meiryo UI" pitchFamily="50" charset="-128"/>
              </a:rPr>
              <a:t>※</a:t>
            </a:r>
            <a:r>
              <a:rPr lang="ja-JP" altLang="en-US" sz="900" dirty="0">
                <a:solidFill>
                  <a:prstClr val="black"/>
                </a:solidFill>
                <a:latin typeface="Meiryo UI" pitchFamily="50" charset="-128"/>
                <a:ea typeface="Meiryo UI" pitchFamily="50" charset="-128"/>
                <a:cs typeface="Meiryo UI" pitchFamily="50" charset="-128"/>
              </a:rPr>
              <a:t>工数凡例：難易度高のオンライン</a:t>
            </a:r>
            <a:r>
              <a:rPr lang="en-US" altLang="ja-JP" sz="900" dirty="0">
                <a:solidFill>
                  <a:prstClr val="black"/>
                </a:solidFill>
                <a:latin typeface="Meiryo UI" pitchFamily="50" charset="-128"/>
                <a:ea typeface="Meiryo UI" pitchFamily="50" charset="-128"/>
                <a:cs typeface="Meiryo UI" pitchFamily="50" charset="-128"/>
              </a:rPr>
              <a:t>ACP</a:t>
            </a:r>
            <a:r>
              <a:rPr lang="ja-JP" altLang="en-US" sz="900" dirty="0">
                <a:solidFill>
                  <a:prstClr val="black"/>
                </a:solidFill>
                <a:latin typeface="Meiryo UI" pitchFamily="50" charset="-128"/>
                <a:ea typeface="Meiryo UI" pitchFamily="50" charset="-128"/>
                <a:cs typeface="Meiryo UI" pitchFamily="50" charset="-128"/>
              </a:rPr>
              <a:t>のテスト計画書作成</a:t>
            </a:r>
          </a:p>
        </p:txBody>
      </p:sp>
      <p:sp>
        <p:nvSpPr>
          <p:cNvPr id="9" name="矩形 10">
            <a:extLst>
              <a:ext uri="{FF2B5EF4-FFF2-40B4-BE49-F238E27FC236}">
                <a16:creationId xmlns:a16="http://schemas.microsoft.com/office/drawing/2014/main" id="{053A8869-5F9F-860B-AC6E-01B0EF0CEE96}"/>
              </a:ext>
            </a:extLst>
          </p:cNvPr>
          <p:cNvSpPr/>
          <p:nvPr/>
        </p:nvSpPr>
        <p:spPr>
          <a:xfrm>
            <a:off x="6595879" y="2132856"/>
            <a:ext cx="3133271" cy="287073"/>
          </a:xfrm>
          <a:prstGeom prst="rect">
            <a:avLst/>
          </a:prstGeom>
          <a:solidFill>
            <a:srgbClr val="4F81BD"/>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改善後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44" name="矩形 10">
            <a:extLst>
              <a:ext uri="{FF2B5EF4-FFF2-40B4-BE49-F238E27FC236}">
                <a16:creationId xmlns:a16="http://schemas.microsoft.com/office/drawing/2014/main" id="{FC1F7724-AF2E-4446-8840-86C0FE75392F}"/>
              </a:ext>
            </a:extLst>
          </p:cNvPr>
          <p:cNvSpPr/>
          <p:nvPr/>
        </p:nvSpPr>
        <p:spPr>
          <a:xfrm>
            <a:off x="828324" y="2132856"/>
            <a:ext cx="1728368" cy="288000"/>
          </a:xfrm>
          <a:prstGeom prst="rect">
            <a:avLst/>
          </a:prstGeom>
          <a:solidFill>
            <a:schemeClr val="tx1">
              <a:lumMod val="65000"/>
              <a:lumOff val="35000"/>
            </a:schemeClr>
          </a:solidFill>
          <a:ln w="19050" cap="flat" cmpd="sng" algn="ctr">
            <a:noFill/>
            <a:prstDash val="solid"/>
            <a:headEnd type="none" w="med" len="med"/>
            <a:tailEnd type="none" w="med" len="med"/>
          </a:ln>
          <a:effectLst/>
        </p:spPr>
        <p:txBody>
          <a:bodyPr vert="horz" wrap="none" lIns="90000" tIns="0" rIns="91440" bIns="0" numCol="1" rtlCol="0" anchor="ctr" anchorCtr="0" compatLnSpc="1">
            <a:prstTxWarp prst="textNoShape">
              <a:avLst/>
            </a:prstTxWarp>
          </a:bodyPr>
          <a:lstStyle/>
          <a:p>
            <a:pPr algn="ctr" fontAlgn="ctr">
              <a:spcBef>
                <a:spcPts val="300"/>
              </a:spcBef>
              <a:spcAft>
                <a:spcPct val="10000"/>
              </a:spcAft>
              <a:buClr>
                <a:srgbClr val="647E9E"/>
              </a:buClr>
              <a:buSzPct val="80000"/>
              <a:buFont typeface="Wingdings" pitchFamily="2" charset="2"/>
              <a:buNone/>
            </a:pPr>
            <a:r>
              <a:rPr kumimoji="0" lang="ja-JP"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テスト計画作成流れ</a:t>
            </a:r>
            <a:endParaRPr kumimoji="0" lang="zh-CN" altLang="en-US" sz="1400" b="1" kern="0"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3" name="正方形/長方形 52">
            <a:extLst>
              <a:ext uri="{FF2B5EF4-FFF2-40B4-BE49-F238E27FC236}">
                <a16:creationId xmlns:a16="http://schemas.microsoft.com/office/drawing/2014/main" id="{818262F4-6CD5-7D85-49C3-175B93F15F11}"/>
              </a:ext>
            </a:extLst>
          </p:cNvPr>
          <p:cNvSpPr/>
          <p:nvPr/>
        </p:nvSpPr>
        <p:spPr bwMode="auto">
          <a:xfrm>
            <a:off x="2870232" y="3040778"/>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PGM</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類型とテスト基準より、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6" name="正方形/長方形 55">
            <a:extLst>
              <a:ext uri="{FF2B5EF4-FFF2-40B4-BE49-F238E27FC236}">
                <a16:creationId xmlns:a16="http://schemas.microsoft.com/office/drawing/2014/main" id="{E4AC8D7B-9FF5-86BE-54F6-F16CAD51A8B2}"/>
              </a:ext>
            </a:extLst>
          </p:cNvPr>
          <p:cNvSpPr/>
          <p:nvPr/>
        </p:nvSpPr>
        <p:spPr bwMode="auto">
          <a:xfrm>
            <a:off x="2853992" y="349336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③詳細設計書の処理条件より、</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57" name="正方形/長方形 56">
            <a:extLst>
              <a:ext uri="{FF2B5EF4-FFF2-40B4-BE49-F238E27FC236}">
                <a16:creationId xmlns:a16="http://schemas.microsoft.com/office/drawing/2014/main" id="{D41F6C24-1260-FBD6-1628-59983DA802C1}"/>
              </a:ext>
            </a:extLst>
          </p:cNvPr>
          <p:cNvSpPr/>
          <p:nvPr/>
        </p:nvSpPr>
        <p:spPr bwMode="auto">
          <a:xfrm>
            <a:off x="2853283" y="3929144"/>
            <a:ext cx="3274739"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④ー１　</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I/F</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仕様書より、入力データのフォームを作成する</a:t>
            </a:r>
            <a:endPar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0" name="正方形/長方形 59">
            <a:extLst>
              <a:ext uri="{FF2B5EF4-FFF2-40B4-BE49-F238E27FC236}">
                <a16:creationId xmlns:a16="http://schemas.microsoft.com/office/drawing/2014/main" id="{AA99FC13-CAB3-570F-31D5-2F90BB6EF5A3}"/>
              </a:ext>
            </a:extLst>
          </p:cNvPr>
          <p:cNvSpPr/>
          <p:nvPr/>
        </p:nvSpPr>
        <p:spPr bwMode="auto">
          <a:xfrm>
            <a:off x="1042259" y="2615891"/>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①表紙～目次まで作成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7" name="正方形/長方形 66">
            <a:extLst>
              <a:ext uri="{FF2B5EF4-FFF2-40B4-BE49-F238E27FC236}">
                <a16:creationId xmlns:a16="http://schemas.microsoft.com/office/drawing/2014/main" id="{92A17C76-9632-08F4-6BA4-EE6DAAB9B081}"/>
              </a:ext>
            </a:extLst>
          </p:cNvPr>
          <p:cNvSpPr/>
          <p:nvPr/>
        </p:nvSpPr>
        <p:spPr bwMode="auto">
          <a:xfrm>
            <a:off x="1042259" y="303296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②</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一覧の作成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0" name="正方形/長方形 69">
            <a:extLst>
              <a:ext uri="{FF2B5EF4-FFF2-40B4-BE49-F238E27FC236}">
                <a16:creationId xmlns:a16="http://schemas.microsoft.com/office/drawing/2014/main" id="{17CC497D-7ABF-8C94-49ED-D80D5305401A}"/>
              </a:ext>
            </a:extLst>
          </p:cNvPr>
          <p:cNvSpPr/>
          <p:nvPr/>
        </p:nvSpPr>
        <p:spPr bwMode="auto">
          <a:xfrm>
            <a:off x="1042259" y="346448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③</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詳細の作成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2" name="正方形/長方形 71">
            <a:extLst>
              <a:ext uri="{FF2B5EF4-FFF2-40B4-BE49-F238E27FC236}">
                <a16:creationId xmlns:a16="http://schemas.microsoft.com/office/drawing/2014/main" id="{2CBE14D6-AF5F-ADD4-7E73-B3C1FC065084}"/>
              </a:ext>
            </a:extLst>
          </p:cNvPr>
          <p:cNvSpPr/>
          <p:nvPr/>
        </p:nvSpPr>
        <p:spPr bwMode="auto">
          <a:xfrm>
            <a:off x="1042259" y="3896006"/>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④入力データ設計の作成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3" name="正方形/長方形 72">
            <a:extLst>
              <a:ext uri="{FF2B5EF4-FFF2-40B4-BE49-F238E27FC236}">
                <a16:creationId xmlns:a16="http://schemas.microsoft.com/office/drawing/2014/main" id="{96A067E1-5401-0C6B-56BF-A7AE1537B670}"/>
              </a:ext>
            </a:extLst>
          </p:cNvPr>
          <p:cNvSpPr/>
          <p:nvPr/>
        </p:nvSpPr>
        <p:spPr bwMode="auto">
          <a:xfrm>
            <a:off x="1042259" y="4411483"/>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4" name="正方形/長方形 73">
            <a:extLst>
              <a:ext uri="{FF2B5EF4-FFF2-40B4-BE49-F238E27FC236}">
                <a16:creationId xmlns:a16="http://schemas.microsoft.com/office/drawing/2014/main" id="{98A22C7A-F044-00BA-E17E-6B774CC8F035}"/>
              </a:ext>
            </a:extLst>
          </p:cNvPr>
          <p:cNvSpPr/>
          <p:nvPr/>
        </p:nvSpPr>
        <p:spPr bwMode="auto">
          <a:xfrm>
            <a:off x="1039698" y="4875260"/>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⑥チェックリストの作成</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5" name="正方形/長方形 74">
            <a:extLst>
              <a:ext uri="{FF2B5EF4-FFF2-40B4-BE49-F238E27FC236}">
                <a16:creationId xmlns:a16="http://schemas.microsoft.com/office/drawing/2014/main" id="{6FEAC0F6-E6F0-354F-FB3C-3DDC35D22C18}"/>
              </a:ext>
            </a:extLst>
          </p:cNvPr>
          <p:cNvSpPr/>
          <p:nvPr/>
        </p:nvSpPr>
        <p:spPr bwMode="auto">
          <a:xfrm>
            <a:off x="1046906" y="5382502"/>
            <a:ext cx="1368791" cy="360000"/>
          </a:xfrm>
          <a:prstGeom prst="rect">
            <a:avLst/>
          </a:prstGeom>
          <a:solidFill>
            <a:schemeClr val="tx1">
              <a:lumMod val="65000"/>
              <a:lumOff val="35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⑦テストケースの見直し</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79" name="正方形/長方形 78">
            <a:extLst>
              <a:ext uri="{FF2B5EF4-FFF2-40B4-BE49-F238E27FC236}">
                <a16:creationId xmlns:a16="http://schemas.microsoft.com/office/drawing/2014/main" id="{6BCA1D9F-BF35-4111-1665-CC35EA338F69}"/>
              </a:ext>
            </a:extLst>
          </p:cNvPr>
          <p:cNvSpPr/>
          <p:nvPr/>
        </p:nvSpPr>
        <p:spPr bwMode="auto">
          <a:xfrm>
            <a:off x="2847667" y="4411483"/>
            <a:ext cx="3258972"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4" name="正方形/長方形 83">
            <a:extLst>
              <a:ext uri="{FF2B5EF4-FFF2-40B4-BE49-F238E27FC236}">
                <a16:creationId xmlns:a16="http://schemas.microsoft.com/office/drawing/2014/main" id="{A44C3A8D-C0C1-9211-F121-D9AC03D184E3}"/>
              </a:ext>
            </a:extLst>
          </p:cNvPr>
          <p:cNvSpPr/>
          <p:nvPr/>
        </p:nvSpPr>
        <p:spPr bwMode="auto">
          <a:xfrm>
            <a:off x="2870232" y="4878050"/>
            <a:ext cx="3236408"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86" name="正方形/長方形 85">
            <a:extLst>
              <a:ext uri="{FF2B5EF4-FFF2-40B4-BE49-F238E27FC236}">
                <a16:creationId xmlns:a16="http://schemas.microsoft.com/office/drawing/2014/main" id="{58917ABF-A9A0-9521-8B4A-0E9EF6247228}"/>
              </a:ext>
            </a:extLst>
          </p:cNvPr>
          <p:cNvSpPr/>
          <p:nvPr/>
        </p:nvSpPr>
        <p:spPr bwMode="auto">
          <a:xfrm>
            <a:off x="2879124" y="5369140"/>
            <a:ext cx="3203274"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90" name="矢印: ストライプ 89">
            <a:extLst>
              <a:ext uri="{FF2B5EF4-FFF2-40B4-BE49-F238E27FC236}">
                <a16:creationId xmlns:a16="http://schemas.microsoft.com/office/drawing/2014/main" id="{58108E23-481B-4D02-754B-24E915748807}"/>
              </a:ext>
            </a:extLst>
          </p:cNvPr>
          <p:cNvSpPr/>
          <p:nvPr/>
        </p:nvSpPr>
        <p:spPr bwMode="auto">
          <a:xfrm rot="5400000">
            <a:off x="1526744" y="5731726"/>
            <a:ext cx="256234" cy="354296"/>
          </a:xfrm>
          <a:prstGeom prst="striped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91" name="正方形/長方形 90">
            <a:extLst>
              <a:ext uri="{FF2B5EF4-FFF2-40B4-BE49-F238E27FC236}">
                <a16:creationId xmlns:a16="http://schemas.microsoft.com/office/drawing/2014/main" id="{5B3E4918-0797-6836-B028-865259FD692F}"/>
              </a:ext>
            </a:extLst>
          </p:cNvPr>
          <p:cNvSpPr/>
          <p:nvPr/>
        </p:nvSpPr>
        <p:spPr bwMode="auto">
          <a:xfrm>
            <a:off x="2788672" y="2566439"/>
            <a:ext cx="3373600" cy="1573807"/>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pic>
        <p:nvPicPr>
          <p:cNvPr id="92" name="Picture 37" descr="j0433941">
            <a:extLst>
              <a:ext uri="{FF2B5EF4-FFF2-40B4-BE49-F238E27FC236}">
                <a16:creationId xmlns:a16="http://schemas.microsoft.com/office/drawing/2014/main" id="{16D90AA4-B32F-513D-AD2E-2353E620F42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489370" y="5863956"/>
            <a:ext cx="287842" cy="295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 name="テキスト ボックス 16">
            <a:extLst>
              <a:ext uri="{FF2B5EF4-FFF2-40B4-BE49-F238E27FC236}">
                <a16:creationId xmlns:a16="http://schemas.microsoft.com/office/drawing/2014/main" id="{7CC0A1C9-EC8D-8491-4149-D6BF65CDE8C1}"/>
              </a:ext>
            </a:extLst>
          </p:cNvPr>
          <p:cNvSpPr txBox="1">
            <a:spLocks noChangeArrowheads="1"/>
          </p:cNvSpPr>
          <p:nvPr/>
        </p:nvSpPr>
        <p:spPr bwMode="auto">
          <a:xfrm>
            <a:off x="6382290" y="5969035"/>
            <a:ext cx="3478883" cy="707886"/>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ツールより、ドキュメントを解析して雛形作成</a:t>
            </a:r>
            <a:endParaRPr lang="en-US" altLang="ja-JP" sz="1000" b="1" dirty="0">
              <a:solidFill>
                <a:prstClr val="black"/>
              </a:solidFill>
              <a:latin typeface="Meiryo UI" pitchFamily="50" charset="-128"/>
              <a:ea typeface="Meiryo UI" pitchFamily="50" charset="-128"/>
              <a:cs typeface="Meiryo UI" pitchFamily="50" charset="-128"/>
            </a:endParaRPr>
          </a:p>
          <a:p>
            <a:pPr marL="0" indent="0" eaLnBrk="1" hangingPunct="1">
              <a:spcBef>
                <a:spcPct val="0"/>
              </a:spcBef>
              <a:buFontTx/>
              <a:buNone/>
            </a:pPr>
            <a:r>
              <a:rPr lang="ja-JP" altLang="en-US" sz="1000" b="1" dirty="0">
                <a:latin typeface="Meiryo UI" panose="020B0604030504040204" pitchFamily="50" charset="-128"/>
                <a:ea typeface="Meiryo UI" panose="020B0604030504040204" pitchFamily="50" charset="-128"/>
              </a:rPr>
              <a:t>作業難易度を下げて、テストケース漏れや低級ミスを減少させる。</a:t>
            </a:r>
            <a:endParaRPr lang="en-US" altLang="ja-JP" sz="1000" b="1" dirty="0">
              <a:latin typeface="Meiryo UI" panose="020B0604030504040204" pitchFamily="50" charset="-128"/>
              <a:ea typeface="Meiryo UI" panose="020B0604030504040204" pitchFamily="50" charset="-128"/>
            </a:endParaRPr>
          </a:p>
          <a:p>
            <a:pPr marL="0" indent="0" eaLnBrk="1" hangingPunct="1">
              <a:spcBef>
                <a:spcPct val="0"/>
              </a:spcBef>
              <a:buFontTx/>
              <a:buNone/>
            </a:pPr>
            <a:r>
              <a:rPr lang="ja-JP" altLang="en-US" sz="1000" b="1" dirty="0">
                <a:latin typeface="Meiryo UI" panose="020B0604030504040204" pitchFamily="50" charset="-128"/>
                <a:ea typeface="Meiryo UI" panose="020B0604030504040204" pitchFamily="50" charset="-128"/>
              </a:rPr>
              <a:t>テスト報告書作成時間を大幅に</a:t>
            </a:r>
            <a:r>
              <a:rPr lang="en-US" altLang="ja-JP" sz="1000" b="1" dirty="0">
                <a:latin typeface="Meiryo UI" panose="020B0604030504040204" pitchFamily="50" charset="-128"/>
                <a:ea typeface="Meiryo UI" panose="020B0604030504040204" pitchFamily="50" charset="-128"/>
              </a:rPr>
              <a:t>(20</a:t>
            </a:r>
            <a:r>
              <a:rPr lang="ja-JP" altLang="en-US" sz="1000" b="1" dirty="0">
                <a:latin typeface="Meiryo UI" panose="020B0604030504040204" pitchFamily="50" charset="-128"/>
                <a:ea typeface="Meiryo UI" panose="020B0604030504040204" pitchFamily="50" charset="-128"/>
              </a:rPr>
              <a:t>％～</a:t>
            </a:r>
            <a:r>
              <a:rPr lang="en-US" altLang="ja-JP" sz="1000" b="1" dirty="0">
                <a:latin typeface="Meiryo UI" panose="020B0604030504040204" pitchFamily="50" charset="-128"/>
                <a:ea typeface="Meiryo UI" panose="020B0604030504040204" pitchFamily="50" charset="-128"/>
              </a:rPr>
              <a:t>50</a:t>
            </a:r>
            <a:r>
              <a:rPr lang="ja-JP" altLang="en-US" sz="1000" b="1" dirty="0">
                <a:latin typeface="Meiryo UI" panose="020B0604030504040204" pitchFamily="50" charset="-128"/>
                <a:ea typeface="Meiryo UI" panose="020B0604030504040204" pitchFamily="50" charset="-128"/>
              </a:rPr>
              <a:t>％見込</a:t>
            </a:r>
            <a:r>
              <a:rPr lang="en-US" altLang="ja-JP" sz="1000" b="1" dirty="0">
                <a:latin typeface="Meiryo UI" panose="020B0604030504040204" pitchFamily="50" charset="-128"/>
                <a:ea typeface="Meiryo UI" panose="020B0604030504040204" pitchFamily="50" charset="-128"/>
              </a:rPr>
              <a:t>)</a:t>
            </a:r>
            <a:r>
              <a:rPr lang="ja-JP" altLang="en-US" sz="1000" b="1" dirty="0">
                <a:latin typeface="Meiryo UI" panose="020B0604030504040204" pitchFamily="50" charset="-128"/>
                <a:ea typeface="Meiryo UI" panose="020B0604030504040204" pitchFamily="50" charset="-128"/>
              </a:rPr>
              <a:t>短縮できる。</a:t>
            </a:r>
            <a:endParaRPr lang="ja-JP" altLang="en-US" sz="1000" b="1" dirty="0">
              <a:solidFill>
                <a:prstClr val="black"/>
              </a:solidFill>
              <a:latin typeface="Meiryo UI" pitchFamily="50" charset="-128"/>
              <a:ea typeface="Meiryo UI" pitchFamily="50" charset="-128"/>
              <a:cs typeface="Meiryo UI" pitchFamily="50" charset="-128"/>
            </a:endParaRPr>
          </a:p>
        </p:txBody>
      </p:sp>
      <p:sp>
        <p:nvSpPr>
          <p:cNvPr id="116" name="正方形/長方形 115">
            <a:extLst>
              <a:ext uri="{FF2B5EF4-FFF2-40B4-BE49-F238E27FC236}">
                <a16:creationId xmlns:a16="http://schemas.microsoft.com/office/drawing/2014/main" id="{81C15504-F909-E43B-3AC5-4FB93E682777}"/>
              </a:ext>
            </a:extLst>
          </p:cNvPr>
          <p:cNvSpPr/>
          <p:nvPr/>
        </p:nvSpPr>
        <p:spPr bwMode="auto">
          <a:xfrm>
            <a:off x="6758637" y="4424061"/>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⑤出力結果予想のデータを記入する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19" name="正方形/長方形 118">
            <a:extLst>
              <a:ext uri="{FF2B5EF4-FFF2-40B4-BE49-F238E27FC236}">
                <a16:creationId xmlns:a16="http://schemas.microsoft.com/office/drawing/2014/main" id="{BEEB7D71-5C34-7E59-9421-4FC6A94A0619}"/>
              </a:ext>
            </a:extLst>
          </p:cNvPr>
          <p:cNvSpPr/>
          <p:nvPr/>
        </p:nvSpPr>
        <p:spPr bwMode="auto">
          <a:xfrm>
            <a:off x="6758343" y="4874118"/>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⑥チェックリストを作成する</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23" name="正方形/長方形 122">
            <a:extLst>
              <a:ext uri="{FF2B5EF4-FFF2-40B4-BE49-F238E27FC236}">
                <a16:creationId xmlns:a16="http://schemas.microsoft.com/office/drawing/2014/main" id="{30853820-CE09-FEC6-4D02-4F3D6EA98030}"/>
              </a:ext>
            </a:extLst>
          </p:cNvPr>
          <p:cNvSpPr/>
          <p:nvPr/>
        </p:nvSpPr>
        <p:spPr bwMode="auto">
          <a:xfrm>
            <a:off x="6759615" y="5381718"/>
            <a:ext cx="2916000" cy="360000"/>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⑦</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IPO</a:t>
            </a:r>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とし詳細設計を照合し、テストケースを見直す</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32" name="矢印: ストライプ 131">
            <a:extLst>
              <a:ext uri="{FF2B5EF4-FFF2-40B4-BE49-F238E27FC236}">
                <a16:creationId xmlns:a16="http://schemas.microsoft.com/office/drawing/2014/main" id="{9ECBB71E-9759-363C-774B-0EC2ED53763B}"/>
              </a:ext>
            </a:extLst>
          </p:cNvPr>
          <p:cNvSpPr/>
          <p:nvPr/>
        </p:nvSpPr>
        <p:spPr bwMode="auto">
          <a:xfrm>
            <a:off x="6172266" y="2655379"/>
            <a:ext cx="618932" cy="1308336"/>
          </a:xfrm>
          <a:prstGeom prst="stripedRightArrow">
            <a:avLst>
              <a:gd name="adj1" fmla="val 50000"/>
              <a:gd name="adj2" fmla="val 50000"/>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i="0" u="none" strike="noStrike" normalizeH="0" baseline="0" dirty="0">
              <a:ln w="0"/>
              <a:effectLst>
                <a:outerShdw blurRad="38100" dist="19050" dir="2700000" algn="tl" rotWithShape="0">
                  <a:schemeClr val="dk1">
                    <a:alpha val="40000"/>
                  </a:schemeClr>
                </a:outerShdw>
              </a:effectLst>
              <a:latin typeface="ＭＳ Ｐゴシック" pitchFamily="50" charset="-128"/>
              <a:ea typeface="ＭＳ Ｐゴシック" pitchFamily="50" charset="-128"/>
            </a:endParaRPr>
          </a:p>
        </p:txBody>
      </p:sp>
      <p:sp>
        <p:nvSpPr>
          <p:cNvPr id="71" name="テキスト ボックス 16">
            <a:extLst>
              <a:ext uri="{FF2B5EF4-FFF2-40B4-BE49-F238E27FC236}">
                <a16:creationId xmlns:a16="http://schemas.microsoft.com/office/drawing/2014/main" id="{653319B5-9866-63ED-D0E3-A697CF7E102F}"/>
              </a:ext>
            </a:extLst>
          </p:cNvPr>
          <p:cNvSpPr txBox="1">
            <a:spLocks noChangeArrowheads="1"/>
          </p:cNvSpPr>
          <p:nvPr/>
        </p:nvSpPr>
        <p:spPr bwMode="auto">
          <a:xfrm>
            <a:off x="6465168" y="2923781"/>
            <a:ext cx="258168" cy="707886"/>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ツール化</a:t>
            </a:r>
          </a:p>
        </p:txBody>
      </p:sp>
      <p:sp>
        <p:nvSpPr>
          <p:cNvPr id="133" name="テキスト ボックス 16">
            <a:extLst>
              <a:ext uri="{FF2B5EF4-FFF2-40B4-BE49-F238E27FC236}">
                <a16:creationId xmlns:a16="http://schemas.microsoft.com/office/drawing/2014/main" id="{11A867BC-B618-D984-B480-0BB430F17DAF}"/>
              </a:ext>
            </a:extLst>
          </p:cNvPr>
          <p:cNvSpPr txBox="1">
            <a:spLocks noChangeArrowheads="1"/>
          </p:cNvSpPr>
          <p:nvPr/>
        </p:nvSpPr>
        <p:spPr bwMode="auto">
          <a:xfrm>
            <a:off x="2748562" y="5954764"/>
            <a:ext cx="3478883"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algn="ctr"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手作業で</a:t>
            </a:r>
            <a:r>
              <a:rPr lang="en-US" altLang="ja-JP" sz="1000" b="1" dirty="0">
                <a:solidFill>
                  <a:prstClr val="black"/>
                </a:solidFill>
                <a:latin typeface="Meiryo UI" pitchFamily="50" charset="-128"/>
                <a:ea typeface="Meiryo UI" pitchFamily="50" charset="-128"/>
                <a:cs typeface="Meiryo UI" pitchFamily="50" charset="-128"/>
              </a:rPr>
              <a:t>EXCEL</a:t>
            </a:r>
            <a:r>
              <a:rPr lang="ja-JP" altLang="en-US" sz="1000" b="1" dirty="0">
                <a:solidFill>
                  <a:prstClr val="black"/>
                </a:solidFill>
                <a:latin typeface="Meiryo UI" pitchFamily="50" charset="-128"/>
                <a:ea typeface="Meiryo UI" pitchFamily="50" charset="-128"/>
                <a:cs typeface="Meiryo UI" pitchFamily="50" charset="-128"/>
              </a:rPr>
              <a:t>表作成、時間がかかる</a:t>
            </a:r>
          </a:p>
        </p:txBody>
      </p:sp>
      <p:sp>
        <p:nvSpPr>
          <p:cNvPr id="134" name="正方形/長方形 133">
            <a:extLst>
              <a:ext uri="{FF2B5EF4-FFF2-40B4-BE49-F238E27FC236}">
                <a16:creationId xmlns:a16="http://schemas.microsoft.com/office/drawing/2014/main" id="{B5C84432-2D40-DC0E-3700-F2950EFF453C}"/>
              </a:ext>
            </a:extLst>
          </p:cNvPr>
          <p:cNvSpPr/>
          <p:nvPr/>
        </p:nvSpPr>
        <p:spPr bwMode="auto">
          <a:xfrm>
            <a:off x="6758637" y="4161220"/>
            <a:ext cx="2916000" cy="230832"/>
          </a:xfrm>
          <a:prstGeom prst="rect">
            <a:avLst/>
          </a:prstGeom>
          <a:solidFill>
            <a:schemeClr val="accent3">
              <a:lumMod val="50000"/>
            </a:schemeClr>
          </a:solidFill>
          <a:ln w="12700" algn="ctr">
            <a:solidFill>
              <a:srgbClr val="FFFFFF"/>
            </a:solidFill>
            <a:miter lim="800000"/>
            <a:headEnd/>
            <a:tailEnd/>
          </a:ln>
          <a:effectLst/>
        </p:spPr>
        <p:txBody>
          <a:bodyPr vert="horz" wrap="none" lIns="36000" tIns="36000" rIns="36000" bIns="36000" anchor="ctr"/>
          <a:lstStyle/>
          <a:p>
            <a:r>
              <a:rPr lang="ja-JP"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④ー２　入力データを記入する　　　</a:t>
            </a:r>
            <a:endParaRPr lang="zh-TW" altLang="en-US"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 name="正方形/長方形 1">
            <a:extLst>
              <a:ext uri="{FF2B5EF4-FFF2-40B4-BE49-F238E27FC236}">
                <a16:creationId xmlns:a16="http://schemas.microsoft.com/office/drawing/2014/main" id="{57B7BE40-C97E-3BF2-E418-B6505E6D3EE1}"/>
              </a:ext>
            </a:extLst>
          </p:cNvPr>
          <p:cNvSpPr/>
          <p:nvPr/>
        </p:nvSpPr>
        <p:spPr bwMode="auto">
          <a:xfrm>
            <a:off x="6705497" y="2570530"/>
            <a:ext cx="3071716" cy="1604502"/>
          </a:xfrm>
          <a:prstGeom prst="rect">
            <a:avLst/>
          </a:prstGeom>
          <a:noFill/>
          <a:ln w="19050"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Tree>
    <p:extLst>
      <p:ext uri="{BB962C8B-B14F-4D97-AF65-F5344CB8AC3E}">
        <p14:creationId xmlns:p14="http://schemas.microsoft.com/office/powerpoint/2010/main" val="88084649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07B19-2D80-3E72-91D5-A63AB6664899}"/>
            </a:ext>
          </a:extLst>
        </p:cNvPr>
        <p:cNvGrpSpPr/>
        <p:nvPr/>
      </p:nvGrpSpPr>
      <p:grpSpPr>
        <a:xfrm>
          <a:off x="0" y="0"/>
          <a:ext cx="0" cy="0"/>
          <a:chOff x="0" y="0"/>
          <a:chExt cx="0" cy="0"/>
        </a:xfrm>
      </p:grpSpPr>
      <p:sp>
        <p:nvSpPr>
          <p:cNvPr id="123" name="テキスト ボックス 28">
            <a:extLst>
              <a:ext uri="{FF2B5EF4-FFF2-40B4-BE49-F238E27FC236}">
                <a16:creationId xmlns:a16="http://schemas.microsoft.com/office/drawing/2014/main" id="{861FE1E1-0DB4-C49B-3EEC-53CFECDC6982}"/>
              </a:ext>
            </a:extLst>
          </p:cNvPr>
          <p:cNvSpPr txBox="1">
            <a:spLocks noChangeArrowheads="1"/>
          </p:cNvSpPr>
          <p:nvPr/>
        </p:nvSpPr>
        <p:spPr bwMode="auto">
          <a:xfrm>
            <a:off x="672081" y="785658"/>
            <a:ext cx="9064806" cy="5879435"/>
          </a:xfrm>
          <a:prstGeom prst="rect">
            <a:avLst/>
          </a:prstGeom>
          <a:solidFill>
            <a:schemeClr val="bg1"/>
          </a:solidFill>
          <a:ln w="12700">
            <a:solidFill>
              <a:schemeClr val="bg1">
                <a:lumMod val="65000"/>
              </a:schemeClr>
            </a:solidFill>
            <a:miter lim="800000"/>
            <a:headEnd/>
            <a:tailEnd/>
          </a:ln>
          <a:effectLst/>
        </p:spPr>
        <p:txBody>
          <a:bodyPr lIns="72000" tIns="36000" rIns="72000" bIns="36000" anchor="t"/>
          <a:lstStyle>
            <a:defPPr>
              <a:defRPr lang="ja-JP"/>
            </a:defPPr>
            <a:lvl1pPr marL="171450" indent="-171450" defTabSz="1395413" eaLnBrk="1" fontAlgn="ctr" latinLnBrk="0" hangingPunct="1">
              <a:spcAft>
                <a:spcPct val="10000"/>
              </a:spcAft>
              <a:buClr>
                <a:srgbClr val="6699FF"/>
              </a:buClr>
              <a:buSzPct val="100000"/>
              <a:buFont typeface="Wingdings" panose="05000000000000000000" pitchFamily="2" charset="2"/>
              <a:buChar char="ü"/>
              <a:defRPr sz="1400"/>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0" indent="0" fontAlgn="base">
              <a:spcAft>
                <a:spcPts val="300"/>
              </a:spcAft>
              <a:buClr>
                <a:srgbClr val="4F81BD"/>
              </a:buClr>
              <a:buNone/>
            </a:pPr>
            <a:endParaRPr lang="en-US" altLang="ja-JP" sz="1200" spc="100" dirty="0">
              <a:solidFill>
                <a:prstClr val="black"/>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3" name="テキスト ボックス 21">
            <a:extLst>
              <a:ext uri="{FF2B5EF4-FFF2-40B4-BE49-F238E27FC236}">
                <a16:creationId xmlns:a16="http://schemas.microsoft.com/office/drawing/2014/main" id="{069865DE-E750-6414-11B7-728DF88E3213}"/>
              </a:ext>
            </a:extLst>
          </p:cNvPr>
          <p:cNvSpPr txBox="1">
            <a:spLocks noChangeArrowheads="1"/>
          </p:cNvSpPr>
          <p:nvPr/>
        </p:nvSpPr>
        <p:spPr bwMode="auto">
          <a:xfrm>
            <a:off x="179772" y="238125"/>
            <a:ext cx="7365516"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l" eaLnBrk="0" fontAlgn="base" hangingPunct="0">
              <a:spcBef>
                <a:spcPct val="20000"/>
              </a:spcBef>
              <a:spcAft>
                <a:spcPct val="0"/>
              </a:spcAft>
              <a:buClr>
                <a:srgbClr val="33CCCC"/>
              </a:buClr>
              <a:buChar char="l"/>
              <a:defRPr kumimoji="1" sz="3400" b="1">
                <a:solidFill>
                  <a:schemeClr val="bg2"/>
                </a:solidFill>
                <a:latin typeface="Arial" charset="0"/>
                <a:ea typeface="ＭＳ Ｐゴシック" charset="-128"/>
              </a:defRPr>
            </a:lvl1pPr>
            <a:lvl2pPr marL="742950" indent="-285750" algn="l" eaLnBrk="0" fontAlgn="base" hangingPunct="0">
              <a:spcBef>
                <a:spcPct val="20000"/>
              </a:spcBef>
              <a:spcAft>
                <a:spcPct val="0"/>
              </a:spcAft>
              <a:buClr>
                <a:srgbClr val="33CCCC"/>
              </a:buClr>
              <a:buChar char="–"/>
              <a:defRPr kumimoji="1" sz="3000" b="1">
                <a:solidFill>
                  <a:schemeClr val="bg2"/>
                </a:solidFill>
                <a:latin typeface="Arial" charset="0"/>
                <a:ea typeface="ＭＳ Ｐゴシック" charset="-128"/>
              </a:defRPr>
            </a:lvl2pPr>
            <a:lvl3pPr marL="1143000" indent="-228600" algn="l" eaLnBrk="0" fontAlgn="base" hangingPunct="0">
              <a:spcBef>
                <a:spcPct val="20000"/>
              </a:spcBef>
              <a:spcAft>
                <a:spcPct val="0"/>
              </a:spcAft>
              <a:buClr>
                <a:srgbClr val="33CCCC"/>
              </a:buClr>
              <a:buChar char="•"/>
              <a:defRPr kumimoji="1" sz="2500" b="1">
                <a:solidFill>
                  <a:schemeClr val="bg2"/>
                </a:solidFill>
                <a:latin typeface="Arial" charset="0"/>
                <a:ea typeface="ＭＳ Ｐゴシック" charset="-128"/>
              </a:defRPr>
            </a:lvl3pPr>
            <a:lvl4pPr marL="16002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4pPr>
            <a:lvl5pPr marL="2057400" indent="-228600" algn="l"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5pPr>
            <a:lvl6pPr marL="25146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6pPr>
            <a:lvl7pPr marL="29718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7pPr>
            <a:lvl8pPr marL="34290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8pPr>
            <a:lvl9pPr marL="3886200" indent="-228600" eaLnBrk="0" fontAlgn="base" hangingPunct="0">
              <a:spcBef>
                <a:spcPct val="20000"/>
              </a:spcBef>
              <a:spcAft>
                <a:spcPct val="0"/>
              </a:spcAft>
              <a:buClr>
                <a:srgbClr val="33CCCC"/>
              </a:buClr>
              <a:buChar char="•"/>
              <a:defRPr kumimoji="1" sz="1900" b="1">
                <a:solidFill>
                  <a:schemeClr val="bg2"/>
                </a:solidFill>
                <a:latin typeface="Arial" charset="0"/>
                <a:ea typeface="ＭＳ Ｐゴシック" charset="-128"/>
              </a:defRPr>
            </a:lvl9pPr>
          </a:lstStyle>
          <a:p>
            <a:pPr fontAlgn="ctr">
              <a:lnSpc>
                <a:spcPct val="110000"/>
              </a:lnSpc>
              <a:spcAft>
                <a:spcPct val="10000"/>
              </a:spcAft>
              <a:buClr>
                <a:srgbClr val="647E9E"/>
              </a:buClr>
              <a:buSzPct val="80000"/>
              <a:buNone/>
              <a:defRPr/>
            </a:pP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別紙</a:t>
            </a:r>
            <a:r>
              <a:rPr kumimoji="1" lang="en-US" altLang="ja-JP" sz="2000" b="0" i="0" u="none" strike="noStrike" kern="0" cap="none" spc="-10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eiryo UI" panose="020B0604030504040204" pitchFamily="50" charset="-128"/>
              </a:rPr>
              <a:t>】</a:t>
            </a:r>
            <a:r>
              <a:rPr lang="en-US" altLang="ja-JP"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SMART</a:t>
            </a:r>
            <a:r>
              <a:rPr lang="ja-JP" altLang="en-US" sz="2000" b="0" kern="0" spc="-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テスト報告書作成</a:t>
            </a:r>
            <a:r>
              <a:rPr lang="ja-JP" altLang="ja-JP" sz="2000" b="0" dirty="0">
                <a:solidFill>
                  <a:schemeClr val="tx1"/>
                </a:solidFill>
                <a:latin typeface="Meiryo UI" panose="020B0604030504040204" pitchFamily="50" charset="-128"/>
                <a:ea typeface="Meiryo UI" panose="020B0604030504040204" pitchFamily="50" charset="-128"/>
              </a:rPr>
              <a:t>自動化</a:t>
            </a:r>
            <a:r>
              <a:rPr lang="ja-JP" altLang="en-US" sz="2000" b="0" dirty="0">
                <a:solidFill>
                  <a:schemeClr val="tx1"/>
                </a:solidFill>
                <a:latin typeface="Meiryo UI" panose="020B0604030504040204" pitchFamily="50" charset="-128"/>
                <a:ea typeface="Meiryo UI" panose="020B0604030504040204" pitchFamily="50" charset="-128"/>
              </a:rPr>
              <a:t>推進に関する報告</a:t>
            </a:r>
            <a:r>
              <a:rPr lang="ja-JP" altLang="ja-JP" sz="2000" b="0" dirty="0">
                <a:solidFill>
                  <a:schemeClr val="tx1"/>
                </a:solidFill>
                <a:latin typeface="Meiryo UI" panose="020B0604030504040204" pitchFamily="50" charset="-128"/>
                <a:ea typeface="Meiryo UI" panose="020B0604030504040204" pitchFamily="50" charset="-128"/>
              </a:rPr>
              <a:t>について</a:t>
            </a:r>
            <a:endParaRPr lang="ja-JP" altLang="en-US" sz="2000" b="0" kern="0" dirty="0">
              <a:solidFill>
                <a:prstClr val="black"/>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85496DA-21BF-85B9-F963-B118FDE6E309}"/>
              </a:ext>
            </a:extLst>
          </p:cNvPr>
          <p:cNvSpPr/>
          <p:nvPr/>
        </p:nvSpPr>
        <p:spPr bwMode="auto">
          <a:xfrm>
            <a:off x="251715" y="781557"/>
            <a:ext cx="399600" cy="5879434"/>
          </a:xfrm>
          <a:prstGeom prst="rect">
            <a:avLst/>
          </a:prstGeom>
          <a:solidFill>
            <a:srgbClr val="376092"/>
          </a:solidFill>
          <a:ln w="12700" cap="flat" cmpd="sng" algn="ctr">
            <a:solidFill>
              <a:sysClr val="window" lastClr="FFFFFF">
                <a:lumMod val="50000"/>
              </a:sysClr>
            </a:solidFill>
            <a:prstDash val="solid"/>
            <a:headEnd type="none" w="med" len="med"/>
            <a:tailEnd type="none" w="med" len="med"/>
          </a:ln>
          <a:effectLst/>
        </p:spPr>
        <p:txBody>
          <a:bodyPr rot="0" spcFirstLastPara="0" vert="eaVert" wrap="none" lIns="90000" tIns="0" rIns="91440" bIns="0" numCol="1" spcCol="0" rtlCol="0" fromWordArt="0" anchor="ctr" anchorCtr="1" forceAA="0" compatLnSpc="1">
            <a:prstTxWarp prst="textNoShape">
              <a:avLst/>
            </a:prstTxWarp>
            <a:noAutofit/>
          </a:bodyPr>
          <a:lstStyle/>
          <a:p>
            <a:pPr marL="0" marR="0" lvl="0" indent="0" algn="ctr" defTabSz="914400" rtl="0" eaLnBrk="1" fontAlgn="ctr" latinLnBrk="0" hangingPunct="1">
              <a:lnSpc>
                <a:spcPct val="100000"/>
              </a:lnSpc>
              <a:spcBef>
                <a:spcPct val="0"/>
              </a:spcBef>
              <a:spcAft>
                <a:spcPct val="0"/>
              </a:spcAft>
              <a:buClr>
                <a:srgbClr val="647E9E"/>
              </a:buClr>
              <a:buSzPct val="80000"/>
              <a:buFont typeface="Wingdings" pitchFamily="2" charset="2"/>
              <a:buNone/>
              <a:tabLst/>
              <a:defRPr/>
            </a:pPr>
            <a:r>
              <a:rPr kumimoji="0" lang="ja-JP" altLang="en-US" b="1" kern="0" spc="300" dirty="0">
                <a:solidFill>
                  <a:prstClr val="white"/>
                </a:solidFill>
                <a:latin typeface="Meiryo UI" pitchFamily="50" charset="-128"/>
                <a:ea typeface="Meiryo UI" pitchFamily="50" charset="-128"/>
                <a:cs typeface="Meiryo UI" pitchFamily="50" charset="-128"/>
              </a:rPr>
              <a:t>ツール</a:t>
            </a:r>
            <a:r>
              <a:rPr kumimoji="0" lang="ja-JP" altLang="en-US"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rPr>
              <a:t>のイメージ</a:t>
            </a:r>
            <a:endParaRPr kumimoji="0" lang="en-US" altLang="ja-JP" sz="1200" b="1" i="0" u="none" strike="noStrike" kern="0" cap="none" spc="300" normalizeH="0" baseline="0" noProof="0" dirty="0">
              <a:ln>
                <a:noFill/>
              </a:ln>
              <a:solidFill>
                <a:prstClr val="white"/>
              </a:solidFill>
              <a:effectLst/>
              <a:uLnTx/>
              <a:uFillTx/>
              <a:latin typeface="Meiryo UI" pitchFamily="50" charset="-128"/>
              <a:ea typeface="Meiryo UI" pitchFamily="50" charset="-128"/>
              <a:cs typeface="Meiryo UI" pitchFamily="50" charset="-128"/>
            </a:endParaRPr>
          </a:p>
        </p:txBody>
      </p:sp>
      <p:sp>
        <p:nvSpPr>
          <p:cNvPr id="38" name="テキスト ボックス 16">
            <a:extLst>
              <a:ext uri="{FF2B5EF4-FFF2-40B4-BE49-F238E27FC236}">
                <a16:creationId xmlns:a16="http://schemas.microsoft.com/office/drawing/2014/main" id="{030DB6CB-5B38-CE17-A127-1411545D03C8}"/>
              </a:ext>
            </a:extLst>
          </p:cNvPr>
          <p:cNvSpPr txBox="1">
            <a:spLocks noChangeArrowheads="1"/>
          </p:cNvSpPr>
          <p:nvPr/>
        </p:nvSpPr>
        <p:spPr bwMode="auto">
          <a:xfrm>
            <a:off x="632520" y="831107"/>
            <a:ext cx="168863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①</a:t>
            </a:r>
            <a:r>
              <a:rPr lang="en-US" altLang="ja-JP" sz="1000" b="1" dirty="0">
                <a:solidFill>
                  <a:prstClr val="black"/>
                </a:solidFill>
                <a:latin typeface="Meiryo UI" pitchFamily="50" charset="-128"/>
                <a:ea typeface="Meiryo UI" pitchFamily="50" charset="-128"/>
                <a:cs typeface="Meiryo UI" pitchFamily="50" charset="-128"/>
              </a:rPr>
              <a:t>PGM</a:t>
            </a:r>
            <a:r>
              <a:rPr lang="ja-JP" altLang="en-US" sz="1000" b="1" dirty="0">
                <a:solidFill>
                  <a:prstClr val="black"/>
                </a:solidFill>
                <a:latin typeface="Meiryo UI" pitchFamily="50" charset="-128"/>
                <a:ea typeface="Meiryo UI" pitchFamily="50" charset="-128"/>
                <a:cs typeface="Meiryo UI" pitchFamily="50" charset="-128"/>
              </a:rPr>
              <a:t>パターンを選択</a:t>
            </a:r>
          </a:p>
        </p:txBody>
      </p:sp>
      <p:sp>
        <p:nvSpPr>
          <p:cNvPr id="39" name="二等辺三角形 38">
            <a:extLst>
              <a:ext uri="{FF2B5EF4-FFF2-40B4-BE49-F238E27FC236}">
                <a16:creationId xmlns:a16="http://schemas.microsoft.com/office/drawing/2014/main" id="{49D850AC-2E14-F845-3199-0477040663FF}"/>
              </a:ext>
            </a:extLst>
          </p:cNvPr>
          <p:cNvSpPr/>
          <p:nvPr/>
        </p:nvSpPr>
        <p:spPr bwMode="auto">
          <a:xfrm rot="5400000">
            <a:off x="4422509" y="203441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44" name="図 43">
            <a:extLst>
              <a:ext uri="{FF2B5EF4-FFF2-40B4-BE49-F238E27FC236}">
                <a16:creationId xmlns:a16="http://schemas.microsoft.com/office/drawing/2014/main" id="{455B9E5F-B54B-9D7C-17B2-E2E7575FF3F6}"/>
              </a:ext>
            </a:extLst>
          </p:cNvPr>
          <p:cNvPicPr>
            <a:picLocks noChangeAspect="1"/>
          </p:cNvPicPr>
          <p:nvPr/>
        </p:nvPicPr>
        <p:blipFill>
          <a:blip r:embed="rId3"/>
          <a:stretch>
            <a:fillRect/>
          </a:stretch>
        </p:blipFill>
        <p:spPr>
          <a:xfrm>
            <a:off x="704528" y="1042909"/>
            <a:ext cx="3904105" cy="2244296"/>
          </a:xfrm>
          <a:prstGeom prst="rect">
            <a:avLst/>
          </a:prstGeom>
        </p:spPr>
      </p:pic>
      <p:pic>
        <p:nvPicPr>
          <p:cNvPr id="56" name="図 55">
            <a:extLst>
              <a:ext uri="{FF2B5EF4-FFF2-40B4-BE49-F238E27FC236}">
                <a16:creationId xmlns:a16="http://schemas.microsoft.com/office/drawing/2014/main" id="{ABBE85B3-449A-44C4-D813-16070AC4C78A}"/>
              </a:ext>
            </a:extLst>
          </p:cNvPr>
          <p:cNvPicPr>
            <a:picLocks noChangeAspect="1"/>
          </p:cNvPicPr>
          <p:nvPr/>
        </p:nvPicPr>
        <p:blipFill>
          <a:blip r:embed="rId4"/>
          <a:stretch>
            <a:fillRect/>
          </a:stretch>
        </p:blipFill>
        <p:spPr>
          <a:xfrm>
            <a:off x="4970185" y="1044066"/>
            <a:ext cx="4015263" cy="2243140"/>
          </a:xfrm>
          <a:prstGeom prst="rect">
            <a:avLst/>
          </a:prstGeom>
        </p:spPr>
      </p:pic>
      <p:sp>
        <p:nvSpPr>
          <p:cNvPr id="57" name="テキスト ボックス 16">
            <a:extLst>
              <a:ext uri="{FF2B5EF4-FFF2-40B4-BE49-F238E27FC236}">
                <a16:creationId xmlns:a16="http://schemas.microsoft.com/office/drawing/2014/main" id="{750D9FBF-6F9C-4CB0-2607-81569CD133DA}"/>
              </a:ext>
            </a:extLst>
          </p:cNvPr>
          <p:cNvSpPr txBox="1">
            <a:spLocks noChangeArrowheads="1"/>
          </p:cNvSpPr>
          <p:nvPr/>
        </p:nvSpPr>
        <p:spPr bwMode="auto">
          <a:xfrm>
            <a:off x="4880992" y="806515"/>
            <a:ext cx="3472567"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②入出力ファイル選択、テス報告書基本情報設定</a:t>
            </a:r>
          </a:p>
        </p:txBody>
      </p:sp>
      <p:sp>
        <p:nvSpPr>
          <p:cNvPr id="70" name="テキスト ボックス 16">
            <a:extLst>
              <a:ext uri="{FF2B5EF4-FFF2-40B4-BE49-F238E27FC236}">
                <a16:creationId xmlns:a16="http://schemas.microsoft.com/office/drawing/2014/main" id="{1CE23FF0-A963-1A38-37D3-EA0935C2D83A}"/>
              </a:ext>
            </a:extLst>
          </p:cNvPr>
          <p:cNvSpPr txBox="1">
            <a:spLocks noChangeArrowheads="1"/>
          </p:cNvSpPr>
          <p:nvPr/>
        </p:nvSpPr>
        <p:spPr bwMode="auto">
          <a:xfrm>
            <a:off x="632520"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③中間成果物作成</a:t>
            </a:r>
            <a:r>
              <a:rPr lang="en-US" altLang="ja-JP" sz="1000" b="1" dirty="0">
                <a:solidFill>
                  <a:prstClr val="black"/>
                </a:solidFill>
                <a:latin typeface="Meiryo UI" pitchFamily="50" charset="-128"/>
                <a:ea typeface="Meiryo UI" pitchFamily="50" charset="-128"/>
                <a:cs typeface="Meiryo UI" pitchFamily="50" charset="-128"/>
              </a:rPr>
              <a:t>※</a:t>
            </a:r>
            <a:r>
              <a:rPr lang="ja-JP" altLang="en-US" sz="1000" b="1" dirty="0">
                <a:solidFill>
                  <a:prstClr val="black"/>
                </a:solidFill>
                <a:latin typeface="Meiryo UI" pitchFamily="50" charset="-128"/>
                <a:ea typeface="Meiryo UI" pitchFamily="50" charset="-128"/>
                <a:cs typeface="Meiryo UI" pitchFamily="50" charset="-128"/>
              </a:rPr>
              <a:t>編集、削除可能</a:t>
            </a:r>
          </a:p>
        </p:txBody>
      </p:sp>
      <p:sp>
        <p:nvSpPr>
          <p:cNvPr id="79" name="二等辺三角形 78">
            <a:extLst>
              <a:ext uri="{FF2B5EF4-FFF2-40B4-BE49-F238E27FC236}">
                <a16:creationId xmlns:a16="http://schemas.microsoft.com/office/drawing/2014/main" id="{CB87287F-B5A2-5575-49AB-5947574680DF}"/>
              </a:ext>
            </a:extLst>
          </p:cNvPr>
          <p:cNvSpPr/>
          <p:nvPr/>
        </p:nvSpPr>
        <p:spPr bwMode="auto">
          <a:xfrm rot="5400000">
            <a:off x="8758495" y="2034412"/>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
        <p:nvSpPr>
          <p:cNvPr id="84" name="二等辺三角形 83">
            <a:extLst>
              <a:ext uri="{FF2B5EF4-FFF2-40B4-BE49-F238E27FC236}">
                <a16:creationId xmlns:a16="http://schemas.microsoft.com/office/drawing/2014/main" id="{455ECDF1-B2DC-4A0E-D92C-75137F1361A8}"/>
              </a:ext>
            </a:extLst>
          </p:cNvPr>
          <p:cNvSpPr/>
          <p:nvPr/>
        </p:nvSpPr>
        <p:spPr bwMode="auto">
          <a:xfrm rot="5400000">
            <a:off x="4997732" y="4914733"/>
            <a:ext cx="774629" cy="286353"/>
          </a:xfrm>
          <a:prstGeom prst="triangle">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pic>
        <p:nvPicPr>
          <p:cNvPr id="87" name="図 86">
            <a:extLst>
              <a:ext uri="{FF2B5EF4-FFF2-40B4-BE49-F238E27FC236}">
                <a16:creationId xmlns:a16="http://schemas.microsoft.com/office/drawing/2014/main" id="{2ECD7157-4BD4-270E-6140-BABE06C39ADB}"/>
              </a:ext>
            </a:extLst>
          </p:cNvPr>
          <p:cNvPicPr>
            <a:picLocks noChangeAspect="1"/>
          </p:cNvPicPr>
          <p:nvPr/>
        </p:nvPicPr>
        <p:blipFill>
          <a:blip r:embed="rId5"/>
          <a:stretch>
            <a:fillRect/>
          </a:stretch>
        </p:blipFill>
        <p:spPr>
          <a:xfrm>
            <a:off x="710789" y="3800556"/>
            <a:ext cx="4437470" cy="1221017"/>
          </a:xfrm>
          <a:prstGeom prst="rect">
            <a:avLst/>
          </a:prstGeom>
        </p:spPr>
      </p:pic>
      <p:pic>
        <p:nvPicPr>
          <p:cNvPr id="91" name="図 90">
            <a:extLst>
              <a:ext uri="{FF2B5EF4-FFF2-40B4-BE49-F238E27FC236}">
                <a16:creationId xmlns:a16="http://schemas.microsoft.com/office/drawing/2014/main" id="{0F0B6BD4-F8A9-EE5B-B7F3-E3D5A025FA33}"/>
              </a:ext>
            </a:extLst>
          </p:cNvPr>
          <p:cNvPicPr>
            <a:picLocks noChangeAspect="1"/>
          </p:cNvPicPr>
          <p:nvPr/>
        </p:nvPicPr>
        <p:blipFill>
          <a:blip r:embed="rId6"/>
          <a:stretch>
            <a:fillRect/>
          </a:stretch>
        </p:blipFill>
        <p:spPr>
          <a:xfrm>
            <a:off x="5514223" y="3861048"/>
            <a:ext cx="4222663" cy="1334526"/>
          </a:xfrm>
          <a:prstGeom prst="rect">
            <a:avLst/>
          </a:prstGeom>
        </p:spPr>
      </p:pic>
      <p:pic>
        <p:nvPicPr>
          <p:cNvPr id="116" name="図 115">
            <a:extLst>
              <a:ext uri="{FF2B5EF4-FFF2-40B4-BE49-F238E27FC236}">
                <a16:creationId xmlns:a16="http://schemas.microsoft.com/office/drawing/2014/main" id="{0B4C9322-C25B-633F-E3C3-6A9419DFC9FC}"/>
              </a:ext>
            </a:extLst>
          </p:cNvPr>
          <p:cNvPicPr>
            <a:picLocks noChangeAspect="1"/>
          </p:cNvPicPr>
          <p:nvPr/>
        </p:nvPicPr>
        <p:blipFill rotWithShape="1">
          <a:blip r:embed="rId7"/>
          <a:srcRect t="16765" b="12148"/>
          <a:stretch/>
        </p:blipFill>
        <p:spPr>
          <a:xfrm>
            <a:off x="5529064" y="5435427"/>
            <a:ext cx="3357547" cy="1225564"/>
          </a:xfrm>
          <a:prstGeom prst="rect">
            <a:avLst/>
          </a:prstGeom>
        </p:spPr>
      </p:pic>
      <p:sp>
        <p:nvSpPr>
          <p:cNvPr id="119" name="テキスト ボックス 16">
            <a:extLst>
              <a:ext uri="{FF2B5EF4-FFF2-40B4-BE49-F238E27FC236}">
                <a16:creationId xmlns:a16="http://schemas.microsoft.com/office/drawing/2014/main" id="{8C7A4D31-1E61-EBF3-683F-8CB21D68563C}"/>
              </a:ext>
            </a:extLst>
          </p:cNvPr>
          <p:cNvSpPr txBox="1">
            <a:spLocks noChangeArrowheads="1"/>
          </p:cNvSpPr>
          <p:nvPr/>
        </p:nvSpPr>
        <p:spPr bwMode="auto">
          <a:xfrm>
            <a:off x="5353897" y="3356992"/>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b="1" dirty="0">
                <a:solidFill>
                  <a:prstClr val="black"/>
                </a:solidFill>
                <a:latin typeface="Meiryo UI" pitchFamily="50" charset="-128"/>
                <a:ea typeface="Meiryo UI" pitchFamily="50" charset="-128"/>
                <a:cs typeface="Meiryo UI" pitchFamily="50" charset="-128"/>
              </a:rPr>
              <a:t>■成果物</a:t>
            </a:r>
          </a:p>
        </p:txBody>
      </p:sp>
      <p:sp>
        <p:nvSpPr>
          <p:cNvPr id="132" name="テキスト ボックス 16">
            <a:extLst>
              <a:ext uri="{FF2B5EF4-FFF2-40B4-BE49-F238E27FC236}">
                <a16:creationId xmlns:a16="http://schemas.microsoft.com/office/drawing/2014/main" id="{FBDC5AFA-9FF0-B990-366D-1C2ADFBCE8CD}"/>
              </a:ext>
            </a:extLst>
          </p:cNvPr>
          <p:cNvSpPr txBox="1">
            <a:spLocks noChangeArrowheads="1"/>
          </p:cNvSpPr>
          <p:nvPr/>
        </p:nvSpPr>
        <p:spPr bwMode="auto">
          <a:xfrm>
            <a:off x="625065" y="3573016"/>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a:t>
            </a:r>
            <a:r>
              <a:rPr lang="en-US" altLang="ja-JP" sz="1000" b="1" dirty="0">
                <a:solidFill>
                  <a:prstClr val="white"/>
                </a:solidFill>
                <a:latin typeface="Meiryo UI" panose="020B0604030504040204" pitchFamily="50" charset="-128"/>
                <a:ea typeface="Meiryo UI" panose="020B0604030504040204" pitchFamily="50" charset="-128"/>
                <a:cs typeface="Meiryo UI" panose="020B0604030504040204" pitchFamily="50" charset="-128"/>
              </a:rPr>
              <a:t> </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一覧作成</a:t>
            </a:r>
            <a:endParaRPr lang="ja-JP" altLang="en-US" sz="1000" dirty="0">
              <a:solidFill>
                <a:prstClr val="black"/>
              </a:solidFill>
              <a:latin typeface="Meiryo UI" pitchFamily="50" charset="-128"/>
              <a:ea typeface="Meiryo UI" pitchFamily="50" charset="-128"/>
              <a:cs typeface="Meiryo UI" pitchFamily="50" charset="-128"/>
            </a:endParaRPr>
          </a:p>
        </p:txBody>
      </p:sp>
      <p:sp>
        <p:nvSpPr>
          <p:cNvPr id="134" name="テキスト ボックス 16">
            <a:extLst>
              <a:ext uri="{FF2B5EF4-FFF2-40B4-BE49-F238E27FC236}">
                <a16:creationId xmlns:a16="http://schemas.microsoft.com/office/drawing/2014/main" id="{8CEBE0A0-F8C2-70A3-2F05-0532FC4A18E1}"/>
              </a:ext>
            </a:extLst>
          </p:cNvPr>
          <p:cNvSpPr txBox="1">
            <a:spLocks noChangeArrowheads="1"/>
          </p:cNvSpPr>
          <p:nvPr/>
        </p:nvSpPr>
        <p:spPr bwMode="auto">
          <a:xfrm>
            <a:off x="606119" y="5060813"/>
            <a:ext cx="3648736"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solidFill>
                  <a:prstClr val="black"/>
                </a:solidFill>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詳細作成</a:t>
            </a:r>
          </a:p>
        </p:txBody>
      </p:sp>
      <p:sp>
        <p:nvSpPr>
          <p:cNvPr id="135" name="テキスト ボックス 16">
            <a:extLst>
              <a:ext uri="{FF2B5EF4-FFF2-40B4-BE49-F238E27FC236}">
                <a16:creationId xmlns:a16="http://schemas.microsoft.com/office/drawing/2014/main" id="{2B7740B4-2256-EB76-F13C-02F642404BF2}"/>
              </a:ext>
            </a:extLst>
          </p:cNvPr>
          <p:cNvSpPr txBox="1">
            <a:spLocks noChangeArrowheads="1"/>
          </p:cNvSpPr>
          <p:nvPr/>
        </p:nvSpPr>
        <p:spPr bwMode="auto">
          <a:xfrm>
            <a:off x="5385048" y="5207188"/>
            <a:ext cx="2592288"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詳細</a:t>
            </a:r>
            <a:endParaRPr lang="ja-JP" altLang="en-US" sz="1000" dirty="0">
              <a:latin typeface="Meiryo UI" pitchFamily="50" charset="-128"/>
              <a:ea typeface="Meiryo UI" pitchFamily="50" charset="-128"/>
              <a:cs typeface="Meiryo UI" pitchFamily="50" charset="-128"/>
            </a:endParaRPr>
          </a:p>
        </p:txBody>
      </p:sp>
      <p:sp>
        <p:nvSpPr>
          <p:cNvPr id="136" name="テキスト ボックス 16">
            <a:extLst>
              <a:ext uri="{FF2B5EF4-FFF2-40B4-BE49-F238E27FC236}">
                <a16:creationId xmlns:a16="http://schemas.microsoft.com/office/drawing/2014/main" id="{953756A8-5B50-4541-6A21-9E46CFBEEE3C}"/>
              </a:ext>
            </a:extLst>
          </p:cNvPr>
          <p:cNvSpPr txBox="1">
            <a:spLocks noChangeArrowheads="1"/>
          </p:cNvSpPr>
          <p:nvPr/>
        </p:nvSpPr>
        <p:spPr bwMode="auto">
          <a:xfrm>
            <a:off x="5385048" y="3573016"/>
            <a:ext cx="1526442" cy="246221"/>
          </a:xfrm>
          <a:prstGeom prst="rect">
            <a:avLst/>
          </a:prstGeom>
          <a:noFill/>
          <a:ln>
            <a:noFill/>
          </a:ln>
        </p:spPr>
        <p:txBody>
          <a:bodyPr wrap="square">
            <a:spAutoFit/>
          </a:bodyPr>
          <a:lstStyle>
            <a:lvl1pPr marL="171450" indent="-171450" eaLnBrk="0" hangingPunct="0">
              <a:spcBef>
                <a:spcPct val="20000"/>
              </a:spcBef>
              <a:buChar char="•"/>
              <a:defRPr kumimoji="1" sz="3200">
                <a:solidFill>
                  <a:schemeClr val="tx1"/>
                </a:solidFill>
                <a:latin typeface="Arial" charset="0"/>
              </a:defRPr>
            </a:lvl1pPr>
            <a:lvl2pPr marL="742950" indent="-285750" eaLnBrk="0" hangingPunct="0">
              <a:spcBef>
                <a:spcPct val="20000"/>
              </a:spcBef>
              <a:buChar char="–"/>
              <a:defRPr kumimoji="1" sz="2800">
                <a:solidFill>
                  <a:schemeClr val="tx1"/>
                </a:solidFill>
                <a:latin typeface="Arial" charset="0"/>
              </a:defRPr>
            </a:lvl2pPr>
            <a:lvl3pPr marL="1143000" indent="-228600" eaLnBrk="0" hangingPunct="0">
              <a:spcBef>
                <a:spcPct val="20000"/>
              </a:spcBef>
              <a:buChar char="•"/>
              <a:defRPr kumimoji="1" sz="2400">
                <a:solidFill>
                  <a:schemeClr val="tx1"/>
                </a:solidFill>
                <a:latin typeface="Arial" charset="0"/>
              </a:defRPr>
            </a:lvl3pPr>
            <a:lvl4pPr marL="1600200" indent="-228600" eaLnBrk="0" hangingPunct="0">
              <a:spcBef>
                <a:spcPct val="20000"/>
              </a:spcBef>
              <a:buChar char="–"/>
              <a:defRPr kumimoji="1" sz="2000">
                <a:solidFill>
                  <a:schemeClr val="tx1"/>
                </a:solidFill>
                <a:latin typeface="Arial" charset="0"/>
              </a:defRPr>
            </a:lvl4pPr>
            <a:lvl5pPr marL="2057400" indent="-228600" eaLnBrk="0" hangingPunct="0">
              <a:spcBef>
                <a:spcPct val="20000"/>
              </a:spcBef>
              <a:buChar char="»"/>
              <a:defRPr kumimoji="1" sz="2000">
                <a:solidFill>
                  <a:schemeClr val="tx1"/>
                </a:solidFill>
                <a:latin typeface="Arial" charset="0"/>
              </a:defRPr>
            </a:lvl5pPr>
            <a:lvl6pPr marL="2514600" indent="-228600" eaLnBrk="0" fontAlgn="base" hangingPunct="0">
              <a:spcBef>
                <a:spcPct val="20000"/>
              </a:spcBef>
              <a:spcAft>
                <a:spcPct val="0"/>
              </a:spcAft>
              <a:buChar char="»"/>
              <a:defRPr kumimoji="1" sz="2000">
                <a:solidFill>
                  <a:schemeClr val="tx1"/>
                </a:solidFill>
                <a:latin typeface="Arial" charset="0"/>
              </a:defRPr>
            </a:lvl6pPr>
            <a:lvl7pPr marL="2971800" indent="-228600" eaLnBrk="0" fontAlgn="base" hangingPunct="0">
              <a:spcBef>
                <a:spcPct val="20000"/>
              </a:spcBef>
              <a:spcAft>
                <a:spcPct val="0"/>
              </a:spcAft>
              <a:buChar char="»"/>
              <a:defRPr kumimoji="1" sz="2000">
                <a:solidFill>
                  <a:schemeClr val="tx1"/>
                </a:solidFill>
                <a:latin typeface="Arial" charset="0"/>
              </a:defRPr>
            </a:lvl7pPr>
            <a:lvl8pPr marL="3429000" indent="-228600" eaLnBrk="0" fontAlgn="base" hangingPunct="0">
              <a:spcBef>
                <a:spcPct val="20000"/>
              </a:spcBef>
              <a:spcAft>
                <a:spcPct val="0"/>
              </a:spcAft>
              <a:buChar char="»"/>
              <a:defRPr kumimoji="1" sz="2000">
                <a:solidFill>
                  <a:schemeClr val="tx1"/>
                </a:solidFill>
                <a:latin typeface="Arial" charset="0"/>
              </a:defRPr>
            </a:lvl8pPr>
            <a:lvl9pPr marL="3886200" indent="-228600" eaLnBrk="0" fontAlgn="base" hangingPunct="0">
              <a:spcBef>
                <a:spcPct val="20000"/>
              </a:spcBef>
              <a:spcAft>
                <a:spcPct val="0"/>
              </a:spcAft>
              <a:buChar char="»"/>
              <a:defRPr kumimoji="1" sz="2000">
                <a:solidFill>
                  <a:schemeClr val="tx1"/>
                </a:solidFill>
                <a:latin typeface="Arial" charset="0"/>
              </a:defRPr>
            </a:lvl9pPr>
          </a:lstStyle>
          <a:p>
            <a:pPr marL="0" indent="0" eaLnBrk="1" hangingPunct="1">
              <a:spcBef>
                <a:spcPct val="0"/>
              </a:spcBef>
              <a:buFontTx/>
              <a:buNone/>
            </a:pPr>
            <a:r>
              <a:rPr lang="ja-JP" altLang="en-US" sz="1000" dirty="0">
                <a:latin typeface="Meiryo UI" pitchFamily="50" charset="-128"/>
                <a:ea typeface="Meiryo UI" pitchFamily="50" charset="-128"/>
                <a:cs typeface="Meiryo UI" pitchFamily="50" charset="-128"/>
              </a:rPr>
              <a:t>■</a:t>
            </a:r>
            <a:r>
              <a:rPr lang="en-US" altLang="ja-JP" sz="1000" b="1" dirty="0">
                <a:latin typeface="Meiryo UI" panose="020B0604030504040204" pitchFamily="50" charset="-128"/>
                <a:ea typeface="Meiryo UI" panose="020B0604030504040204" pitchFamily="50" charset="-128"/>
                <a:cs typeface="Meiryo UI" panose="020B0604030504040204" pitchFamily="50" charset="-128"/>
              </a:rPr>
              <a:t> ITa1</a:t>
            </a:r>
            <a:r>
              <a:rPr lang="ja-JP" altLang="en-US" sz="1000" b="1" dirty="0">
                <a:latin typeface="Meiryo UI" panose="020B0604030504040204" pitchFamily="50" charset="-128"/>
                <a:ea typeface="Meiryo UI" panose="020B0604030504040204" pitchFamily="50" charset="-128"/>
                <a:cs typeface="Meiryo UI" panose="020B0604030504040204" pitchFamily="50" charset="-128"/>
              </a:rPr>
              <a:t>一覧</a:t>
            </a:r>
            <a:endParaRPr lang="ja-JP" altLang="en-US" sz="1000" dirty="0">
              <a:latin typeface="Meiryo UI" pitchFamily="50" charset="-128"/>
              <a:ea typeface="Meiryo UI" pitchFamily="50" charset="-128"/>
              <a:cs typeface="Meiryo UI" pitchFamily="50" charset="-128"/>
            </a:endParaRPr>
          </a:p>
        </p:txBody>
      </p:sp>
      <p:sp>
        <p:nvSpPr>
          <p:cNvPr id="2" name="フローチャート: 結合子 1">
            <a:extLst>
              <a:ext uri="{FF2B5EF4-FFF2-40B4-BE49-F238E27FC236}">
                <a16:creationId xmlns:a16="http://schemas.microsoft.com/office/drawing/2014/main" id="{D1F81FA5-39DF-EFC8-2266-6479CBEA3A9F}"/>
              </a:ext>
            </a:extLst>
          </p:cNvPr>
          <p:cNvSpPr/>
          <p:nvPr/>
        </p:nvSpPr>
        <p:spPr bwMode="auto">
          <a:xfrm>
            <a:off x="2542232" y="1556792"/>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3" name="フローチャート: 結合子 2">
            <a:extLst>
              <a:ext uri="{FF2B5EF4-FFF2-40B4-BE49-F238E27FC236}">
                <a16:creationId xmlns:a16="http://schemas.microsoft.com/office/drawing/2014/main" id="{5CDB4CF0-A463-4A16-2D4B-1C0DF9E32097}"/>
              </a:ext>
            </a:extLst>
          </p:cNvPr>
          <p:cNvSpPr/>
          <p:nvPr/>
        </p:nvSpPr>
        <p:spPr bwMode="auto">
          <a:xfrm>
            <a:off x="8297816" y="2705686"/>
            <a:ext cx="936104" cy="409460"/>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4" name="フローチャート: 結合子 3">
            <a:extLst>
              <a:ext uri="{FF2B5EF4-FFF2-40B4-BE49-F238E27FC236}">
                <a16:creationId xmlns:a16="http://schemas.microsoft.com/office/drawing/2014/main" id="{3DDB1439-864B-9C5E-8DA4-05C8490D65B6}"/>
              </a:ext>
            </a:extLst>
          </p:cNvPr>
          <p:cNvSpPr/>
          <p:nvPr/>
        </p:nvSpPr>
        <p:spPr bwMode="auto">
          <a:xfrm>
            <a:off x="3862530" y="4189992"/>
            <a:ext cx="526770" cy="142595"/>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pic>
        <p:nvPicPr>
          <p:cNvPr id="5" name="図 4">
            <a:extLst>
              <a:ext uri="{FF2B5EF4-FFF2-40B4-BE49-F238E27FC236}">
                <a16:creationId xmlns:a16="http://schemas.microsoft.com/office/drawing/2014/main" id="{24926886-11F8-2A1C-B4A2-5A7825E1782D}"/>
              </a:ext>
            </a:extLst>
          </p:cNvPr>
          <p:cNvPicPr>
            <a:picLocks noChangeAspect="1"/>
          </p:cNvPicPr>
          <p:nvPr/>
        </p:nvPicPr>
        <p:blipFill>
          <a:blip r:embed="rId8"/>
          <a:stretch>
            <a:fillRect/>
          </a:stretch>
        </p:blipFill>
        <p:spPr>
          <a:xfrm>
            <a:off x="719280" y="5265828"/>
            <a:ext cx="4443731" cy="1390675"/>
          </a:xfrm>
          <a:prstGeom prst="rect">
            <a:avLst/>
          </a:prstGeom>
        </p:spPr>
      </p:pic>
      <p:sp>
        <p:nvSpPr>
          <p:cNvPr id="6" name="フローチャート: 結合子 5">
            <a:extLst>
              <a:ext uri="{FF2B5EF4-FFF2-40B4-BE49-F238E27FC236}">
                <a16:creationId xmlns:a16="http://schemas.microsoft.com/office/drawing/2014/main" id="{6AB27ECC-02FB-6A94-3448-B8953355E2E5}"/>
              </a:ext>
            </a:extLst>
          </p:cNvPr>
          <p:cNvSpPr/>
          <p:nvPr/>
        </p:nvSpPr>
        <p:spPr bwMode="auto">
          <a:xfrm>
            <a:off x="4706800" y="5407543"/>
            <a:ext cx="526770" cy="246222"/>
          </a:xfrm>
          <a:prstGeom prst="flowChartConnector">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ja-JP" altLang="en-US" sz="1400" b="0" i="0" u="none" strike="noStrike" cap="none" normalizeH="0" baseline="0" dirty="0">
              <a:ln>
                <a:noFill/>
              </a:ln>
              <a:solidFill>
                <a:schemeClr val="bg1"/>
              </a:solidFill>
              <a:effectLst/>
              <a:latin typeface="ＭＳ Ｐゴシック" pitchFamily="50" charset="-128"/>
              <a:ea typeface="ＭＳ Ｐゴシック" pitchFamily="50" charset="-128"/>
            </a:endParaRPr>
          </a:p>
        </p:txBody>
      </p:sp>
      <p:sp>
        <p:nvSpPr>
          <p:cNvPr id="8" name="二等辺三角形 7">
            <a:extLst>
              <a:ext uri="{FF2B5EF4-FFF2-40B4-BE49-F238E27FC236}">
                <a16:creationId xmlns:a16="http://schemas.microsoft.com/office/drawing/2014/main" id="{FF73DC9E-2D12-880B-9579-FBF3535B6346}"/>
              </a:ext>
            </a:extLst>
          </p:cNvPr>
          <p:cNvSpPr/>
          <p:nvPr/>
        </p:nvSpPr>
        <p:spPr bwMode="auto">
          <a:xfrm rot="10800000">
            <a:off x="3535322" y="5060812"/>
            <a:ext cx="588487" cy="183064"/>
          </a:xfrm>
          <a:prstGeom prst="triangle">
            <a:avLst>
              <a:gd name="adj" fmla="val 46659"/>
            </a:avLst>
          </a:prstGeom>
          <a:solidFill>
            <a:srgbClr val="215968"/>
          </a:solidFill>
          <a:ln>
            <a:solidFill>
              <a:schemeClr val="bg1"/>
            </a:solidFill>
            <a:headEnd/>
            <a:tailEnd/>
          </a:ln>
        </p:spPr>
        <p:style>
          <a:lnRef idx="1">
            <a:schemeClr val="accent1"/>
          </a:lnRef>
          <a:fillRef idx="3">
            <a:schemeClr val="accent1"/>
          </a:fillRef>
          <a:effectRef idx="2">
            <a:schemeClr val="accent1"/>
          </a:effectRef>
          <a:fontRef idx="minor">
            <a:schemeClr val="lt1"/>
          </a:fontRef>
        </p:style>
        <p:txBody>
          <a:bodyPr vert="eaVert" wrap="none" anchor="ctr"/>
          <a:lstStyle/>
          <a:p>
            <a:endParaRPr lang="ja-JP" altLang="en-US" sz="1050" dirty="0">
              <a:solidFill>
                <a:srgbClr val="FFFFFF"/>
              </a:solidFill>
              <a:latin typeface="MS UI Gothic" pitchFamily="50" charset="-128"/>
              <a:ea typeface="MS UI Gothic" pitchFamily="50" charset="-128"/>
            </a:endParaRPr>
          </a:p>
        </p:txBody>
      </p:sp>
    </p:spTree>
    <p:extLst>
      <p:ext uri="{BB962C8B-B14F-4D97-AF65-F5344CB8AC3E}">
        <p14:creationId xmlns:p14="http://schemas.microsoft.com/office/powerpoint/2010/main" val="4102188372"/>
      </p:ext>
    </p:extLst>
  </p:cSld>
  <p:clrMapOvr>
    <a:masterClrMapping/>
  </p:clrMapOvr>
  <p:transition spd="med"/>
</p:sld>
</file>

<file path=ppt/theme/theme1.xml><?xml version="1.0" encoding="utf-8"?>
<a:theme xmlns:a="http://schemas.openxmlformats.org/drawingml/2006/main" name="【済南本部長報告会】2019年5月度_システム統括本部_v0.2 - コピー">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プロジェクトの概要">
  <a:themeElements>
    <a:clrScheme name="">
      <a:dk1>
        <a:srgbClr val="000000"/>
      </a:dk1>
      <a:lt1>
        <a:srgbClr val="FFFFFF"/>
      </a:lt1>
      <a:dk2>
        <a:srgbClr val="000000"/>
      </a:dk2>
      <a:lt2>
        <a:srgbClr val="000000"/>
      </a:lt2>
      <a:accent1>
        <a:srgbClr val="00CCFF"/>
      </a:accent1>
      <a:accent2>
        <a:srgbClr val="00FFCC"/>
      </a:accent2>
      <a:accent3>
        <a:srgbClr val="FFFFFF"/>
      </a:accent3>
      <a:accent4>
        <a:srgbClr val="000000"/>
      </a:accent4>
      <a:accent5>
        <a:srgbClr val="AAE2FF"/>
      </a:accent5>
      <a:accent6>
        <a:srgbClr val="00E7B9"/>
      </a:accent6>
      <a:hlink>
        <a:srgbClr val="FF3300"/>
      </a:hlink>
      <a:folHlink>
        <a:srgbClr val="FF7C80"/>
      </a:folHlink>
    </a:clrScheme>
    <a:fontScheme name="2_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F0000"/>
        </a:solidFill>
        <a:ln w="9525" cap="flat" cmpd="sng" algn="ctr">
          <a:no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sz="1400" b="0" i="0" u="none" strike="noStrike" cap="none" normalizeH="0" baseline="0" dirty="0" smtClean="0">
            <a:ln>
              <a:noFill/>
            </a:ln>
            <a:solidFill>
              <a:schemeClr val="bg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ja-JP"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txDef>
      <a:spPr>
        <a:solidFill>
          <a:schemeClr val="bg1"/>
        </a:solidFill>
      </a:spPr>
      <a:bodyPr wrap="square" rtlCol="0">
        <a:spAutoFit/>
      </a:bodyPr>
      <a:lstStyle>
        <a:defPPr algn="r">
          <a:defRPr sz="600" dirty="0"/>
        </a:defPPr>
      </a:lstStyle>
    </a:txDef>
  </a:objectDefaults>
  <a:extraClrSchemeLst>
    <a:extraClrScheme>
      <a:clrScheme name="2_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2_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2_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プロジェクトの概要">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プロジェクトの概要">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bg1">
              <a:lumMod val="50000"/>
            </a:schemeClr>
          </a:solidFill>
          <a:prstDash val="solid"/>
          <a:round/>
          <a:headEnd type="none" w="med" len="med"/>
          <a:tailEnd type="none" w="med" len="med"/>
        </a:ln>
        <a:effectLst/>
      </a:spPr>
      <a:bodyPr vert="horz" wrap="none" lIns="36000" tIns="36000" rIns="36000" bIns="36000" numCol="1" rtlCol="0" anchor="ctr" anchorCtr="0" compatLnSpc="1">
        <a:prstTxWarp prst="textNoShape">
          <a:avLst/>
        </a:prstTxWarp>
      </a:bodyPr>
      <a:lstStyle>
        <a:defPPr marL="0" marR="0" indent="0" algn="ctr" defTabSz="1395413" rtl="0" eaLnBrk="1" fontAlgn="ctr" latinLnBrk="0" hangingPunct="1">
          <a:lnSpc>
            <a:spcPct val="110000"/>
          </a:lnSpc>
          <a:spcBef>
            <a:spcPct val="10000"/>
          </a:spcBef>
          <a:spcAft>
            <a:spcPct val="10000"/>
          </a:spcAft>
          <a:buClr>
            <a:srgbClr val="647E9E"/>
          </a:buClr>
          <a:buSzPct val="80000"/>
          <a:buFont typeface="Wingdings" pitchFamily="2" charset="2"/>
          <a:buNone/>
          <a:tabLst/>
          <a:defRPr kumimoji="1" sz="1200" b="0"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gradFill rotWithShape="1">
          <a:gsLst>
            <a:gs pos="0">
              <a:schemeClr val="bg1"/>
            </a:gs>
            <a:gs pos="100000">
              <a:srgbClr val="FFCCFF"/>
            </a:gs>
          </a:gsLst>
          <a:lin ang="2700000" scaled="1"/>
        </a:gradFill>
        <a:ln w="12700" cap="flat" cmpd="sng" algn="ctr">
          <a:solidFill>
            <a:srgbClr val="FF0000"/>
          </a:solidFill>
          <a:prstDash val="dash"/>
          <a:round/>
          <a:headEnd type="none" w="med" len="med"/>
          <a:tailEnd type="none" w="med" len="med"/>
        </a:ln>
        <a:effectLst/>
      </a:spPr>
      <a:bodyPr/>
      <a:lstStyle/>
    </a:lnDef>
  </a:objectDefaults>
  <a:extraClrSchemeLst>
    <a:extraClrScheme>
      <a:clrScheme name="プロジェクトの概要 1">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プロジェクトの概要 2">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
      <a:clrScheme name="プロジェクトの概要 3">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3_①cool9-s-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3_①cool9-s-1">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400" b="1" i="0" u="none" strike="noStrike" cap="none" normalizeH="0" baseline="0" smtClean="0">
            <a:ln>
              <a:noFill/>
            </a:ln>
            <a:solidFill>
              <a:schemeClr val="tx1"/>
            </a:solidFill>
            <a:effectLst/>
            <a:latin typeface="ＭＳ Ｐゴシック" pitchFamily="50" charset="-128"/>
            <a:ea typeface="ＭＳ Ｐゴシック" pitchFamily="50" charset="-128"/>
          </a:defRPr>
        </a:defPPr>
      </a:lstStyle>
    </a:lnDef>
  </a:objectDefaults>
  <a:extraClrSchemeLst>
    <a:extraClrScheme>
      <a:clrScheme name="①cool9-s-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①cool9-s-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①cool9-s-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①cool9-s-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①cool9-s-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①cool9-s-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①cool9-s-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①cool9-s-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①cool9-s-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①cool9-s-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①cool9-s-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①cool9-s-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①cool9-s-1 13">
        <a:dk1>
          <a:srgbClr val="000000"/>
        </a:dk1>
        <a:lt1>
          <a:srgbClr val="FFFFFF"/>
        </a:lt1>
        <a:dk2>
          <a:srgbClr val="000000"/>
        </a:dk2>
        <a:lt2>
          <a:srgbClr val="808080"/>
        </a:lt2>
        <a:accent1>
          <a:srgbClr val="FFFFCC"/>
        </a:accent1>
        <a:accent2>
          <a:srgbClr val="FFCCCC"/>
        </a:accent2>
        <a:accent3>
          <a:srgbClr val="FFFFFF"/>
        </a:accent3>
        <a:accent4>
          <a:srgbClr val="000000"/>
        </a:accent4>
        <a:accent5>
          <a:srgbClr val="FFFFE2"/>
        </a:accent5>
        <a:accent6>
          <a:srgbClr val="E7B9B9"/>
        </a:accent6>
        <a:hlink>
          <a:srgbClr val="D8F5D7"/>
        </a:hlink>
        <a:folHlink>
          <a:srgbClr val="CDD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【済南本部長報告会】2019年5月度_システム統括本部_v0.2 - コピー</Template>
  <TotalTime>7475</TotalTime>
  <Words>1890</Words>
  <Application>Microsoft Office PowerPoint</Application>
  <PresentationFormat>A4 210 x 297 mm</PresentationFormat>
  <Paragraphs>221</Paragraphs>
  <Slides>6</Slides>
  <Notes>6</Notes>
  <HiddenSlides>0</HiddenSlides>
  <MMClips>0</MMClips>
  <ScaleCrop>false</ScaleCrop>
  <HeadingPairs>
    <vt:vector size="6" baseType="variant">
      <vt:variant>
        <vt:lpstr>使用されているフォント</vt:lpstr>
      </vt:variant>
      <vt:variant>
        <vt:i4>7</vt:i4>
      </vt:variant>
      <vt:variant>
        <vt:lpstr>テーマ</vt:lpstr>
      </vt:variant>
      <vt:variant>
        <vt:i4>4</vt:i4>
      </vt:variant>
      <vt:variant>
        <vt:lpstr>スライド タイトル</vt:lpstr>
      </vt:variant>
      <vt:variant>
        <vt:i4>6</vt:i4>
      </vt:variant>
    </vt:vector>
  </HeadingPairs>
  <TitlesOfParts>
    <vt:vector size="17" baseType="lpstr">
      <vt:lpstr>Meiryo UI</vt:lpstr>
      <vt:lpstr>ＭＳ Ｐゴシック</vt:lpstr>
      <vt:lpstr>MS UI Gothic</vt:lpstr>
      <vt:lpstr>Arial</vt:lpstr>
      <vt:lpstr>Century Gothic</vt:lpstr>
      <vt:lpstr>Times New Roman</vt:lpstr>
      <vt:lpstr>Wingdings</vt:lpstr>
      <vt:lpstr>【済南本部長報告会】2019年5月度_システム統括本部_v0.2 - コピー</vt:lpstr>
      <vt:lpstr>2_プロジェクトの概要</vt:lpstr>
      <vt:lpstr>3_プロジェクトの概要</vt:lpstr>
      <vt:lpstr>3_①cool9-s-1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段爱华</dc:creator>
  <cp:lastModifiedBy>李 小蘭/DIRリテール基幹システム第一部</cp:lastModifiedBy>
  <cp:revision>335</cp:revision>
  <cp:lastPrinted>2019-06-12T07:33:00Z</cp:lastPrinted>
  <dcterms:created xsi:type="dcterms:W3CDTF">2019-06-03T09:13:36Z</dcterms:created>
  <dcterms:modified xsi:type="dcterms:W3CDTF">2025-08-01T13:12:28Z</dcterms:modified>
</cp:coreProperties>
</file>